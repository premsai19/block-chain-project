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3" r:id="rId1"/>
  </p:sldMasterIdLst>
  <p:notesMasterIdLst>
    <p:notesMasterId r:id="rId16"/>
  </p:notesMasterIdLst>
  <p:sldIdLst>
    <p:sldId id="256" r:id="rId2"/>
    <p:sldId id="258" r:id="rId3"/>
    <p:sldId id="261" r:id="rId4"/>
    <p:sldId id="269" r:id="rId5"/>
    <p:sldId id="262" r:id="rId6"/>
    <p:sldId id="268" r:id="rId7"/>
    <p:sldId id="312" r:id="rId8"/>
    <p:sldId id="314" r:id="rId9"/>
    <p:sldId id="313" r:id="rId10"/>
    <p:sldId id="315" r:id="rId11"/>
    <p:sldId id="316" r:id="rId12"/>
    <p:sldId id="317" r:id="rId13"/>
    <p:sldId id="318" r:id="rId14"/>
    <p:sldId id="280"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6">
          <p15:clr>
            <a:srgbClr val="E06666"/>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C04CBD-C643-49EF-ACD4-B505732F0F62}">
  <a:tblStyle styleId="{18C04CBD-C643-49EF-ACD4-B505732F0F6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800" y="48"/>
      </p:cViewPr>
      <p:guideLst>
        <p:guide orient="horz" pos="526"/>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g6b805c25ef_0_8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6" name="Google Shape;786;g6b805c25ef_0_8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4" name="Google Shape;80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6431b68808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9" name="Google Shape;929;g6431b68808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8"/>
        <p:cNvGrpSpPr/>
        <p:nvPr/>
      </p:nvGrpSpPr>
      <p:grpSpPr>
        <a:xfrm>
          <a:off x="0" y="0"/>
          <a:ext cx="0" cy="0"/>
          <a:chOff x="0" y="0"/>
          <a:chExt cx="0" cy="0"/>
        </a:xfrm>
      </p:grpSpPr>
      <p:sp>
        <p:nvSpPr>
          <p:cNvPr id="1419" name="Google Shape;1419;g6b7300ecdd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0" name="Google Shape;1420;g6b7300ecdd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6b7300ecdd_0_3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9" name="Google Shape;1019;g6b7300ecdd_0_3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7"/>
        <p:cNvGrpSpPr/>
        <p:nvPr/>
      </p:nvGrpSpPr>
      <p:grpSpPr>
        <a:xfrm>
          <a:off x="0" y="0"/>
          <a:ext cx="0" cy="0"/>
          <a:chOff x="0" y="0"/>
          <a:chExt cx="0" cy="0"/>
        </a:xfrm>
      </p:grpSpPr>
      <p:sp>
        <p:nvSpPr>
          <p:cNvPr id="1328" name="Google Shape;1328;gae9e2a9fca_2_2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9" name="Google Shape;1329;gae9e2a9fca_2_2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9"/>
        <p:cNvGrpSpPr/>
        <p:nvPr/>
      </p:nvGrpSpPr>
      <p:grpSpPr>
        <a:xfrm>
          <a:off x="0" y="0"/>
          <a:ext cx="0" cy="0"/>
          <a:chOff x="0" y="0"/>
          <a:chExt cx="0" cy="0"/>
        </a:xfrm>
      </p:grpSpPr>
      <p:sp>
        <p:nvSpPr>
          <p:cNvPr id="3300" name="Google Shape;3300;gae9e2a9fca_1_13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1" name="Google Shape;3301;gae9e2a9fca_1_1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5"/>
        <p:cNvGrpSpPr/>
        <p:nvPr/>
      </p:nvGrpSpPr>
      <p:grpSpPr>
        <a:xfrm>
          <a:off x="0" y="0"/>
          <a:ext cx="0" cy="0"/>
          <a:chOff x="0" y="0"/>
          <a:chExt cx="0" cy="0"/>
        </a:xfrm>
      </p:grpSpPr>
      <p:sp>
        <p:nvSpPr>
          <p:cNvPr id="1806" name="Google Shape;1806;g6431b68808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7" name="Google Shape;1807;g6431b68808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545450"/>
            <a:ext cx="4269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4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553200"/>
            <a:ext cx="4269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7"/>
        <p:cNvGrpSpPr/>
        <p:nvPr/>
      </p:nvGrpSpPr>
      <p:grpSpPr>
        <a:xfrm>
          <a:off x="0" y="0"/>
          <a:ext cx="0" cy="0"/>
          <a:chOff x="0" y="0"/>
          <a:chExt cx="0" cy="0"/>
        </a:xfrm>
      </p:grpSpPr>
      <p:sp>
        <p:nvSpPr>
          <p:cNvPr id="58" name="Google Shape;58;p4"/>
          <p:cNvSpPr txBox="1">
            <a:spLocks noGrp="1"/>
          </p:cNvSpPr>
          <p:nvPr>
            <p:ph type="title"/>
          </p:nvPr>
        </p:nvSpPr>
        <p:spPr>
          <a:xfrm>
            <a:off x="1066975" y="2667600"/>
            <a:ext cx="3852000" cy="286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59" name="Google Shape;59;p4"/>
          <p:cNvSpPr txBox="1">
            <a:spLocks noGrp="1"/>
          </p:cNvSpPr>
          <p:nvPr>
            <p:ph type="subTitle" idx="1"/>
          </p:nvPr>
        </p:nvSpPr>
        <p:spPr>
          <a:xfrm>
            <a:off x="1066975" y="2937600"/>
            <a:ext cx="3504900" cy="1663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12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64"/>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text column 2">
  <p:cSld name="ONE_COLUMN_TEXT_1_2">
    <p:spTree>
      <p:nvGrpSpPr>
        <p:cNvPr id="1" name="Shape 351"/>
        <p:cNvGrpSpPr/>
        <p:nvPr/>
      </p:nvGrpSpPr>
      <p:grpSpPr>
        <a:xfrm>
          <a:off x="0" y="0"/>
          <a:ext cx="0" cy="0"/>
          <a:chOff x="0" y="0"/>
          <a:chExt cx="0" cy="0"/>
        </a:xfrm>
      </p:grpSpPr>
      <p:sp>
        <p:nvSpPr>
          <p:cNvPr id="352" name="Google Shape;352;p17"/>
          <p:cNvSpPr txBox="1">
            <a:spLocks noGrp="1"/>
          </p:cNvSpPr>
          <p:nvPr>
            <p:ph type="subTitle" idx="1"/>
          </p:nvPr>
        </p:nvSpPr>
        <p:spPr>
          <a:xfrm>
            <a:off x="4503350" y="3222725"/>
            <a:ext cx="3930300" cy="1382700"/>
          </a:xfrm>
          <a:prstGeom prst="rect">
            <a:avLst/>
          </a:prstGeom>
        </p:spPr>
        <p:txBody>
          <a:bodyPr spcFirstLastPara="1" wrap="square" lIns="91425" tIns="91425" rIns="91425" bIns="91425" anchor="ctr" anchorCtr="0">
            <a:noAutofit/>
          </a:bodyPr>
          <a:lstStyle>
            <a:lvl1pPr lvl="0" rtl="0">
              <a:spcBef>
                <a:spcPts val="0"/>
              </a:spcBef>
              <a:spcAft>
                <a:spcPts val="0"/>
              </a:spcAft>
              <a:buSzPts val="1100"/>
              <a:buNone/>
              <a:defRPr sz="1200"/>
            </a:lvl1pPr>
            <a:lvl2pPr lvl="1" rtl="0">
              <a:spcBef>
                <a:spcPts val="1600"/>
              </a:spcBef>
              <a:spcAft>
                <a:spcPts val="0"/>
              </a:spcAft>
              <a:buClr>
                <a:schemeClr val="lt2"/>
              </a:buClr>
              <a:buSzPts val="1100"/>
              <a:buNone/>
              <a:defRPr>
                <a:solidFill>
                  <a:schemeClr val="lt2"/>
                </a:solidFill>
              </a:defRPr>
            </a:lvl2pPr>
            <a:lvl3pPr lvl="2" rtl="0">
              <a:spcBef>
                <a:spcPts val="1600"/>
              </a:spcBef>
              <a:spcAft>
                <a:spcPts val="0"/>
              </a:spcAft>
              <a:buClr>
                <a:schemeClr val="lt2"/>
              </a:buClr>
              <a:buSzPts val="1100"/>
              <a:buNone/>
              <a:defRPr>
                <a:solidFill>
                  <a:schemeClr val="lt2"/>
                </a:solidFill>
              </a:defRPr>
            </a:lvl3pPr>
            <a:lvl4pPr lvl="3" rtl="0">
              <a:spcBef>
                <a:spcPts val="1600"/>
              </a:spcBef>
              <a:spcAft>
                <a:spcPts val="0"/>
              </a:spcAft>
              <a:buClr>
                <a:schemeClr val="lt2"/>
              </a:buClr>
              <a:buSzPts val="1100"/>
              <a:buNone/>
              <a:defRPr>
                <a:solidFill>
                  <a:schemeClr val="lt2"/>
                </a:solidFill>
              </a:defRPr>
            </a:lvl4pPr>
            <a:lvl5pPr lvl="4" rtl="0">
              <a:spcBef>
                <a:spcPts val="1600"/>
              </a:spcBef>
              <a:spcAft>
                <a:spcPts val="0"/>
              </a:spcAft>
              <a:buClr>
                <a:schemeClr val="lt2"/>
              </a:buClr>
              <a:buSzPts val="1100"/>
              <a:buNone/>
              <a:defRPr>
                <a:solidFill>
                  <a:schemeClr val="lt2"/>
                </a:solidFill>
              </a:defRPr>
            </a:lvl5pPr>
            <a:lvl6pPr lvl="5" rtl="0">
              <a:spcBef>
                <a:spcPts val="1600"/>
              </a:spcBef>
              <a:spcAft>
                <a:spcPts val="0"/>
              </a:spcAft>
              <a:buClr>
                <a:schemeClr val="lt2"/>
              </a:buClr>
              <a:buSzPts val="1100"/>
              <a:buNone/>
              <a:defRPr>
                <a:solidFill>
                  <a:schemeClr val="lt2"/>
                </a:solidFill>
              </a:defRPr>
            </a:lvl6pPr>
            <a:lvl7pPr lvl="6" rtl="0">
              <a:spcBef>
                <a:spcPts val="1600"/>
              </a:spcBef>
              <a:spcAft>
                <a:spcPts val="0"/>
              </a:spcAft>
              <a:buClr>
                <a:schemeClr val="lt2"/>
              </a:buClr>
              <a:buSzPts val="1100"/>
              <a:buNone/>
              <a:defRPr>
                <a:solidFill>
                  <a:schemeClr val="lt2"/>
                </a:solidFill>
              </a:defRPr>
            </a:lvl7pPr>
            <a:lvl8pPr lvl="7" rtl="0">
              <a:spcBef>
                <a:spcPts val="1600"/>
              </a:spcBef>
              <a:spcAft>
                <a:spcPts val="0"/>
              </a:spcAft>
              <a:buClr>
                <a:schemeClr val="lt2"/>
              </a:buClr>
              <a:buSzPts val="1100"/>
              <a:buNone/>
              <a:defRPr>
                <a:solidFill>
                  <a:schemeClr val="lt2"/>
                </a:solidFill>
              </a:defRPr>
            </a:lvl8pPr>
            <a:lvl9pPr lvl="8" rtl="0">
              <a:spcBef>
                <a:spcPts val="1600"/>
              </a:spcBef>
              <a:spcAft>
                <a:spcPts val="1600"/>
              </a:spcAft>
              <a:buClr>
                <a:schemeClr val="lt2"/>
              </a:buClr>
              <a:buSzPts val="1100"/>
              <a:buNone/>
              <a:defRPr>
                <a:solidFill>
                  <a:schemeClr val="lt2"/>
                </a:solidFill>
              </a:defRPr>
            </a:lvl9pPr>
          </a:lstStyle>
          <a:p>
            <a:endParaRPr/>
          </a:p>
        </p:txBody>
      </p:sp>
      <p:sp>
        <p:nvSpPr>
          <p:cNvPr id="353" name="Google Shape;353;p17"/>
          <p:cNvSpPr txBox="1">
            <a:spLocks noGrp="1"/>
          </p:cNvSpPr>
          <p:nvPr>
            <p:ph type="title"/>
          </p:nvPr>
        </p:nvSpPr>
        <p:spPr>
          <a:xfrm>
            <a:off x="710350" y="2300875"/>
            <a:ext cx="3138300" cy="1535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417"/>
        <p:cNvGrpSpPr/>
        <p:nvPr/>
      </p:nvGrpSpPr>
      <p:grpSpPr>
        <a:xfrm>
          <a:off x="0" y="0"/>
          <a:ext cx="0" cy="0"/>
          <a:chOff x="0" y="0"/>
          <a:chExt cx="0" cy="0"/>
        </a:xfrm>
      </p:grpSpPr>
      <p:sp>
        <p:nvSpPr>
          <p:cNvPr id="418" name="Google Shape;418;p23"/>
          <p:cNvSpPr txBox="1">
            <a:spLocks noGrp="1"/>
          </p:cNvSpPr>
          <p:nvPr>
            <p:ph type="title"/>
          </p:nvPr>
        </p:nvSpPr>
        <p:spPr>
          <a:xfrm>
            <a:off x="720000" y="540000"/>
            <a:ext cx="7704000" cy="32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19" name="Google Shape;419;p23"/>
          <p:cNvSpPr txBox="1">
            <a:spLocks noGrp="1"/>
          </p:cNvSpPr>
          <p:nvPr>
            <p:ph type="subTitle" idx="1"/>
          </p:nvPr>
        </p:nvSpPr>
        <p:spPr>
          <a:xfrm>
            <a:off x="796200" y="1698925"/>
            <a:ext cx="2664000" cy="32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2100"/>
              <a:buFont typeface="Kreon"/>
              <a:buNone/>
              <a:defRPr sz="1500">
                <a:solidFill>
                  <a:schemeClr val="lt1"/>
                </a:solidFill>
                <a:latin typeface="Kreon"/>
                <a:ea typeface="Kreon"/>
                <a:cs typeface="Kreon"/>
                <a:sym typeface="Kreon"/>
              </a:defRPr>
            </a:lvl1pPr>
            <a:lvl2pPr lvl="1" algn="ctr" rtl="0">
              <a:lnSpc>
                <a:spcPct val="100000"/>
              </a:lnSpc>
              <a:spcBef>
                <a:spcPts val="0"/>
              </a:spcBef>
              <a:spcAft>
                <a:spcPts val="0"/>
              </a:spcAft>
              <a:buSzPts val="2100"/>
              <a:buFont typeface="Kreon"/>
              <a:buNone/>
              <a:defRPr sz="2100">
                <a:latin typeface="Kreon"/>
                <a:ea typeface="Kreon"/>
                <a:cs typeface="Kreon"/>
                <a:sym typeface="Kreon"/>
              </a:defRPr>
            </a:lvl2pPr>
            <a:lvl3pPr lvl="2" algn="ctr" rtl="0">
              <a:lnSpc>
                <a:spcPct val="100000"/>
              </a:lnSpc>
              <a:spcBef>
                <a:spcPts val="0"/>
              </a:spcBef>
              <a:spcAft>
                <a:spcPts val="0"/>
              </a:spcAft>
              <a:buSzPts val="2100"/>
              <a:buFont typeface="Kreon"/>
              <a:buNone/>
              <a:defRPr sz="2100">
                <a:latin typeface="Kreon"/>
                <a:ea typeface="Kreon"/>
                <a:cs typeface="Kreon"/>
                <a:sym typeface="Kreon"/>
              </a:defRPr>
            </a:lvl3pPr>
            <a:lvl4pPr lvl="3" algn="ctr" rtl="0">
              <a:lnSpc>
                <a:spcPct val="100000"/>
              </a:lnSpc>
              <a:spcBef>
                <a:spcPts val="0"/>
              </a:spcBef>
              <a:spcAft>
                <a:spcPts val="0"/>
              </a:spcAft>
              <a:buSzPts val="2100"/>
              <a:buFont typeface="Kreon"/>
              <a:buNone/>
              <a:defRPr sz="2100">
                <a:latin typeface="Kreon"/>
                <a:ea typeface="Kreon"/>
                <a:cs typeface="Kreon"/>
                <a:sym typeface="Kreon"/>
              </a:defRPr>
            </a:lvl4pPr>
            <a:lvl5pPr lvl="4" algn="ctr" rtl="0">
              <a:lnSpc>
                <a:spcPct val="100000"/>
              </a:lnSpc>
              <a:spcBef>
                <a:spcPts val="0"/>
              </a:spcBef>
              <a:spcAft>
                <a:spcPts val="0"/>
              </a:spcAft>
              <a:buSzPts val="2100"/>
              <a:buFont typeface="Kreon"/>
              <a:buNone/>
              <a:defRPr sz="2100">
                <a:latin typeface="Kreon"/>
                <a:ea typeface="Kreon"/>
                <a:cs typeface="Kreon"/>
                <a:sym typeface="Kreon"/>
              </a:defRPr>
            </a:lvl5pPr>
            <a:lvl6pPr lvl="5" algn="ctr" rtl="0">
              <a:lnSpc>
                <a:spcPct val="100000"/>
              </a:lnSpc>
              <a:spcBef>
                <a:spcPts val="0"/>
              </a:spcBef>
              <a:spcAft>
                <a:spcPts val="0"/>
              </a:spcAft>
              <a:buSzPts val="2100"/>
              <a:buFont typeface="Kreon"/>
              <a:buNone/>
              <a:defRPr sz="2100">
                <a:latin typeface="Kreon"/>
                <a:ea typeface="Kreon"/>
                <a:cs typeface="Kreon"/>
                <a:sym typeface="Kreon"/>
              </a:defRPr>
            </a:lvl6pPr>
            <a:lvl7pPr lvl="6" algn="ctr" rtl="0">
              <a:lnSpc>
                <a:spcPct val="100000"/>
              </a:lnSpc>
              <a:spcBef>
                <a:spcPts val="0"/>
              </a:spcBef>
              <a:spcAft>
                <a:spcPts val="0"/>
              </a:spcAft>
              <a:buSzPts val="2100"/>
              <a:buFont typeface="Kreon"/>
              <a:buNone/>
              <a:defRPr sz="2100">
                <a:latin typeface="Kreon"/>
                <a:ea typeface="Kreon"/>
                <a:cs typeface="Kreon"/>
                <a:sym typeface="Kreon"/>
              </a:defRPr>
            </a:lvl7pPr>
            <a:lvl8pPr lvl="7" algn="ctr" rtl="0">
              <a:lnSpc>
                <a:spcPct val="100000"/>
              </a:lnSpc>
              <a:spcBef>
                <a:spcPts val="0"/>
              </a:spcBef>
              <a:spcAft>
                <a:spcPts val="0"/>
              </a:spcAft>
              <a:buSzPts val="2100"/>
              <a:buFont typeface="Kreon"/>
              <a:buNone/>
              <a:defRPr sz="2100">
                <a:latin typeface="Kreon"/>
                <a:ea typeface="Kreon"/>
                <a:cs typeface="Kreon"/>
                <a:sym typeface="Kreon"/>
              </a:defRPr>
            </a:lvl8pPr>
            <a:lvl9pPr lvl="8" algn="ctr" rtl="0">
              <a:lnSpc>
                <a:spcPct val="100000"/>
              </a:lnSpc>
              <a:spcBef>
                <a:spcPts val="0"/>
              </a:spcBef>
              <a:spcAft>
                <a:spcPts val="0"/>
              </a:spcAft>
              <a:buSzPts val="2100"/>
              <a:buFont typeface="Kreon"/>
              <a:buNone/>
              <a:defRPr sz="2100">
                <a:latin typeface="Kreon"/>
                <a:ea typeface="Kreon"/>
                <a:cs typeface="Kreon"/>
                <a:sym typeface="Kreon"/>
              </a:defRPr>
            </a:lvl9pPr>
          </a:lstStyle>
          <a:p>
            <a:endParaRPr/>
          </a:p>
        </p:txBody>
      </p:sp>
      <p:sp>
        <p:nvSpPr>
          <p:cNvPr id="420" name="Google Shape;420;p23"/>
          <p:cNvSpPr txBox="1">
            <a:spLocks noGrp="1"/>
          </p:cNvSpPr>
          <p:nvPr>
            <p:ph type="subTitle" idx="2"/>
          </p:nvPr>
        </p:nvSpPr>
        <p:spPr>
          <a:xfrm>
            <a:off x="5813925" y="1698925"/>
            <a:ext cx="2664000" cy="32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2100"/>
              <a:buFont typeface="Kreon"/>
              <a:buNone/>
              <a:defRPr sz="1500">
                <a:solidFill>
                  <a:schemeClr val="lt1"/>
                </a:solidFill>
                <a:latin typeface="Kreon"/>
                <a:ea typeface="Kreon"/>
                <a:cs typeface="Kreon"/>
                <a:sym typeface="Kreon"/>
              </a:defRPr>
            </a:lvl1pPr>
            <a:lvl2pPr lvl="1" algn="ctr" rtl="0">
              <a:lnSpc>
                <a:spcPct val="100000"/>
              </a:lnSpc>
              <a:spcBef>
                <a:spcPts val="0"/>
              </a:spcBef>
              <a:spcAft>
                <a:spcPts val="0"/>
              </a:spcAft>
              <a:buSzPts val="2100"/>
              <a:buFont typeface="Kreon"/>
              <a:buNone/>
              <a:defRPr sz="2100">
                <a:latin typeface="Kreon"/>
                <a:ea typeface="Kreon"/>
                <a:cs typeface="Kreon"/>
                <a:sym typeface="Kreon"/>
              </a:defRPr>
            </a:lvl2pPr>
            <a:lvl3pPr lvl="2" algn="ctr" rtl="0">
              <a:lnSpc>
                <a:spcPct val="100000"/>
              </a:lnSpc>
              <a:spcBef>
                <a:spcPts val="0"/>
              </a:spcBef>
              <a:spcAft>
                <a:spcPts val="0"/>
              </a:spcAft>
              <a:buSzPts val="2100"/>
              <a:buFont typeface="Kreon"/>
              <a:buNone/>
              <a:defRPr sz="2100">
                <a:latin typeface="Kreon"/>
                <a:ea typeface="Kreon"/>
                <a:cs typeface="Kreon"/>
                <a:sym typeface="Kreon"/>
              </a:defRPr>
            </a:lvl3pPr>
            <a:lvl4pPr lvl="3" algn="ctr" rtl="0">
              <a:lnSpc>
                <a:spcPct val="100000"/>
              </a:lnSpc>
              <a:spcBef>
                <a:spcPts val="0"/>
              </a:spcBef>
              <a:spcAft>
                <a:spcPts val="0"/>
              </a:spcAft>
              <a:buSzPts val="2100"/>
              <a:buFont typeface="Kreon"/>
              <a:buNone/>
              <a:defRPr sz="2100">
                <a:latin typeface="Kreon"/>
                <a:ea typeface="Kreon"/>
                <a:cs typeface="Kreon"/>
                <a:sym typeface="Kreon"/>
              </a:defRPr>
            </a:lvl4pPr>
            <a:lvl5pPr lvl="4" algn="ctr" rtl="0">
              <a:lnSpc>
                <a:spcPct val="100000"/>
              </a:lnSpc>
              <a:spcBef>
                <a:spcPts val="0"/>
              </a:spcBef>
              <a:spcAft>
                <a:spcPts val="0"/>
              </a:spcAft>
              <a:buSzPts val="2100"/>
              <a:buFont typeface="Kreon"/>
              <a:buNone/>
              <a:defRPr sz="2100">
                <a:latin typeface="Kreon"/>
                <a:ea typeface="Kreon"/>
                <a:cs typeface="Kreon"/>
                <a:sym typeface="Kreon"/>
              </a:defRPr>
            </a:lvl5pPr>
            <a:lvl6pPr lvl="5" algn="ctr" rtl="0">
              <a:lnSpc>
                <a:spcPct val="100000"/>
              </a:lnSpc>
              <a:spcBef>
                <a:spcPts val="0"/>
              </a:spcBef>
              <a:spcAft>
                <a:spcPts val="0"/>
              </a:spcAft>
              <a:buSzPts val="2100"/>
              <a:buFont typeface="Kreon"/>
              <a:buNone/>
              <a:defRPr sz="2100">
                <a:latin typeface="Kreon"/>
                <a:ea typeface="Kreon"/>
                <a:cs typeface="Kreon"/>
                <a:sym typeface="Kreon"/>
              </a:defRPr>
            </a:lvl6pPr>
            <a:lvl7pPr lvl="6" algn="ctr" rtl="0">
              <a:lnSpc>
                <a:spcPct val="100000"/>
              </a:lnSpc>
              <a:spcBef>
                <a:spcPts val="0"/>
              </a:spcBef>
              <a:spcAft>
                <a:spcPts val="0"/>
              </a:spcAft>
              <a:buSzPts val="2100"/>
              <a:buFont typeface="Kreon"/>
              <a:buNone/>
              <a:defRPr sz="2100">
                <a:latin typeface="Kreon"/>
                <a:ea typeface="Kreon"/>
                <a:cs typeface="Kreon"/>
                <a:sym typeface="Kreon"/>
              </a:defRPr>
            </a:lvl7pPr>
            <a:lvl8pPr lvl="7" algn="ctr" rtl="0">
              <a:lnSpc>
                <a:spcPct val="100000"/>
              </a:lnSpc>
              <a:spcBef>
                <a:spcPts val="0"/>
              </a:spcBef>
              <a:spcAft>
                <a:spcPts val="0"/>
              </a:spcAft>
              <a:buSzPts val="2100"/>
              <a:buFont typeface="Kreon"/>
              <a:buNone/>
              <a:defRPr sz="2100">
                <a:latin typeface="Kreon"/>
                <a:ea typeface="Kreon"/>
                <a:cs typeface="Kreon"/>
                <a:sym typeface="Kreon"/>
              </a:defRPr>
            </a:lvl8pPr>
            <a:lvl9pPr lvl="8" algn="ctr" rtl="0">
              <a:lnSpc>
                <a:spcPct val="100000"/>
              </a:lnSpc>
              <a:spcBef>
                <a:spcPts val="0"/>
              </a:spcBef>
              <a:spcAft>
                <a:spcPts val="0"/>
              </a:spcAft>
              <a:buSzPts val="2100"/>
              <a:buFont typeface="Kreon"/>
              <a:buNone/>
              <a:defRPr sz="2100">
                <a:latin typeface="Kreon"/>
                <a:ea typeface="Kreon"/>
                <a:cs typeface="Kreon"/>
                <a:sym typeface="Kreon"/>
              </a:defRPr>
            </a:lvl9pPr>
          </a:lstStyle>
          <a:p>
            <a:endParaRPr/>
          </a:p>
        </p:txBody>
      </p:sp>
      <p:sp>
        <p:nvSpPr>
          <p:cNvPr id="421" name="Google Shape;421;p23"/>
          <p:cNvSpPr txBox="1">
            <a:spLocks noGrp="1"/>
          </p:cNvSpPr>
          <p:nvPr>
            <p:ph type="subTitle" idx="3"/>
          </p:nvPr>
        </p:nvSpPr>
        <p:spPr>
          <a:xfrm>
            <a:off x="795528" y="2121408"/>
            <a:ext cx="2661000" cy="2057400"/>
          </a:xfrm>
          <a:prstGeom prst="rect">
            <a:avLst/>
          </a:prstGeom>
        </p:spPr>
        <p:txBody>
          <a:bodyPr spcFirstLastPara="1" wrap="square" lIns="91425" tIns="91425" rIns="91425" bIns="91425" anchor="t" anchorCtr="0">
            <a:noAutofit/>
          </a:bodyPr>
          <a:lstStyle>
            <a:lvl1pPr lvl="0">
              <a:spcBef>
                <a:spcPts val="0"/>
              </a:spcBef>
              <a:spcAft>
                <a:spcPts val="0"/>
              </a:spcAft>
              <a:buClr>
                <a:schemeClr val="lt2"/>
              </a:buClr>
              <a:buSzPts val="1200"/>
              <a:buNone/>
              <a:defRPr sz="1200"/>
            </a:lvl1pPr>
            <a:lvl2pPr lvl="1">
              <a:spcBef>
                <a:spcPts val="1600"/>
              </a:spcBef>
              <a:spcAft>
                <a:spcPts val="0"/>
              </a:spcAft>
              <a:buSzPts val="1100"/>
              <a:buNone/>
              <a:defRPr/>
            </a:lvl2pPr>
            <a:lvl3pPr lvl="2">
              <a:spcBef>
                <a:spcPts val="1600"/>
              </a:spcBef>
              <a:spcAft>
                <a:spcPts val="0"/>
              </a:spcAft>
              <a:buSzPts val="1100"/>
              <a:buNone/>
              <a:defRPr/>
            </a:lvl3pPr>
            <a:lvl4pPr lvl="3">
              <a:spcBef>
                <a:spcPts val="1600"/>
              </a:spcBef>
              <a:spcAft>
                <a:spcPts val="0"/>
              </a:spcAft>
              <a:buSzPts val="1100"/>
              <a:buNone/>
              <a:defRPr/>
            </a:lvl4pPr>
            <a:lvl5pPr lvl="4">
              <a:spcBef>
                <a:spcPts val="1600"/>
              </a:spcBef>
              <a:spcAft>
                <a:spcPts val="0"/>
              </a:spcAft>
              <a:buSzPts val="1100"/>
              <a:buNone/>
              <a:defRPr/>
            </a:lvl5pPr>
            <a:lvl6pPr lvl="5">
              <a:spcBef>
                <a:spcPts val="1600"/>
              </a:spcBef>
              <a:spcAft>
                <a:spcPts val="0"/>
              </a:spcAft>
              <a:buSzPts val="1100"/>
              <a:buNone/>
              <a:defRPr/>
            </a:lvl6pPr>
            <a:lvl7pPr lvl="6">
              <a:spcBef>
                <a:spcPts val="1600"/>
              </a:spcBef>
              <a:spcAft>
                <a:spcPts val="0"/>
              </a:spcAft>
              <a:buSzPts val="1100"/>
              <a:buNone/>
              <a:defRPr/>
            </a:lvl7pPr>
            <a:lvl8pPr lvl="7">
              <a:spcBef>
                <a:spcPts val="1600"/>
              </a:spcBef>
              <a:spcAft>
                <a:spcPts val="0"/>
              </a:spcAft>
              <a:buSzPts val="1100"/>
              <a:buNone/>
              <a:defRPr/>
            </a:lvl8pPr>
            <a:lvl9pPr lvl="8">
              <a:spcBef>
                <a:spcPts val="1600"/>
              </a:spcBef>
              <a:spcAft>
                <a:spcPts val="1600"/>
              </a:spcAft>
              <a:buSzPts val="1100"/>
              <a:buNone/>
              <a:defRPr/>
            </a:lvl9pPr>
          </a:lstStyle>
          <a:p>
            <a:endParaRPr/>
          </a:p>
        </p:txBody>
      </p:sp>
      <p:sp>
        <p:nvSpPr>
          <p:cNvPr id="422" name="Google Shape;422;p23"/>
          <p:cNvSpPr txBox="1">
            <a:spLocks noGrp="1"/>
          </p:cNvSpPr>
          <p:nvPr>
            <p:ph type="subTitle" idx="4"/>
          </p:nvPr>
        </p:nvSpPr>
        <p:spPr>
          <a:xfrm>
            <a:off x="5815425" y="2121408"/>
            <a:ext cx="2661000" cy="2057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2"/>
              </a:buClr>
              <a:buSzPts val="1200"/>
              <a:buNone/>
              <a:defRPr sz="1200"/>
            </a:lvl1pPr>
            <a:lvl2pPr lvl="1" rtl="0">
              <a:spcBef>
                <a:spcPts val="1600"/>
              </a:spcBef>
              <a:spcAft>
                <a:spcPts val="0"/>
              </a:spcAft>
              <a:buSzPts val="1100"/>
              <a:buNone/>
              <a:defRPr/>
            </a:lvl2pPr>
            <a:lvl3pPr lvl="2" rtl="0">
              <a:spcBef>
                <a:spcPts val="1600"/>
              </a:spcBef>
              <a:spcAft>
                <a:spcPts val="0"/>
              </a:spcAft>
              <a:buSzPts val="1100"/>
              <a:buNone/>
              <a:defRPr/>
            </a:lvl3pPr>
            <a:lvl4pPr lvl="3" rtl="0">
              <a:spcBef>
                <a:spcPts val="1600"/>
              </a:spcBef>
              <a:spcAft>
                <a:spcPts val="0"/>
              </a:spcAft>
              <a:buSzPts val="1100"/>
              <a:buNone/>
              <a:defRPr/>
            </a:lvl4pPr>
            <a:lvl5pPr lvl="4" rtl="0">
              <a:spcBef>
                <a:spcPts val="1600"/>
              </a:spcBef>
              <a:spcAft>
                <a:spcPts val="0"/>
              </a:spcAft>
              <a:buSzPts val="1100"/>
              <a:buNone/>
              <a:defRPr/>
            </a:lvl5pPr>
            <a:lvl6pPr lvl="5" rtl="0">
              <a:spcBef>
                <a:spcPts val="1600"/>
              </a:spcBef>
              <a:spcAft>
                <a:spcPts val="0"/>
              </a:spcAft>
              <a:buSzPts val="1100"/>
              <a:buNone/>
              <a:defRPr/>
            </a:lvl6pPr>
            <a:lvl7pPr lvl="6" rtl="0">
              <a:spcBef>
                <a:spcPts val="1600"/>
              </a:spcBef>
              <a:spcAft>
                <a:spcPts val="0"/>
              </a:spcAft>
              <a:buSzPts val="1100"/>
              <a:buNone/>
              <a:defRPr/>
            </a:lvl7pPr>
            <a:lvl8pPr lvl="7" rtl="0">
              <a:spcBef>
                <a:spcPts val="1600"/>
              </a:spcBef>
              <a:spcAft>
                <a:spcPts val="0"/>
              </a:spcAft>
              <a:buSzPts val="1100"/>
              <a:buNone/>
              <a:defRPr/>
            </a:lvl8pPr>
            <a:lvl9pPr lvl="8" rtl="0">
              <a:spcBef>
                <a:spcPts val="1600"/>
              </a:spcBef>
              <a:spcAft>
                <a:spcPts val="1600"/>
              </a:spcAft>
              <a:buSzPts val="11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bg>
      <p:bgPr>
        <a:solidFill>
          <a:schemeClr val="dk1"/>
        </a:solidFill>
        <a:effectLst/>
      </p:bgPr>
    </p:bg>
    <p:spTree>
      <p:nvGrpSpPr>
        <p:cNvPr id="1" name="Shape 432"/>
        <p:cNvGrpSpPr/>
        <p:nvPr/>
      </p:nvGrpSpPr>
      <p:grpSpPr>
        <a:xfrm>
          <a:off x="0" y="0"/>
          <a:ext cx="0" cy="0"/>
          <a:chOff x="0" y="0"/>
          <a:chExt cx="0" cy="0"/>
        </a:xfrm>
      </p:grpSpPr>
      <p:sp>
        <p:nvSpPr>
          <p:cNvPr id="433" name="Google Shape;433;p26"/>
          <p:cNvSpPr txBox="1">
            <a:spLocks noGrp="1"/>
          </p:cNvSpPr>
          <p:nvPr>
            <p:ph type="title"/>
          </p:nvPr>
        </p:nvSpPr>
        <p:spPr>
          <a:xfrm>
            <a:off x="720000" y="2937600"/>
            <a:ext cx="2701200" cy="1663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34" name="Google Shape;434;p26"/>
          <p:cNvSpPr txBox="1">
            <a:spLocks noGrp="1"/>
          </p:cNvSpPr>
          <p:nvPr>
            <p:ph type="subTitle" idx="1"/>
          </p:nvPr>
        </p:nvSpPr>
        <p:spPr>
          <a:xfrm>
            <a:off x="1786375" y="2027600"/>
            <a:ext cx="2016600" cy="53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435" name="Google Shape;435;p26"/>
          <p:cNvSpPr txBox="1">
            <a:spLocks noGrp="1"/>
          </p:cNvSpPr>
          <p:nvPr>
            <p:ph type="subTitle" idx="2"/>
          </p:nvPr>
        </p:nvSpPr>
        <p:spPr>
          <a:xfrm>
            <a:off x="2106000" y="1683600"/>
            <a:ext cx="1867200" cy="26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2100"/>
              <a:buFont typeface="Kreon"/>
              <a:buNone/>
              <a:defRPr sz="1500">
                <a:solidFill>
                  <a:schemeClr val="lt1"/>
                </a:solidFill>
                <a:latin typeface="Kreon"/>
                <a:ea typeface="Kreon"/>
                <a:cs typeface="Kreon"/>
                <a:sym typeface="Kreon"/>
              </a:defRPr>
            </a:lvl1pPr>
            <a:lvl2pPr lvl="1" algn="ctr" rtl="0">
              <a:lnSpc>
                <a:spcPct val="100000"/>
              </a:lnSpc>
              <a:spcBef>
                <a:spcPts val="0"/>
              </a:spcBef>
              <a:spcAft>
                <a:spcPts val="0"/>
              </a:spcAft>
              <a:buSzPts val="2100"/>
              <a:buFont typeface="Kreon"/>
              <a:buNone/>
              <a:defRPr sz="2100">
                <a:latin typeface="Kreon"/>
                <a:ea typeface="Kreon"/>
                <a:cs typeface="Kreon"/>
                <a:sym typeface="Kreon"/>
              </a:defRPr>
            </a:lvl2pPr>
            <a:lvl3pPr lvl="2" algn="ctr" rtl="0">
              <a:lnSpc>
                <a:spcPct val="100000"/>
              </a:lnSpc>
              <a:spcBef>
                <a:spcPts val="0"/>
              </a:spcBef>
              <a:spcAft>
                <a:spcPts val="0"/>
              </a:spcAft>
              <a:buSzPts val="2100"/>
              <a:buFont typeface="Kreon"/>
              <a:buNone/>
              <a:defRPr sz="2100">
                <a:latin typeface="Kreon"/>
                <a:ea typeface="Kreon"/>
                <a:cs typeface="Kreon"/>
                <a:sym typeface="Kreon"/>
              </a:defRPr>
            </a:lvl3pPr>
            <a:lvl4pPr lvl="3" algn="ctr" rtl="0">
              <a:lnSpc>
                <a:spcPct val="100000"/>
              </a:lnSpc>
              <a:spcBef>
                <a:spcPts val="0"/>
              </a:spcBef>
              <a:spcAft>
                <a:spcPts val="0"/>
              </a:spcAft>
              <a:buSzPts val="2100"/>
              <a:buFont typeface="Kreon"/>
              <a:buNone/>
              <a:defRPr sz="2100">
                <a:latin typeface="Kreon"/>
                <a:ea typeface="Kreon"/>
                <a:cs typeface="Kreon"/>
                <a:sym typeface="Kreon"/>
              </a:defRPr>
            </a:lvl4pPr>
            <a:lvl5pPr lvl="4" algn="ctr" rtl="0">
              <a:lnSpc>
                <a:spcPct val="100000"/>
              </a:lnSpc>
              <a:spcBef>
                <a:spcPts val="0"/>
              </a:spcBef>
              <a:spcAft>
                <a:spcPts val="0"/>
              </a:spcAft>
              <a:buSzPts val="2100"/>
              <a:buFont typeface="Kreon"/>
              <a:buNone/>
              <a:defRPr sz="2100">
                <a:latin typeface="Kreon"/>
                <a:ea typeface="Kreon"/>
                <a:cs typeface="Kreon"/>
                <a:sym typeface="Kreon"/>
              </a:defRPr>
            </a:lvl5pPr>
            <a:lvl6pPr lvl="5" algn="ctr" rtl="0">
              <a:lnSpc>
                <a:spcPct val="100000"/>
              </a:lnSpc>
              <a:spcBef>
                <a:spcPts val="0"/>
              </a:spcBef>
              <a:spcAft>
                <a:spcPts val="0"/>
              </a:spcAft>
              <a:buSzPts val="2100"/>
              <a:buFont typeface="Kreon"/>
              <a:buNone/>
              <a:defRPr sz="2100">
                <a:latin typeface="Kreon"/>
                <a:ea typeface="Kreon"/>
                <a:cs typeface="Kreon"/>
                <a:sym typeface="Kreon"/>
              </a:defRPr>
            </a:lvl6pPr>
            <a:lvl7pPr lvl="6" algn="ctr" rtl="0">
              <a:lnSpc>
                <a:spcPct val="100000"/>
              </a:lnSpc>
              <a:spcBef>
                <a:spcPts val="0"/>
              </a:spcBef>
              <a:spcAft>
                <a:spcPts val="0"/>
              </a:spcAft>
              <a:buSzPts val="2100"/>
              <a:buFont typeface="Kreon"/>
              <a:buNone/>
              <a:defRPr sz="2100">
                <a:latin typeface="Kreon"/>
                <a:ea typeface="Kreon"/>
                <a:cs typeface="Kreon"/>
                <a:sym typeface="Kreon"/>
              </a:defRPr>
            </a:lvl7pPr>
            <a:lvl8pPr lvl="7" algn="ctr" rtl="0">
              <a:lnSpc>
                <a:spcPct val="100000"/>
              </a:lnSpc>
              <a:spcBef>
                <a:spcPts val="0"/>
              </a:spcBef>
              <a:spcAft>
                <a:spcPts val="0"/>
              </a:spcAft>
              <a:buSzPts val="2100"/>
              <a:buFont typeface="Kreon"/>
              <a:buNone/>
              <a:defRPr sz="2100">
                <a:latin typeface="Kreon"/>
                <a:ea typeface="Kreon"/>
                <a:cs typeface="Kreon"/>
                <a:sym typeface="Kreon"/>
              </a:defRPr>
            </a:lvl8pPr>
            <a:lvl9pPr lvl="8" algn="ctr" rtl="0">
              <a:lnSpc>
                <a:spcPct val="100000"/>
              </a:lnSpc>
              <a:spcBef>
                <a:spcPts val="0"/>
              </a:spcBef>
              <a:spcAft>
                <a:spcPts val="0"/>
              </a:spcAft>
              <a:buSzPts val="2100"/>
              <a:buFont typeface="Kreon"/>
              <a:buNone/>
              <a:defRPr sz="2100">
                <a:latin typeface="Kreon"/>
                <a:ea typeface="Kreon"/>
                <a:cs typeface="Kreon"/>
                <a:sym typeface="Kreon"/>
              </a:defRPr>
            </a:lvl9pPr>
          </a:lstStyle>
          <a:p>
            <a:endParaRPr/>
          </a:p>
        </p:txBody>
      </p:sp>
      <p:sp>
        <p:nvSpPr>
          <p:cNvPr id="436" name="Google Shape;436;p26"/>
          <p:cNvSpPr txBox="1">
            <a:spLocks noGrp="1"/>
          </p:cNvSpPr>
          <p:nvPr>
            <p:ph type="title" idx="3" hasCustomPrompt="1"/>
          </p:nvPr>
        </p:nvSpPr>
        <p:spPr>
          <a:xfrm>
            <a:off x="1786375" y="1683525"/>
            <a:ext cx="512100" cy="261000"/>
          </a:xfrm>
          <a:prstGeom prst="rect">
            <a:avLst/>
          </a:prstGeom>
        </p:spPr>
        <p:txBody>
          <a:bodyPr spcFirstLastPara="1" wrap="square" lIns="91425" tIns="91425" rIns="91425" bIns="91425" anchor="t" anchorCtr="0">
            <a:noAutofit/>
          </a:bodyPr>
          <a:lstStyle>
            <a:lvl1pPr lvl="0" rtl="0">
              <a:spcBef>
                <a:spcPts val="0"/>
              </a:spcBef>
              <a:spcAft>
                <a:spcPts val="0"/>
              </a:spcAft>
              <a:buSzPts val="1100"/>
              <a:buNone/>
              <a:defRPr sz="1500">
                <a:solidFill>
                  <a:schemeClr val="dk2"/>
                </a:solidFill>
              </a:defRPr>
            </a:lvl1pPr>
            <a:lvl2pPr lvl="1" algn="r" rtl="0">
              <a:spcBef>
                <a:spcPts val="0"/>
              </a:spcBef>
              <a:spcAft>
                <a:spcPts val="0"/>
              </a:spcAft>
              <a:buSzPts val="1100"/>
              <a:buNone/>
              <a:defRPr sz="1100"/>
            </a:lvl2pPr>
            <a:lvl3pPr lvl="2" algn="r" rtl="0">
              <a:spcBef>
                <a:spcPts val="0"/>
              </a:spcBef>
              <a:spcAft>
                <a:spcPts val="0"/>
              </a:spcAft>
              <a:buSzPts val="1100"/>
              <a:buNone/>
              <a:defRPr sz="1100"/>
            </a:lvl3pPr>
            <a:lvl4pPr lvl="3" algn="r" rtl="0">
              <a:spcBef>
                <a:spcPts val="0"/>
              </a:spcBef>
              <a:spcAft>
                <a:spcPts val="0"/>
              </a:spcAft>
              <a:buSzPts val="1100"/>
              <a:buNone/>
              <a:defRPr sz="1100"/>
            </a:lvl4pPr>
            <a:lvl5pPr lvl="4" algn="r" rtl="0">
              <a:spcBef>
                <a:spcPts val="0"/>
              </a:spcBef>
              <a:spcAft>
                <a:spcPts val="0"/>
              </a:spcAft>
              <a:buSzPts val="1100"/>
              <a:buNone/>
              <a:defRPr sz="1100"/>
            </a:lvl5pPr>
            <a:lvl6pPr lvl="5" algn="r" rtl="0">
              <a:spcBef>
                <a:spcPts val="0"/>
              </a:spcBef>
              <a:spcAft>
                <a:spcPts val="0"/>
              </a:spcAft>
              <a:buSzPts val="1100"/>
              <a:buNone/>
              <a:defRPr sz="1100"/>
            </a:lvl6pPr>
            <a:lvl7pPr lvl="6" algn="r" rtl="0">
              <a:spcBef>
                <a:spcPts val="0"/>
              </a:spcBef>
              <a:spcAft>
                <a:spcPts val="0"/>
              </a:spcAft>
              <a:buSzPts val="1100"/>
              <a:buNone/>
              <a:defRPr sz="1100"/>
            </a:lvl7pPr>
            <a:lvl8pPr lvl="7" algn="r" rtl="0">
              <a:spcBef>
                <a:spcPts val="0"/>
              </a:spcBef>
              <a:spcAft>
                <a:spcPts val="0"/>
              </a:spcAft>
              <a:buSzPts val="1100"/>
              <a:buNone/>
              <a:defRPr sz="1100"/>
            </a:lvl8pPr>
            <a:lvl9pPr lvl="8" algn="r" rtl="0">
              <a:spcBef>
                <a:spcPts val="0"/>
              </a:spcBef>
              <a:spcAft>
                <a:spcPts val="0"/>
              </a:spcAft>
              <a:buSzPts val="1100"/>
              <a:buNone/>
              <a:defRPr sz="1100"/>
            </a:lvl9pPr>
          </a:lstStyle>
          <a:p>
            <a:r>
              <a:t>xx%</a:t>
            </a:r>
          </a:p>
        </p:txBody>
      </p:sp>
      <p:sp>
        <p:nvSpPr>
          <p:cNvPr id="437" name="Google Shape;437;p26"/>
          <p:cNvSpPr txBox="1">
            <a:spLocks noGrp="1"/>
          </p:cNvSpPr>
          <p:nvPr>
            <p:ph type="subTitle" idx="4"/>
          </p:nvPr>
        </p:nvSpPr>
        <p:spPr>
          <a:xfrm>
            <a:off x="2902300" y="1073750"/>
            <a:ext cx="1946400" cy="53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438" name="Google Shape;438;p26"/>
          <p:cNvSpPr txBox="1">
            <a:spLocks noGrp="1"/>
          </p:cNvSpPr>
          <p:nvPr>
            <p:ph type="subTitle" idx="5"/>
          </p:nvPr>
        </p:nvSpPr>
        <p:spPr>
          <a:xfrm>
            <a:off x="3232925" y="729750"/>
            <a:ext cx="1867200" cy="26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2100"/>
              <a:buFont typeface="Kreon"/>
              <a:buNone/>
              <a:defRPr sz="1500">
                <a:solidFill>
                  <a:schemeClr val="lt1"/>
                </a:solidFill>
                <a:latin typeface="Kreon"/>
                <a:ea typeface="Kreon"/>
                <a:cs typeface="Kreon"/>
                <a:sym typeface="Kreon"/>
              </a:defRPr>
            </a:lvl1pPr>
            <a:lvl2pPr lvl="1" algn="ctr" rtl="0">
              <a:lnSpc>
                <a:spcPct val="100000"/>
              </a:lnSpc>
              <a:spcBef>
                <a:spcPts val="0"/>
              </a:spcBef>
              <a:spcAft>
                <a:spcPts val="0"/>
              </a:spcAft>
              <a:buSzPts val="2100"/>
              <a:buFont typeface="Kreon"/>
              <a:buNone/>
              <a:defRPr sz="2100">
                <a:latin typeface="Kreon"/>
                <a:ea typeface="Kreon"/>
                <a:cs typeface="Kreon"/>
                <a:sym typeface="Kreon"/>
              </a:defRPr>
            </a:lvl2pPr>
            <a:lvl3pPr lvl="2" algn="ctr" rtl="0">
              <a:lnSpc>
                <a:spcPct val="100000"/>
              </a:lnSpc>
              <a:spcBef>
                <a:spcPts val="0"/>
              </a:spcBef>
              <a:spcAft>
                <a:spcPts val="0"/>
              </a:spcAft>
              <a:buSzPts val="2100"/>
              <a:buFont typeface="Kreon"/>
              <a:buNone/>
              <a:defRPr sz="2100">
                <a:latin typeface="Kreon"/>
                <a:ea typeface="Kreon"/>
                <a:cs typeface="Kreon"/>
                <a:sym typeface="Kreon"/>
              </a:defRPr>
            </a:lvl3pPr>
            <a:lvl4pPr lvl="3" algn="ctr" rtl="0">
              <a:lnSpc>
                <a:spcPct val="100000"/>
              </a:lnSpc>
              <a:spcBef>
                <a:spcPts val="0"/>
              </a:spcBef>
              <a:spcAft>
                <a:spcPts val="0"/>
              </a:spcAft>
              <a:buSzPts val="2100"/>
              <a:buFont typeface="Kreon"/>
              <a:buNone/>
              <a:defRPr sz="2100">
                <a:latin typeface="Kreon"/>
                <a:ea typeface="Kreon"/>
                <a:cs typeface="Kreon"/>
                <a:sym typeface="Kreon"/>
              </a:defRPr>
            </a:lvl4pPr>
            <a:lvl5pPr lvl="4" algn="ctr" rtl="0">
              <a:lnSpc>
                <a:spcPct val="100000"/>
              </a:lnSpc>
              <a:spcBef>
                <a:spcPts val="0"/>
              </a:spcBef>
              <a:spcAft>
                <a:spcPts val="0"/>
              </a:spcAft>
              <a:buSzPts val="2100"/>
              <a:buFont typeface="Kreon"/>
              <a:buNone/>
              <a:defRPr sz="2100">
                <a:latin typeface="Kreon"/>
                <a:ea typeface="Kreon"/>
                <a:cs typeface="Kreon"/>
                <a:sym typeface="Kreon"/>
              </a:defRPr>
            </a:lvl5pPr>
            <a:lvl6pPr lvl="5" algn="ctr" rtl="0">
              <a:lnSpc>
                <a:spcPct val="100000"/>
              </a:lnSpc>
              <a:spcBef>
                <a:spcPts val="0"/>
              </a:spcBef>
              <a:spcAft>
                <a:spcPts val="0"/>
              </a:spcAft>
              <a:buSzPts val="2100"/>
              <a:buFont typeface="Kreon"/>
              <a:buNone/>
              <a:defRPr sz="2100">
                <a:latin typeface="Kreon"/>
                <a:ea typeface="Kreon"/>
                <a:cs typeface="Kreon"/>
                <a:sym typeface="Kreon"/>
              </a:defRPr>
            </a:lvl6pPr>
            <a:lvl7pPr lvl="6" algn="ctr" rtl="0">
              <a:lnSpc>
                <a:spcPct val="100000"/>
              </a:lnSpc>
              <a:spcBef>
                <a:spcPts val="0"/>
              </a:spcBef>
              <a:spcAft>
                <a:spcPts val="0"/>
              </a:spcAft>
              <a:buSzPts val="2100"/>
              <a:buFont typeface="Kreon"/>
              <a:buNone/>
              <a:defRPr sz="2100">
                <a:latin typeface="Kreon"/>
                <a:ea typeface="Kreon"/>
                <a:cs typeface="Kreon"/>
                <a:sym typeface="Kreon"/>
              </a:defRPr>
            </a:lvl7pPr>
            <a:lvl8pPr lvl="7" algn="ctr" rtl="0">
              <a:lnSpc>
                <a:spcPct val="100000"/>
              </a:lnSpc>
              <a:spcBef>
                <a:spcPts val="0"/>
              </a:spcBef>
              <a:spcAft>
                <a:spcPts val="0"/>
              </a:spcAft>
              <a:buSzPts val="2100"/>
              <a:buFont typeface="Kreon"/>
              <a:buNone/>
              <a:defRPr sz="2100">
                <a:latin typeface="Kreon"/>
                <a:ea typeface="Kreon"/>
                <a:cs typeface="Kreon"/>
                <a:sym typeface="Kreon"/>
              </a:defRPr>
            </a:lvl8pPr>
            <a:lvl9pPr lvl="8" algn="ctr" rtl="0">
              <a:lnSpc>
                <a:spcPct val="100000"/>
              </a:lnSpc>
              <a:spcBef>
                <a:spcPts val="0"/>
              </a:spcBef>
              <a:spcAft>
                <a:spcPts val="0"/>
              </a:spcAft>
              <a:buSzPts val="2100"/>
              <a:buFont typeface="Kreon"/>
              <a:buNone/>
              <a:defRPr sz="2100">
                <a:latin typeface="Kreon"/>
                <a:ea typeface="Kreon"/>
                <a:cs typeface="Kreon"/>
                <a:sym typeface="Kreon"/>
              </a:defRPr>
            </a:lvl9pPr>
          </a:lstStyle>
          <a:p>
            <a:endParaRPr/>
          </a:p>
        </p:txBody>
      </p:sp>
      <p:sp>
        <p:nvSpPr>
          <p:cNvPr id="439" name="Google Shape;439;p26"/>
          <p:cNvSpPr txBox="1">
            <a:spLocks noGrp="1"/>
          </p:cNvSpPr>
          <p:nvPr>
            <p:ph type="title" idx="6" hasCustomPrompt="1"/>
          </p:nvPr>
        </p:nvSpPr>
        <p:spPr>
          <a:xfrm>
            <a:off x="2902176" y="729675"/>
            <a:ext cx="512100" cy="261000"/>
          </a:xfrm>
          <a:prstGeom prst="rect">
            <a:avLst/>
          </a:prstGeom>
        </p:spPr>
        <p:txBody>
          <a:bodyPr spcFirstLastPara="1" wrap="square" lIns="91425" tIns="91425" rIns="91425" bIns="91425" anchor="t" anchorCtr="0">
            <a:noAutofit/>
          </a:bodyPr>
          <a:lstStyle>
            <a:lvl1pPr lvl="0" rtl="0">
              <a:spcBef>
                <a:spcPts val="0"/>
              </a:spcBef>
              <a:spcAft>
                <a:spcPts val="0"/>
              </a:spcAft>
              <a:buSzPts val="1100"/>
              <a:buNone/>
              <a:defRPr sz="1500">
                <a:solidFill>
                  <a:schemeClr val="dk2"/>
                </a:solidFill>
              </a:defRPr>
            </a:lvl1pPr>
            <a:lvl2pPr lvl="1" algn="r" rtl="0">
              <a:spcBef>
                <a:spcPts val="0"/>
              </a:spcBef>
              <a:spcAft>
                <a:spcPts val="0"/>
              </a:spcAft>
              <a:buSzPts val="1100"/>
              <a:buNone/>
              <a:defRPr sz="1100"/>
            </a:lvl2pPr>
            <a:lvl3pPr lvl="2" algn="r" rtl="0">
              <a:spcBef>
                <a:spcPts val="0"/>
              </a:spcBef>
              <a:spcAft>
                <a:spcPts val="0"/>
              </a:spcAft>
              <a:buSzPts val="1100"/>
              <a:buNone/>
              <a:defRPr sz="1100"/>
            </a:lvl3pPr>
            <a:lvl4pPr lvl="3" algn="r" rtl="0">
              <a:spcBef>
                <a:spcPts val="0"/>
              </a:spcBef>
              <a:spcAft>
                <a:spcPts val="0"/>
              </a:spcAft>
              <a:buSzPts val="1100"/>
              <a:buNone/>
              <a:defRPr sz="1100"/>
            </a:lvl4pPr>
            <a:lvl5pPr lvl="4" algn="r" rtl="0">
              <a:spcBef>
                <a:spcPts val="0"/>
              </a:spcBef>
              <a:spcAft>
                <a:spcPts val="0"/>
              </a:spcAft>
              <a:buSzPts val="1100"/>
              <a:buNone/>
              <a:defRPr sz="1100"/>
            </a:lvl5pPr>
            <a:lvl6pPr lvl="5" algn="r" rtl="0">
              <a:spcBef>
                <a:spcPts val="0"/>
              </a:spcBef>
              <a:spcAft>
                <a:spcPts val="0"/>
              </a:spcAft>
              <a:buSzPts val="1100"/>
              <a:buNone/>
              <a:defRPr sz="1100"/>
            </a:lvl6pPr>
            <a:lvl7pPr lvl="6" algn="r" rtl="0">
              <a:spcBef>
                <a:spcPts val="0"/>
              </a:spcBef>
              <a:spcAft>
                <a:spcPts val="0"/>
              </a:spcAft>
              <a:buSzPts val="1100"/>
              <a:buNone/>
              <a:defRPr sz="1100"/>
            </a:lvl7pPr>
            <a:lvl8pPr lvl="7" algn="r" rtl="0">
              <a:spcBef>
                <a:spcPts val="0"/>
              </a:spcBef>
              <a:spcAft>
                <a:spcPts val="0"/>
              </a:spcAft>
              <a:buSzPts val="1100"/>
              <a:buNone/>
              <a:defRPr sz="1100"/>
            </a:lvl8pPr>
            <a:lvl9pPr lvl="8" algn="r" rtl="0">
              <a:spcBef>
                <a:spcPts val="0"/>
              </a:spcBef>
              <a:spcAft>
                <a:spcPts val="0"/>
              </a:spcAft>
              <a:buSzPts val="1100"/>
              <a:buNone/>
              <a:defRPr sz="1100"/>
            </a:lvl9pPr>
          </a:lstStyle>
          <a:p>
            <a:r>
              <a:t>xx%</a:t>
            </a:r>
          </a:p>
        </p:txBody>
      </p:sp>
      <p:sp>
        <p:nvSpPr>
          <p:cNvPr id="440" name="Google Shape;440;p26"/>
          <p:cNvSpPr txBox="1">
            <a:spLocks noGrp="1"/>
          </p:cNvSpPr>
          <p:nvPr>
            <p:ph type="subTitle" idx="7"/>
          </p:nvPr>
        </p:nvSpPr>
        <p:spPr>
          <a:xfrm>
            <a:off x="5803099" y="1063050"/>
            <a:ext cx="2057100" cy="53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441" name="Google Shape;441;p26"/>
          <p:cNvSpPr txBox="1">
            <a:spLocks noGrp="1"/>
          </p:cNvSpPr>
          <p:nvPr>
            <p:ph type="subTitle" idx="8"/>
          </p:nvPr>
        </p:nvSpPr>
        <p:spPr>
          <a:xfrm>
            <a:off x="6133725" y="719075"/>
            <a:ext cx="1867200" cy="26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2100"/>
              <a:buFont typeface="Kreon"/>
              <a:buNone/>
              <a:defRPr sz="1500">
                <a:solidFill>
                  <a:schemeClr val="lt1"/>
                </a:solidFill>
                <a:latin typeface="Kreon"/>
                <a:ea typeface="Kreon"/>
                <a:cs typeface="Kreon"/>
                <a:sym typeface="Kreon"/>
              </a:defRPr>
            </a:lvl1pPr>
            <a:lvl2pPr lvl="1" algn="ctr" rtl="0">
              <a:lnSpc>
                <a:spcPct val="100000"/>
              </a:lnSpc>
              <a:spcBef>
                <a:spcPts val="0"/>
              </a:spcBef>
              <a:spcAft>
                <a:spcPts val="0"/>
              </a:spcAft>
              <a:buSzPts val="2100"/>
              <a:buFont typeface="Kreon"/>
              <a:buNone/>
              <a:defRPr sz="2100">
                <a:latin typeface="Kreon"/>
                <a:ea typeface="Kreon"/>
                <a:cs typeface="Kreon"/>
                <a:sym typeface="Kreon"/>
              </a:defRPr>
            </a:lvl2pPr>
            <a:lvl3pPr lvl="2" algn="ctr" rtl="0">
              <a:lnSpc>
                <a:spcPct val="100000"/>
              </a:lnSpc>
              <a:spcBef>
                <a:spcPts val="0"/>
              </a:spcBef>
              <a:spcAft>
                <a:spcPts val="0"/>
              </a:spcAft>
              <a:buSzPts val="2100"/>
              <a:buFont typeface="Kreon"/>
              <a:buNone/>
              <a:defRPr sz="2100">
                <a:latin typeface="Kreon"/>
                <a:ea typeface="Kreon"/>
                <a:cs typeface="Kreon"/>
                <a:sym typeface="Kreon"/>
              </a:defRPr>
            </a:lvl3pPr>
            <a:lvl4pPr lvl="3" algn="ctr" rtl="0">
              <a:lnSpc>
                <a:spcPct val="100000"/>
              </a:lnSpc>
              <a:spcBef>
                <a:spcPts val="0"/>
              </a:spcBef>
              <a:spcAft>
                <a:spcPts val="0"/>
              </a:spcAft>
              <a:buSzPts val="2100"/>
              <a:buFont typeface="Kreon"/>
              <a:buNone/>
              <a:defRPr sz="2100">
                <a:latin typeface="Kreon"/>
                <a:ea typeface="Kreon"/>
                <a:cs typeface="Kreon"/>
                <a:sym typeface="Kreon"/>
              </a:defRPr>
            </a:lvl4pPr>
            <a:lvl5pPr lvl="4" algn="ctr" rtl="0">
              <a:lnSpc>
                <a:spcPct val="100000"/>
              </a:lnSpc>
              <a:spcBef>
                <a:spcPts val="0"/>
              </a:spcBef>
              <a:spcAft>
                <a:spcPts val="0"/>
              </a:spcAft>
              <a:buSzPts val="2100"/>
              <a:buFont typeface="Kreon"/>
              <a:buNone/>
              <a:defRPr sz="2100">
                <a:latin typeface="Kreon"/>
                <a:ea typeface="Kreon"/>
                <a:cs typeface="Kreon"/>
                <a:sym typeface="Kreon"/>
              </a:defRPr>
            </a:lvl5pPr>
            <a:lvl6pPr lvl="5" algn="ctr" rtl="0">
              <a:lnSpc>
                <a:spcPct val="100000"/>
              </a:lnSpc>
              <a:spcBef>
                <a:spcPts val="0"/>
              </a:spcBef>
              <a:spcAft>
                <a:spcPts val="0"/>
              </a:spcAft>
              <a:buSzPts val="2100"/>
              <a:buFont typeface="Kreon"/>
              <a:buNone/>
              <a:defRPr sz="2100">
                <a:latin typeface="Kreon"/>
                <a:ea typeface="Kreon"/>
                <a:cs typeface="Kreon"/>
                <a:sym typeface="Kreon"/>
              </a:defRPr>
            </a:lvl6pPr>
            <a:lvl7pPr lvl="6" algn="ctr" rtl="0">
              <a:lnSpc>
                <a:spcPct val="100000"/>
              </a:lnSpc>
              <a:spcBef>
                <a:spcPts val="0"/>
              </a:spcBef>
              <a:spcAft>
                <a:spcPts val="0"/>
              </a:spcAft>
              <a:buSzPts val="2100"/>
              <a:buFont typeface="Kreon"/>
              <a:buNone/>
              <a:defRPr sz="2100">
                <a:latin typeface="Kreon"/>
                <a:ea typeface="Kreon"/>
                <a:cs typeface="Kreon"/>
                <a:sym typeface="Kreon"/>
              </a:defRPr>
            </a:lvl7pPr>
            <a:lvl8pPr lvl="7" algn="ctr" rtl="0">
              <a:lnSpc>
                <a:spcPct val="100000"/>
              </a:lnSpc>
              <a:spcBef>
                <a:spcPts val="0"/>
              </a:spcBef>
              <a:spcAft>
                <a:spcPts val="0"/>
              </a:spcAft>
              <a:buSzPts val="2100"/>
              <a:buFont typeface="Kreon"/>
              <a:buNone/>
              <a:defRPr sz="2100">
                <a:latin typeface="Kreon"/>
                <a:ea typeface="Kreon"/>
                <a:cs typeface="Kreon"/>
                <a:sym typeface="Kreon"/>
              </a:defRPr>
            </a:lvl8pPr>
            <a:lvl9pPr lvl="8" algn="ctr" rtl="0">
              <a:lnSpc>
                <a:spcPct val="100000"/>
              </a:lnSpc>
              <a:spcBef>
                <a:spcPts val="0"/>
              </a:spcBef>
              <a:spcAft>
                <a:spcPts val="0"/>
              </a:spcAft>
              <a:buSzPts val="2100"/>
              <a:buFont typeface="Kreon"/>
              <a:buNone/>
              <a:defRPr sz="2100">
                <a:latin typeface="Kreon"/>
                <a:ea typeface="Kreon"/>
                <a:cs typeface="Kreon"/>
                <a:sym typeface="Kreon"/>
              </a:defRPr>
            </a:lvl9pPr>
          </a:lstStyle>
          <a:p>
            <a:endParaRPr/>
          </a:p>
        </p:txBody>
      </p:sp>
      <p:sp>
        <p:nvSpPr>
          <p:cNvPr id="442" name="Google Shape;442;p26"/>
          <p:cNvSpPr txBox="1">
            <a:spLocks noGrp="1"/>
          </p:cNvSpPr>
          <p:nvPr>
            <p:ph type="title" idx="9" hasCustomPrompt="1"/>
          </p:nvPr>
        </p:nvSpPr>
        <p:spPr>
          <a:xfrm>
            <a:off x="5803100" y="718975"/>
            <a:ext cx="512100" cy="261000"/>
          </a:xfrm>
          <a:prstGeom prst="rect">
            <a:avLst/>
          </a:prstGeom>
        </p:spPr>
        <p:txBody>
          <a:bodyPr spcFirstLastPara="1" wrap="square" lIns="91425" tIns="91425" rIns="91425" bIns="91425" anchor="t" anchorCtr="0">
            <a:noAutofit/>
          </a:bodyPr>
          <a:lstStyle>
            <a:lvl1pPr lvl="0" rtl="0">
              <a:spcBef>
                <a:spcPts val="0"/>
              </a:spcBef>
              <a:spcAft>
                <a:spcPts val="0"/>
              </a:spcAft>
              <a:buSzPts val="1100"/>
              <a:buNone/>
              <a:defRPr sz="1500">
                <a:solidFill>
                  <a:schemeClr val="dk2"/>
                </a:solidFill>
              </a:defRPr>
            </a:lvl1pPr>
            <a:lvl2pPr lvl="1" algn="r" rtl="0">
              <a:spcBef>
                <a:spcPts val="0"/>
              </a:spcBef>
              <a:spcAft>
                <a:spcPts val="0"/>
              </a:spcAft>
              <a:buSzPts val="1100"/>
              <a:buNone/>
              <a:defRPr sz="1100"/>
            </a:lvl2pPr>
            <a:lvl3pPr lvl="2" algn="r" rtl="0">
              <a:spcBef>
                <a:spcPts val="0"/>
              </a:spcBef>
              <a:spcAft>
                <a:spcPts val="0"/>
              </a:spcAft>
              <a:buSzPts val="1100"/>
              <a:buNone/>
              <a:defRPr sz="1100"/>
            </a:lvl3pPr>
            <a:lvl4pPr lvl="3" algn="r" rtl="0">
              <a:spcBef>
                <a:spcPts val="0"/>
              </a:spcBef>
              <a:spcAft>
                <a:spcPts val="0"/>
              </a:spcAft>
              <a:buSzPts val="1100"/>
              <a:buNone/>
              <a:defRPr sz="1100"/>
            </a:lvl4pPr>
            <a:lvl5pPr lvl="4" algn="r" rtl="0">
              <a:spcBef>
                <a:spcPts val="0"/>
              </a:spcBef>
              <a:spcAft>
                <a:spcPts val="0"/>
              </a:spcAft>
              <a:buSzPts val="1100"/>
              <a:buNone/>
              <a:defRPr sz="1100"/>
            </a:lvl5pPr>
            <a:lvl6pPr lvl="5" algn="r" rtl="0">
              <a:spcBef>
                <a:spcPts val="0"/>
              </a:spcBef>
              <a:spcAft>
                <a:spcPts val="0"/>
              </a:spcAft>
              <a:buSzPts val="1100"/>
              <a:buNone/>
              <a:defRPr sz="1100"/>
            </a:lvl6pPr>
            <a:lvl7pPr lvl="6" algn="r" rtl="0">
              <a:spcBef>
                <a:spcPts val="0"/>
              </a:spcBef>
              <a:spcAft>
                <a:spcPts val="0"/>
              </a:spcAft>
              <a:buSzPts val="1100"/>
              <a:buNone/>
              <a:defRPr sz="1100"/>
            </a:lvl7pPr>
            <a:lvl8pPr lvl="7" algn="r" rtl="0">
              <a:spcBef>
                <a:spcPts val="0"/>
              </a:spcBef>
              <a:spcAft>
                <a:spcPts val="0"/>
              </a:spcAft>
              <a:buSzPts val="1100"/>
              <a:buNone/>
              <a:defRPr sz="1100"/>
            </a:lvl8pPr>
            <a:lvl9pPr lvl="8" algn="r" rtl="0">
              <a:spcBef>
                <a:spcPts val="0"/>
              </a:spcBef>
              <a:spcAft>
                <a:spcPts val="0"/>
              </a:spcAft>
              <a:buSzPts val="1100"/>
              <a:buNone/>
              <a:defRPr sz="1100"/>
            </a:lvl9pPr>
          </a:lstStyle>
          <a:p>
            <a:r>
              <a:t>xx%</a:t>
            </a:r>
          </a:p>
        </p:txBody>
      </p:sp>
      <p:sp>
        <p:nvSpPr>
          <p:cNvPr id="443" name="Google Shape;443;p26"/>
          <p:cNvSpPr txBox="1">
            <a:spLocks noGrp="1"/>
          </p:cNvSpPr>
          <p:nvPr>
            <p:ph type="subTitle" idx="13"/>
          </p:nvPr>
        </p:nvSpPr>
        <p:spPr>
          <a:xfrm>
            <a:off x="6366900" y="2027100"/>
            <a:ext cx="2057100" cy="53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444" name="Google Shape;444;p26"/>
          <p:cNvSpPr txBox="1">
            <a:spLocks noGrp="1"/>
          </p:cNvSpPr>
          <p:nvPr>
            <p:ph type="subTitle" idx="14"/>
          </p:nvPr>
        </p:nvSpPr>
        <p:spPr>
          <a:xfrm>
            <a:off x="6695925" y="1683100"/>
            <a:ext cx="1728000" cy="26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2100"/>
              <a:buFont typeface="Kreon"/>
              <a:buNone/>
              <a:defRPr sz="1500">
                <a:solidFill>
                  <a:schemeClr val="lt1"/>
                </a:solidFill>
                <a:latin typeface="Kreon"/>
                <a:ea typeface="Kreon"/>
                <a:cs typeface="Kreon"/>
                <a:sym typeface="Kreon"/>
              </a:defRPr>
            </a:lvl1pPr>
            <a:lvl2pPr lvl="1" algn="ctr" rtl="0">
              <a:lnSpc>
                <a:spcPct val="100000"/>
              </a:lnSpc>
              <a:spcBef>
                <a:spcPts val="0"/>
              </a:spcBef>
              <a:spcAft>
                <a:spcPts val="0"/>
              </a:spcAft>
              <a:buSzPts val="2100"/>
              <a:buFont typeface="Kreon"/>
              <a:buNone/>
              <a:defRPr sz="2100">
                <a:latin typeface="Kreon"/>
                <a:ea typeface="Kreon"/>
                <a:cs typeface="Kreon"/>
                <a:sym typeface="Kreon"/>
              </a:defRPr>
            </a:lvl2pPr>
            <a:lvl3pPr lvl="2" algn="ctr" rtl="0">
              <a:lnSpc>
                <a:spcPct val="100000"/>
              </a:lnSpc>
              <a:spcBef>
                <a:spcPts val="0"/>
              </a:spcBef>
              <a:spcAft>
                <a:spcPts val="0"/>
              </a:spcAft>
              <a:buSzPts val="2100"/>
              <a:buFont typeface="Kreon"/>
              <a:buNone/>
              <a:defRPr sz="2100">
                <a:latin typeface="Kreon"/>
                <a:ea typeface="Kreon"/>
                <a:cs typeface="Kreon"/>
                <a:sym typeface="Kreon"/>
              </a:defRPr>
            </a:lvl3pPr>
            <a:lvl4pPr lvl="3" algn="ctr" rtl="0">
              <a:lnSpc>
                <a:spcPct val="100000"/>
              </a:lnSpc>
              <a:spcBef>
                <a:spcPts val="0"/>
              </a:spcBef>
              <a:spcAft>
                <a:spcPts val="0"/>
              </a:spcAft>
              <a:buSzPts val="2100"/>
              <a:buFont typeface="Kreon"/>
              <a:buNone/>
              <a:defRPr sz="2100">
                <a:latin typeface="Kreon"/>
                <a:ea typeface="Kreon"/>
                <a:cs typeface="Kreon"/>
                <a:sym typeface="Kreon"/>
              </a:defRPr>
            </a:lvl4pPr>
            <a:lvl5pPr lvl="4" algn="ctr" rtl="0">
              <a:lnSpc>
                <a:spcPct val="100000"/>
              </a:lnSpc>
              <a:spcBef>
                <a:spcPts val="0"/>
              </a:spcBef>
              <a:spcAft>
                <a:spcPts val="0"/>
              </a:spcAft>
              <a:buSzPts val="2100"/>
              <a:buFont typeface="Kreon"/>
              <a:buNone/>
              <a:defRPr sz="2100">
                <a:latin typeface="Kreon"/>
                <a:ea typeface="Kreon"/>
                <a:cs typeface="Kreon"/>
                <a:sym typeface="Kreon"/>
              </a:defRPr>
            </a:lvl5pPr>
            <a:lvl6pPr lvl="5" algn="ctr" rtl="0">
              <a:lnSpc>
                <a:spcPct val="100000"/>
              </a:lnSpc>
              <a:spcBef>
                <a:spcPts val="0"/>
              </a:spcBef>
              <a:spcAft>
                <a:spcPts val="0"/>
              </a:spcAft>
              <a:buSzPts val="2100"/>
              <a:buFont typeface="Kreon"/>
              <a:buNone/>
              <a:defRPr sz="2100">
                <a:latin typeface="Kreon"/>
                <a:ea typeface="Kreon"/>
                <a:cs typeface="Kreon"/>
                <a:sym typeface="Kreon"/>
              </a:defRPr>
            </a:lvl6pPr>
            <a:lvl7pPr lvl="6" algn="ctr" rtl="0">
              <a:lnSpc>
                <a:spcPct val="100000"/>
              </a:lnSpc>
              <a:spcBef>
                <a:spcPts val="0"/>
              </a:spcBef>
              <a:spcAft>
                <a:spcPts val="0"/>
              </a:spcAft>
              <a:buSzPts val="2100"/>
              <a:buFont typeface="Kreon"/>
              <a:buNone/>
              <a:defRPr sz="2100">
                <a:latin typeface="Kreon"/>
                <a:ea typeface="Kreon"/>
                <a:cs typeface="Kreon"/>
                <a:sym typeface="Kreon"/>
              </a:defRPr>
            </a:lvl7pPr>
            <a:lvl8pPr lvl="7" algn="ctr" rtl="0">
              <a:lnSpc>
                <a:spcPct val="100000"/>
              </a:lnSpc>
              <a:spcBef>
                <a:spcPts val="0"/>
              </a:spcBef>
              <a:spcAft>
                <a:spcPts val="0"/>
              </a:spcAft>
              <a:buSzPts val="2100"/>
              <a:buFont typeface="Kreon"/>
              <a:buNone/>
              <a:defRPr sz="2100">
                <a:latin typeface="Kreon"/>
                <a:ea typeface="Kreon"/>
                <a:cs typeface="Kreon"/>
                <a:sym typeface="Kreon"/>
              </a:defRPr>
            </a:lvl8pPr>
            <a:lvl9pPr lvl="8" algn="ctr" rtl="0">
              <a:lnSpc>
                <a:spcPct val="100000"/>
              </a:lnSpc>
              <a:spcBef>
                <a:spcPts val="0"/>
              </a:spcBef>
              <a:spcAft>
                <a:spcPts val="0"/>
              </a:spcAft>
              <a:buSzPts val="2100"/>
              <a:buFont typeface="Kreon"/>
              <a:buNone/>
              <a:defRPr sz="2100">
                <a:latin typeface="Kreon"/>
                <a:ea typeface="Kreon"/>
                <a:cs typeface="Kreon"/>
                <a:sym typeface="Kreon"/>
              </a:defRPr>
            </a:lvl9pPr>
          </a:lstStyle>
          <a:p>
            <a:endParaRPr/>
          </a:p>
        </p:txBody>
      </p:sp>
      <p:sp>
        <p:nvSpPr>
          <p:cNvPr id="445" name="Google Shape;445;p26"/>
          <p:cNvSpPr txBox="1">
            <a:spLocks noGrp="1"/>
          </p:cNvSpPr>
          <p:nvPr>
            <p:ph type="title" idx="15" hasCustomPrompt="1"/>
          </p:nvPr>
        </p:nvSpPr>
        <p:spPr>
          <a:xfrm>
            <a:off x="6366902" y="1683025"/>
            <a:ext cx="512100" cy="261000"/>
          </a:xfrm>
          <a:prstGeom prst="rect">
            <a:avLst/>
          </a:prstGeom>
        </p:spPr>
        <p:txBody>
          <a:bodyPr spcFirstLastPara="1" wrap="square" lIns="91425" tIns="91425" rIns="91425" bIns="91425" anchor="t" anchorCtr="0">
            <a:noAutofit/>
          </a:bodyPr>
          <a:lstStyle>
            <a:lvl1pPr lvl="0" rtl="0">
              <a:spcBef>
                <a:spcPts val="0"/>
              </a:spcBef>
              <a:spcAft>
                <a:spcPts val="0"/>
              </a:spcAft>
              <a:buSzPts val="1100"/>
              <a:buNone/>
              <a:defRPr sz="1500">
                <a:solidFill>
                  <a:schemeClr val="dk2"/>
                </a:solidFill>
              </a:defRPr>
            </a:lvl1pPr>
            <a:lvl2pPr lvl="1" algn="r" rtl="0">
              <a:spcBef>
                <a:spcPts val="0"/>
              </a:spcBef>
              <a:spcAft>
                <a:spcPts val="0"/>
              </a:spcAft>
              <a:buSzPts val="1100"/>
              <a:buNone/>
              <a:defRPr sz="1100"/>
            </a:lvl2pPr>
            <a:lvl3pPr lvl="2" algn="r" rtl="0">
              <a:spcBef>
                <a:spcPts val="0"/>
              </a:spcBef>
              <a:spcAft>
                <a:spcPts val="0"/>
              </a:spcAft>
              <a:buSzPts val="1100"/>
              <a:buNone/>
              <a:defRPr sz="1100"/>
            </a:lvl3pPr>
            <a:lvl4pPr lvl="3" algn="r" rtl="0">
              <a:spcBef>
                <a:spcPts val="0"/>
              </a:spcBef>
              <a:spcAft>
                <a:spcPts val="0"/>
              </a:spcAft>
              <a:buSzPts val="1100"/>
              <a:buNone/>
              <a:defRPr sz="1100"/>
            </a:lvl4pPr>
            <a:lvl5pPr lvl="4" algn="r" rtl="0">
              <a:spcBef>
                <a:spcPts val="0"/>
              </a:spcBef>
              <a:spcAft>
                <a:spcPts val="0"/>
              </a:spcAft>
              <a:buSzPts val="1100"/>
              <a:buNone/>
              <a:defRPr sz="1100"/>
            </a:lvl5pPr>
            <a:lvl6pPr lvl="5" algn="r" rtl="0">
              <a:spcBef>
                <a:spcPts val="0"/>
              </a:spcBef>
              <a:spcAft>
                <a:spcPts val="0"/>
              </a:spcAft>
              <a:buSzPts val="1100"/>
              <a:buNone/>
              <a:defRPr sz="1100"/>
            </a:lvl6pPr>
            <a:lvl7pPr lvl="6" algn="r" rtl="0">
              <a:spcBef>
                <a:spcPts val="0"/>
              </a:spcBef>
              <a:spcAft>
                <a:spcPts val="0"/>
              </a:spcAft>
              <a:buSzPts val="1100"/>
              <a:buNone/>
              <a:defRPr sz="1100"/>
            </a:lvl7pPr>
            <a:lvl8pPr lvl="7" algn="r" rtl="0">
              <a:spcBef>
                <a:spcPts val="0"/>
              </a:spcBef>
              <a:spcAft>
                <a:spcPts val="0"/>
              </a:spcAft>
              <a:buSzPts val="1100"/>
              <a:buNone/>
              <a:defRPr sz="1100"/>
            </a:lvl8pPr>
            <a:lvl9pPr lvl="8" algn="r" rtl="0">
              <a:spcBef>
                <a:spcPts val="0"/>
              </a:spcBef>
              <a:spcAft>
                <a:spcPts val="0"/>
              </a:spcAft>
              <a:buSzPts val="1100"/>
              <a:buNone/>
              <a:defRPr sz="1100"/>
            </a:lvl9pPr>
          </a:lstStyle>
          <a:p>
            <a:r>
              <a:t>xx%</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CUSTOM_6">
    <p:spTree>
      <p:nvGrpSpPr>
        <p:cNvPr id="1" name="Shape 460"/>
        <p:cNvGrpSpPr/>
        <p:nvPr/>
      </p:nvGrpSpPr>
      <p:grpSpPr>
        <a:xfrm>
          <a:off x="0" y="0"/>
          <a:ext cx="0" cy="0"/>
          <a:chOff x="0" y="0"/>
          <a:chExt cx="0" cy="0"/>
        </a:xfrm>
      </p:grpSpPr>
      <p:sp>
        <p:nvSpPr>
          <p:cNvPr id="461" name="Google Shape;461;p28"/>
          <p:cNvSpPr txBox="1">
            <a:spLocks noGrp="1"/>
          </p:cNvSpPr>
          <p:nvPr>
            <p:ph type="title"/>
          </p:nvPr>
        </p:nvSpPr>
        <p:spPr>
          <a:xfrm>
            <a:off x="1066975" y="3102450"/>
            <a:ext cx="4951500" cy="708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62" name="Google Shape;462;p28"/>
          <p:cNvSpPr txBox="1">
            <a:spLocks noGrp="1"/>
          </p:cNvSpPr>
          <p:nvPr>
            <p:ph type="subTitle" idx="1"/>
          </p:nvPr>
        </p:nvSpPr>
        <p:spPr>
          <a:xfrm>
            <a:off x="1066975" y="1930825"/>
            <a:ext cx="4951500" cy="1171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20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four columns 2">
  <p:cSld name="CUSTOM_3">
    <p:spTree>
      <p:nvGrpSpPr>
        <p:cNvPr id="1" name="Shape 510"/>
        <p:cNvGrpSpPr/>
        <p:nvPr/>
      </p:nvGrpSpPr>
      <p:grpSpPr>
        <a:xfrm>
          <a:off x="0" y="0"/>
          <a:ext cx="0" cy="0"/>
          <a:chOff x="0" y="0"/>
          <a:chExt cx="0" cy="0"/>
        </a:xfrm>
      </p:grpSpPr>
      <p:sp>
        <p:nvSpPr>
          <p:cNvPr id="511" name="Google Shape;511;p32"/>
          <p:cNvSpPr txBox="1">
            <a:spLocks noGrp="1"/>
          </p:cNvSpPr>
          <p:nvPr>
            <p:ph type="title"/>
          </p:nvPr>
        </p:nvSpPr>
        <p:spPr>
          <a:xfrm>
            <a:off x="720000" y="540000"/>
            <a:ext cx="7704000" cy="32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512" name="Google Shape;512;p32"/>
          <p:cNvSpPr txBox="1">
            <a:spLocks noGrp="1"/>
          </p:cNvSpPr>
          <p:nvPr>
            <p:ph type="subTitle" idx="1"/>
          </p:nvPr>
        </p:nvSpPr>
        <p:spPr>
          <a:xfrm>
            <a:off x="1806850" y="1769525"/>
            <a:ext cx="1556700" cy="5421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13" name="Google Shape;513;p32"/>
          <p:cNvSpPr txBox="1">
            <a:spLocks noGrp="1"/>
          </p:cNvSpPr>
          <p:nvPr>
            <p:ph type="subTitle" idx="2"/>
          </p:nvPr>
        </p:nvSpPr>
        <p:spPr>
          <a:xfrm>
            <a:off x="1806895" y="1407100"/>
            <a:ext cx="1556700" cy="328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lt1"/>
              </a:buClr>
              <a:buSzPts val="2100"/>
              <a:buFont typeface="Kreon"/>
              <a:buNone/>
              <a:defRPr sz="1500">
                <a:solidFill>
                  <a:schemeClr val="lt1"/>
                </a:solidFill>
                <a:latin typeface="Kreon"/>
                <a:ea typeface="Kreon"/>
                <a:cs typeface="Kreon"/>
                <a:sym typeface="Kreon"/>
              </a:defRPr>
            </a:lvl1pPr>
            <a:lvl2pPr lvl="1" algn="ctr" rtl="0">
              <a:lnSpc>
                <a:spcPct val="100000"/>
              </a:lnSpc>
              <a:spcBef>
                <a:spcPts val="0"/>
              </a:spcBef>
              <a:spcAft>
                <a:spcPts val="0"/>
              </a:spcAft>
              <a:buSzPts val="2100"/>
              <a:buFont typeface="Kreon"/>
              <a:buNone/>
              <a:defRPr sz="2100">
                <a:latin typeface="Kreon"/>
                <a:ea typeface="Kreon"/>
                <a:cs typeface="Kreon"/>
                <a:sym typeface="Kreon"/>
              </a:defRPr>
            </a:lvl2pPr>
            <a:lvl3pPr lvl="2" algn="ctr" rtl="0">
              <a:lnSpc>
                <a:spcPct val="100000"/>
              </a:lnSpc>
              <a:spcBef>
                <a:spcPts val="0"/>
              </a:spcBef>
              <a:spcAft>
                <a:spcPts val="0"/>
              </a:spcAft>
              <a:buSzPts val="2100"/>
              <a:buFont typeface="Kreon"/>
              <a:buNone/>
              <a:defRPr sz="2100">
                <a:latin typeface="Kreon"/>
                <a:ea typeface="Kreon"/>
                <a:cs typeface="Kreon"/>
                <a:sym typeface="Kreon"/>
              </a:defRPr>
            </a:lvl3pPr>
            <a:lvl4pPr lvl="3" algn="ctr" rtl="0">
              <a:lnSpc>
                <a:spcPct val="100000"/>
              </a:lnSpc>
              <a:spcBef>
                <a:spcPts val="0"/>
              </a:spcBef>
              <a:spcAft>
                <a:spcPts val="0"/>
              </a:spcAft>
              <a:buSzPts val="2100"/>
              <a:buFont typeface="Kreon"/>
              <a:buNone/>
              <a:defRPr sz="2100">
                <a:latin typeface="Kreon"/>
                <a:ea typeface="Kreon"/>
                <a:cs typeface="Kreon"/>
                <a:sym typeface="Kreon"/>
              </a:defRPr>
            </a:lvl4pPr>
            <a:lvl5pPr lvl="4" algn="ctr" rtl="0">
              <a:lnSpc>
                <a:spcPct val="100000"/>
              </a:lnSpc>
              <a:spcBef>
                <a:spcPts val="0"/>
              </a:spcBef>
              <a:spcAft>
                <a:spcPts val="0"/>
              </a:spcAft>
              <a:buSzPts val="2100"/>
              <a:buFont typeface="Kreon"/>
              <a:buNone/>
              <a:defRPr sz="2100">
                <a:latin typeface="Kreon"/>
                <a:ea typeface="Kreon"/>
                <a:cs typeface="Kreon"/>
                <a:sym typeface="Kreon"/>
              </a:defRPr>
            </a:lvl5pPr>
            <a:lvl6pPr lvl="5" algn="ctr" rtl="0">
              <a:lnSpc>
                <a:spcPct val="100000"/>
              </a:lnSpc>
              <a:spcBef>
                <a:spcPts val="0"/>
              </a:spcBef>
              <a:spcAft>
                <a:spcPts val="0"/>
              </a:spcAft>
              <a:buSzPts val="2100"/>
              <a:buFont typeface="Kreon"/>
              <a:buNone/>
              <a:defRPr sz="2100">
                <a:latin typeface="Kreon"/>
                <a:ea typeface="Kreon"/>
                <a:cs typeface="Kreon"/>
                <a:sym typeface="Kreon"/>
              </a:defRPr>
            </a:lvl6pPr>
            <a:lvl7pPr lvl="6" algn="ctr" rtl="0">
              <a:lnSpc>
                <a:spcPct val="100000"/>
              </a:lnSpc>
              <a:spcBef>
                <a:spcPts val="0"/>
              </a:spcBef>
              <a:spcAft>
                <a:spcPts val="0"/>
              </a:spcAft>
              <a:buSzPts val="2100"/>
              <a:buFont typeface="Kreon"/>
              <a:buNone/>
              <a:defRPr sz="2100">
                <a:latin typeface="Kreon"/>
                <a:ea typeface="Kreon"/>
                <a:cs typeface="Kreon"/>
                <a:sym typeface="Kreon"/>
              </a:defRPr>
            </a:lvl7pPr>
            <a:lvl8pPr lvl="7" algn="ctr" rtl="0">
              <a:lnSpc>
                <a:spcPct val="100000"/>
              </a:lnSpc>
              <a:spcBef>
                <a:spcPts val="0"/>
              </a:spcBef>
              <a:spcAft>
                <a:spcPts val="0"/>
              </a:spcAft>
              <a:buSzPts val="2100"/>
              <a:buFont typeface="Kreon"/>
              <a:buNone/>
              <a:defRPr sz="2100">
                <a:latin typeface="Kreon"/>
                <a:ea typeface="Kreon"/>
                <a:cs typeface="Kreon"/>
                <a:sym typeface="Kreon"/>
              </a:defRPr>
            </a:lvl8pPr>
            <a:lvl9pPr lvl="8" algn="ctr" rtl="0">
              <a:lnSpc>
                <a:spcPct val="100000"/>
              </a:lnSpc>
              <a:spcBef>
                <a:spcPts val="0"/>
              </a:spcBef>
              <a:spcAft>
                <a:spcPts val="0"/>
              </a:spcAft>
              <a:buSzPts val="2100"/>
              <a:buFont typeface="Kreon"/>
              <a:buNone/>
              <a:defRPr sz="2100">
                <a:latin typeface="Kreon"/>
                <a:ea typeface="Kreon"/>
                <a:cs typeface="Kreon"/>
                <a:sym typeface="Kreon"/>
              </a:defRPr>
            </a:lvl9pPr>
          </a:lstStyle>
          <a:p>
            <a:endParaRPr/>
          </a:p>
        </p:txBody>
      </p:sp>
      <p:sp>
        <p:nvSpPr>
          <p:cNvPr id="514" name="Google Shape;514;p32"/>
          <p:cNvSpPr txBox="1">
            <a:spLocks noGrp="1"/>
          </p:cNvSpPr>
          <p:nvPr>
            <p:ph type="subTitle" idx="3"/>
          </p:nvPr>
        </p:nvSpPr>
        <p:spPr>
          <a:xfrm>
            <a:off x="738123" y="2914475"/>
            <a:ext cx="1556700" cy="5421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15" name="Google Shape;515;p32"/>
          <p:cNvSpPr txBox="1">
            <a:spLocks noGrp="1"/>
          </p:cNvSpPr>
          <p:nvPr>
            <p:ph type="subTitle" idx="4"/>
          </p:nvPr>
        </p:nvSpPr>
        <p:spPr>
          <a:xfrm>
            <a:off x="738100" y="2552050"/>
            <a:ext cx="1556700" cy="328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lt1"/>
              </a:buClr>
              <a:buSzPts val="2100"/>
              <a:buFont typeface="Kreon"/>
              <a:buNone/>
              <a:defRPr sz="1500">
                <a:solidFill>
                  <a:schemeClr val="lt1"/>
                </a:solidFill>
                <a:latin typeface="Kreon"/>
                <a:ea typeface="Kreon"/>
                <a:cs typeface="Kreon"/>
                <a:sym typeface="Kreon"/>
              </a:defRPr>
            </a:lvl1pPr>
            <a:lvl2pPr lvl="1" algn="ctr" rtl="0">
              <a:lnSpc>
                <a:spcPct val="100000"/>
              </a:lnSpc>
              <a:spcBef>
                <a:spcPts val="0"/>
              </a:spcBef>
              <a:spcAft>
                <a:spcPts val="0"/>
              </a:spcAft>
              <a:buSzPts val="2100"/>
              <a:buFont typeface="Kreon"/>
              <a:buNone/>
              <a:defRPr sz="2100">
                <a:latin typeface="Kreon"/>
                <a:ea typeface="Kreon"/>
                <a:cs typeface="Kreon"/>
                <a:sym typeface="Kreon"/>
              </a:defRPr>
            </a:lvl2pPr>
            <a:lvl3pPr lvl="2" algn="ctr" rtl="0">
              <a:lnSpc>
                <a:spcPct val="100000"/>
              </a:lnSpc>
              <a:spcBef>
                <a:spcPts val="0"/>
              </a:spcBef>
              <a:spcAft>
                <a:spcPts val="0"/>
              </a:spcAft>
              <a:buSzPts val="2100"/>
              <a:buFont typeface="Kreon"/>
              <a:buNone/>
              <a:defRPr sz="2100">
                <a:latin typeface="Kreon"/>
                <a:ea typeface="Kreon"/>
                <a:cs typeface="Kreon"/>
                <a:sym typeface="Kreon"/>
              </a:defRPr>
            </a:lvl3pPr>
            <a:lvl4pPr lvl="3" algn="ctr" rtl="0">
              <a:lnSpc>
                <a:spcPct val="100000"/>
              </a:lnSpc>
              <a:spcBef>
                <a:spcPts val="0"/>
              </a:spcBef>
              <a:spcAft>
                <a:spcPts val="0"/>
              </a:spcAft>
              <a:buSzPts val="2100"/>
              <a:buFont typeface="Kreon"/>
              <a:buNone/>
              <a:defRPr sz="2100">
                <a:latin typeface="Kreon"/>
                <a:ea typeface="Kreon"/>
                <a:cs typeface="Kreon"/>
                <a:sym typeface="Kreon"/>
              </a:defRPr>
            </a:lvl4pPr>
            <a:lvl5pPr lvl="4" algn="ctr" rtl="0">
              <a:lnSpc>
                <a:spcPct val="100000"/>
              </a:lnSpc>
              <a:spcBef>
                <a:spcPts val="0"/>
              </a:spcBef>
              <a:spcAft>
                <a:spcPts val="0"/>
              </a:spcAft>
              <a:buSzPts val="2100"/>
              <a:buFont typeface="Kreon"/>
              <a:buNone/>
              <a:defRPr sz="2100">
                <a:latin typeface="Kreon"/>
                <a:ea typeface="Kreon"/>
                <a:cs typeface="Kreon"/>
                <a:sym typeface="Kreon"/>
              </a:defRPr>
            </a:lvl5pPr>
            <a:lvl6pPr lvl="5" algn="ctr" rtl="0">
              <a:lnSpc>
                <a:spcPct val="100000"/>
              </a:lnSpc>
              <a:spcBef>
                <a:spcPts val="0"/>
              </a:spcBef>
              <a:spcAft>
                <a:spcPts val="0"/>
              </a:spcAft>
              <a:buSzPts val="2100"/>
              <a:buFont typeface="Kreon"/>
              <a:buNone/>
              <a:defRPr sz="2100">
                <a:latin typeface="Kreon"/>
                <a:ea typeface="Kreon"/>
                <a:cs typeface="Kreon"/>
                <a:sym typeface="Kreon"/>
              </a:defRPr>
            </a:lvl6pPr>
            <a:lvl7pPr lvl="6" algn="ctr" rtl="0">
              <a:lnSpc>
                <a:spcPct val="100000"/>
              </a:lnSpc>
              <a:spcBef>
                <a:spcPts val="0"/>
              </a:spcBef>
              <a:spcAft>
                <a:spcPts val="0"/>
              </a:spcAft>
              <a:buSzPts val="2100"/>
              <a:buFont typeface="Kreon"/>
              <a:buNone/>
              <a:defRPr sz="2100">
                <a:latin typeface="Kreon"/>
                <a:ea typeface="Kreon"/>
                <a:cs typeface="Kreon"/>
                <a:sym typeface="Kreon"/>
              </a:defRPr>
            </a:lvl7pPr>
            <a:lvl8pPr lvl="7" algn="ctr" rtl="0">
              <a:lnSpc>
                <a:spcPct val="100000"/>
              </a:lnSpc>
              <a:spcBef>
                <a:spcPts val="0"/>
              </a:spcBef>
              <a:spcAft>
                <a:spcPts val="0"/>
              </a:spcAft>
              <a:buSzPts val="2100"/>
              <a:buFont typeface="Kreon"/>
              <a:buNone/>
              <a:defRPr sz="2100">
                <a:latin typeface="Kreon"/>
                <a:ea typeface="Kreon"/>
                <a:cs typeface="Kreon"/>
                <a:sym typeface="Kreon"/>
              </a:defRPr>
            </a:lvl8pPr>
            <a:lvl9pPr lvl="8" algn="ctr" rtl="0">
              <a:lnSpc>
                <a:spcPct val="100000"/>
              </a:lnSpc>
              <a:spcBef>
                <a:spcPts val="0"/>
              </a:spcBef>
              <a:spcAft>
                <a:spcPts val="0"/>
              </a:spcAft>
              <a:buSzPts val="2100"/>
              <a:buFont typeface="Kreon"/>
              <a:buNone/>
              <a:defRPr sz="2100">
                <a:latin typeface="Kreon"/>
                <a:ea typeface="Kreon"/>
                <a:cs typeface="Kreon"/>
                <a:sym typeface="Kreon"/>
              </a:defRPr>
            </a:lvl9pPr>
          </a:lstStyle>
          <a:p>
            <a:endParaRPr/>
          </a:p>
        </p:txBody>
      </p:sp>
      <p:sp>
        <p:nvSpPr>
          <p:cNvPr id="516" name="Google Shape;516;p32"/>
          <p:cNvSpPr txBox="1">
            <a:spLocks noGrp="1"/>
          </p:cNvSpPr>
          <p:nvPr>
            <p:ph type="subTitle" idx="5"/>
          </p:nvPr>
        </p:nvSpPr>
        <p:spPr>
          <a:xfrm>
            <a:off x="5811451" y="1769525"/>
            <a:ext cx="1556700" cy="542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
        <p:nvSpPr>
          <p:cNvPr id="517" name="Google Shape;517;p32"/>
          <p:cNvSpPr txBox="1">
            <a:spLocks noGrp="1"/>
          </p:cNvSpPr>
          <p:nvPr>
            <p:ph type="subTitle" idx="6"/>
          </p:nvPr>
        </p:nvSpPr>
        <p:spPr>
          <a:xfrm>
            <a:off x="5811450" y="1407100"/>
            <a:ext cx="1556700" cy="32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2100"/>
              <a:buFont typeface="Kreon"/>
              <a:buNone/>
              <a:defRPr sz="1500">
                <a:solidFill>
                  <a:schemeClr val="lt1"/>
                </a:solidFill>
                <a:latin typeface="Kreon"/>
                <a:ea typeface="Kreon"/>
                <a:cs typeface="Kreon"/>
                <a:sym typeface="Kreon"/>
              </a:defRPr>
            </a:lvl1pPr>
            <a:lvl2pPr lvl="1" rtl="0">
              <a:lnSpc>
                <a:spcPct val="100000"/>
              </a:lnSpc>
              <a:spcBef>
                <a:spcPts val="0"/>
              </a:spcBef>
              <a:spcAft>
                <a:spcPts val="0"/>
              </a:spcAft>
              <a:buSzPts val="2100"/>
              <a:buFont typeface="Kreon"/>
              <a:buNone/>
              <a:defRPr sz="2100">
                <a:latin typeface="Kreon"/>
                <a:ea typeface="Kreon"/>
                <a:cs typeface="Kreon"/>
                <a:sym typeface="Kreon"/>
              </a:defRPr>
            </a:lvl2pPr>
            <a:lvl3pPr lvl="2" rtl="0">
              <a:lnSpc>
                <a:spcPct val="100000"/>
              </a:lnSpc>
              <a:spcBef>
                <a:spcPts val="0"/>
              </a:spcBef>
              <a:spcAft>
                <a:spcPts val="0"/>
              </a:spcAft>
              <a:buSzPts val="2100"/>
              <a:buFont typeface="Kreon"/>
              <a:buNone/>
              <a:defRPr sz="2100">
                <a:latin typeface="Kreon"/>
                <a:ea typeface="Kreon"/>
                <a:cs typeface="Kreon"/>
                <a:sym typeface="Kreon"/>
              </a:defRPr>
            </a:lvl3pPr>
            <a:lvl4pPr lvl="3" rtl="0">
              <a:lnSpc>
                <a:spcPct val="100000"/>
              </a:lnSpc>
              <a:spcBef>
                <a:spcPts val="0"/>
              </a:spcBef>
              <a:spcAft>
                <a:spcPts val="0"/>
              </a:spcAft>
              <a:buSzPts val="2100"/>
              <a:buFont typeface="Kreon"/>
              <a:buNone/>
              <a:defRPr sz="2100">
                <a:latin typeface="Kreon"/>
                <a:ea typeface="Kreon"/>
                <a:cs typeface="Kreon"/>
                <a:sym typeface="Kreon"/>
              </a:defRPr>
            </a:lvl4pPr>
            <a:lvl5pPr lvl="4" rtl="0">
              <a:lnSpc>
                <a:spcPct val="100000"/>
              </a:lnSpc>
              <a:spcBef>
                <a:spcPts val="0"/>
              </a:spcBef>
              <a:spcAft>
                <a:spcPts val="0"/>
              </a:spcAft>
              <a:buSzPts val="2100"/>
              <a:buFont typeface="Kreon"/>
              <a:buNone/>
              <a:defRPr sz="2100">
                <a:latin typeface="Kreon"/>
                <a:ea typeface="Kreon"/>
                <a:cs typeface="Kreon"/>
                <a:sym typeface="Kreon"/>
              </a:defRPr>
            </a:lvl5pPr>
            <a:lvl6pPr lvl="5" rtl="0">
              <a:lnSpc>
                <a:spcPct val="100000"/>
              </a:lnSpc>
              <a:spcBef>
                <a:spcPts val="0"/>
              </a:spcBef>
              <a:spcAft>
                <a:spcPts val="0"/>
              </a:spcAft>
              <a:buSzPts val="2100"/>
              <a:buFont typeface="Kreon"/>
              <a:buNone/>
              <a:defRPr sz="2100">
                <a:latin typeface="Kreon"/>
                <a:ea typeface="Kreon"/>
                <a:cs typeface="Kreon"/>
                <a:sym typeface="Kreon"/>
              </a:defRPr>
            </a:lvl6pPr>
            <a:lvl7pPr lvl="6" rtl="0">
              <a:lnSpc>
                <a:spcPct val="100000"/>
              </a:lnSpc>
              <a:spcBef>
                <a:spcPts val="0"/>
              </a:spcBef>
              <a:spcAft>
                <a:spcPts val="0"/>
              </a:spcAft>
              <a:buSzPts val="2100"/>
              <a:buFont typeface="Kreon"/>
              <a:buNone/>
              <a:defRPr sz="2100">
                <a:latin typeface="Kreon"/>
                <a:ea typeface="Kreon"/>
                <a:cs typeface="Kreon"/>
                <a:sym typeface="Kreon"/>
              </a:defRPr>
            </a:lvl7pPr>
            <a:lvl8pPr lvl="7" rtl="0">
              <a:lnSpc>
                <a:spcPct val="100000"/>
              </a:lnSpc>
              <a:spcBef>
                <a:spcPts val="0"/>
              </a:spcBef>
              <a:spcAft>
                <a:spcPts val="0"/>
              </a:spcAft>
              <a:buSzPts val="2100"/>
              <a:buFont typeface="Kreon"/>
              <a:buNone/>
              <a:defRPr sz="2100">
                <a:latin typeface="Kreon"/>
                <a:ea typeface="Kreon"/>
                <a:cs typeface="Kreon"/>
                <a:sym typeface="Kreon"/>
              </a:defRPr>
            </a:lvl8pPr>
            <a:lvl9pPr lvl="8" rtl="0">
              <a:lnSpc>
                <a:spcPct val="100000"/>
              </a:lnSpc>
              <a:spcBef>
                <a:spcPts val="0"/>
              </a:spcBef>
              <a:spcAft>
                <a:spcPts val="0"/>
              </a:spcAft>
              <a:buSzPts val="2100"/>
              <a:buFont typeface="Kreon"/>
              <a:buNone/>
              <a:defRPr sz="2100">
                <a:latin typeface="Kreon"/>
                <a:ea typeface="Kreon"/>
                <a:cs typeface="Kreon"/>
                <a:sym typeface="Kreon"/>
              </a:defRPr>
            </a:lvl9pPr>
          </a:lstStyle>
          <a:p>
            <a:endParaRPr/>
          </a:p>
        </p:txBody>
      </p:sp>
      <p:sp>
        <p:nvSpPr>
          <p:cNvPr id="518" name="Google Shape;518;p32"/>
          <p:cNvSpPr txBox="1">
            <a:spLocks noGrp="1"/>
          </p:cNvSpPr>
          <p:nvPr>
            <p:ph type="subTitle" idx="7"/>
          </p:nvPr>
        </p:nvSpPr>
        <p:spPr>
          <a:xfrm>
            <a:off x="6849199" y="2914475"/>
            <a:ext cx="1556700" cy="542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
        <p:nvSpPr>
          <p:cNvPr id="519" name="Google Shape;519;p32"/>
          <p:cNvSpPr txBox="1">
            <a:spLocks noGrp="1"/>
          </p:cNvSpPr>
          <p:nvPr>
            <p:ph type="subTitle" idx="8"/>
          </p:nvPr>
        </p:nvSpPr>
        <p:spPr>
          <a:xfrm>
            <a:off x="6849175" y="2552050"/>
            <a:ext cx="1556700" cy="32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2100"/>
              <a:buFont typeface="Kreon"/>
              <a:buNone/>
              <a:defRPr sz="1500">
                <a:solidFill>
                  <a:schemeClr val="lt1"/>
                </a:solidFill>
                <a:latin typeface="Kreon"/>
                <a:ea typeface="Kreon"/>
                <a:cs typeface="Kreon"/>
                <a:sym typeface="Kreon"/>
              </a:defRPr>
            </a:lvl1pPr>
            <a:lvl2pPr lvl="1" rtl="0">
              <a:lnSpc>
                <a:spcPct val="100000"/>
              </a:lnSpc>
              <a:spcBef>
                <a:spcPts val="0"/>
              </a:spcBef>
              <a:spcAft>
                <a:spcPts val="0"/>
              </a:spcAft>
              <a:buSzPts val="2100"/>
              <a:buFont typeface="Kreon"/>
              <a:buNone/>
              <a:defRPr sz="2100">
                <a:latin typeface="Kreon"/>
                <a:ea typeface="Kreon"/>
                <a:cs typeface="Kreon"/>
                <a:sym typeface="Kreon"/>
              </a:defRPr>
            </a:lvl2pPr>
            <a:lvl3pPr lvl="2" rtl="0">
              <a:lnSpc>
                <a:spcPct val="100000"/>
              </a:lnSpc>
              <a:spcBef>
                <a:spcPts val="0"/>
              </a:spcBef>
              <a:spcAft>
                <a:spcPts val="0"/>
              </a:spcAft>
              <a:buSzPts val="2100"/>
              <a:buFont typeface="Kreon"/>
              <a:buNone/>
              <a:defRPr sz="2100">
                <a:latin typeface="Kreon"/>
                <a:ea typeface="Kreon"/>
                <a:cs typeface="Kreon"/>
                <a:sym typeface="Kreon"/>
              </a:defRPr>
            </a:lvl3pPr>
            <a:lvl4pPr lvl="3" rtl="0">
              <a:lnSpc>
                <a:spcPct val="100000"/>
              </a:lnSpc>
              <a:spcBef>
                <a:spcPts val="0"/>
              </a:spcBef>
              <a:spcAft>
                <a:spcPts val="0"/>
              </a:spcAft>
              <a:buSzPts val="2100"/>
              <a:buFont typeface="Kreon"/>
              <a:buNone/>
              <a:defRPr sz="2100">
                <a:latin typeface="Kreon"/>
                <a:ea typeface="Kreon"/>
                <a:cs typeface="Kreon"/>
                <a:sym typeface="Kreon"/>
              </a:defRPr>
            </a:lvl4pPr>
            <a:lvl5pPr lvl="4" rtl="0">
              <a:lnSpc>
                <a:spcPct val="100000"/>
              </a:lnSpc>
              <a:spcBef>
                <a:spcPts val="0"/>
              </a:spcBef>
              <a:spcAft>
                <a:spcPts val="0"/>
              </a:spcAft>
              <a:buSzPts val="2100"/>
              <a:buFont typeface="Kreon"/>
              <a:buNone/>
              <a:defRPr sz="2100">
                <a:latin typeface="Kreon"/>
                <a:ea typeface="Kreon"/>
                <a:cs typeface="Kreon"/>
                <a:sym typeface="Kreon"/>
              </a:defRPr>
            </a:lvl5pPr>
            <a:lvl6pPr lvl="5" rtl="0">
              <a:lnSpc>
                <a:spcPct val="100000"/>
              </a:lnSpc>
              <a:spcBef>
                <a:spcPts val="0"/>
              </a:spcBef>
              <a:spcAft>
                <a:spcPts val="0"/>
              </a:spcAft>
              <a:buSzPts val="2100"/>
              <a:buFont typeface="Kreon"/>
              <a:buNone/>
              <a:defRPr sz="2100">
                <a:latin typeface="Kreon"/>
                <a:ea typeface="Kreon"/>
                <a:cs typeface="Kreon"/>
                <a:sym typeface="Kreon"/>
              </a:defRPr>
            </a:lvl6pPr>
            <a:lvl7pPr lvl="6" rtl="0">
              <a:lnSpc>
                <a:spcPct val="100000"/>
              </a:lnSpc>
              <a:spcBef>
                <a:spcPts val="0"/>
              </a:spcBef>
              <a:spcAft>
                <a:spcPts val="0"/>
              </a:spcAft>
              <a:buSzPts val="2100"/>
              <a:buFont typeface="Kreon"/>
              <a:buNone/>
              <a:defRPr sz="2100">
                <a:latin typeface="Kreon"/>
                <a:ea typeface="Kreon"/>
                <a:cs typeface="Kreon"/>
                <a:sym typeface="Kreon"/>
              </a:defRPr>
            </a:lvl7pPr>
            <a:lvl8pPr lvl="7" rtl="0">
              <a:lnSpc>
                <a:spcPct val="100000"/>
              </a:lnSpc>
              <a:spcBef>
                <a:spcPts val="0"/>
              </a:spcBef>
              <a:spcAft>
                <a:spcPts val="0"/>
              </a:spcAft>
              <a:buSzPts val="2100"/>
              <a:buFont typeface="Kreon"/>
              <a:buNone/>
              <a:defRPr sz="2100">
                <a:latin typeface="Kreon"/>
                <a:ea typeface="Kreon"/>
                <a:cs typeface="Kreon"/>
                <a:sym typeface="Kreon"/>
              </a:defRPr>
            </a:lvl8pPr>
            <a:lvl9pPr lvl="8" rtl="0">
              <a:lnSpc>
                <a:spcPct val="100000"/>
              </a:lnSpc>
              <a:spcBef>
                <a:spcPts val="0"/>
              </a:spcBef>
              <a:spcAft>
                <a:spcPts val="0"/>
              </a:spcAft>
              <a:buSzPts val="2100"/>
              <a:buFont typeface="Kreon"/>
              <a:buNone/>
              <a:defRPr sz="2100">
                <a:latin typeface="Kreon"/>
                <a:ea typeface="Kreon"/>
                <a:cs typeface="Kreon"/>
                <a:sym typeface="Kreon"/>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six columns ">
  <p:cSld name="CUSTOM_9_1">
    <p:spTree>
      <p:nvGrpSpPr>
        <p:cNvPr id="1" name="Shape 574"/>
        <p:cNvGrpSpPr/>
        <p:nvPr/>
      </p:nvGrpSpPr>
      <p:grpSpPr>
        <a:xfrm>
          <a:off x="0" y="0"/>
          <a:ext cx="0" cy="0"/>
          <a:chOff x="0" y="0"/>
          <a:chExt cx="0" cy="0"/>
        </a:xfrm>
      </p:grpSpPr>
      <p:sp>
        <p:nvSpPr>
          <p:cNvPr id="575" name="Google Shape;575;p39"/>
          <p:cNvSpPr txBox="1">
            <a:spLocks noGrp="1"/>
          </p:cNvSpPr>
          <p:nvPr>
            <p:ph type="title"/>
          </p:nvPr>
        </p:nvSpPr>
        <p:spPr>
          <a:xfrm>
            <a:off x="717525" y="538214"/>
            <a:ext cx="7704000" cy="32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576" name="Google Shape;576;p39"/>
          <p:cNvSpPr txBox="1">
            <a:spLocks noGrp="1"/>
          </p:cNvSpPr>
          <p:nvPr>
            <p:ph type="subTitle" idx="1"/>
          </p:nvPr>
        </p:nvSpPr>
        <p:spPr>
          <a:xfrm>
            <a:off x="1808662" y="1659545"/>
            <a:ext cx="2174100" cy="542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12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77" name="Google Shape;577;p39"/>
          <p:cNvSpPr txBox="1">
            <a:spLocks noGrp="1"/>
          </p:cNvSpPr>
          <p:nvPr>
            <p:ph type="subTitle" idx="2"/>
          </p:nvPr>
        </p:nvSpPr>
        <p:spPr>
          <a:xfrm>
            <a:off x="1808662" y="1405900"/>
            <a:ext cx="2174100" cy="32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2100"/>
              <a:buFont typeface="Kreon"/>
              <a:buNone/>
              <a:defRPr sz="1500">
                <a:solidFill>
                  <a:schemeClr val="lt1"/>
                </a:solidFill>
                <a:latin typeface="Kreon"/>
                <a:ea typeface="Kreon"/>
                <a:cs typeface="Kreon"/>
                <a:sym typeface="Kreon"/>
              </a:defRPr>
            </a:lvl1pPr>
            <a:lvl2pPr lvl="1" algn="ctr" rtl="0">
              <a:lnSpc>
                <a:spcPct val="100000"/>
              </a:lnSpc>
              <a:spcBef>
                <a:spcPts val="0"/>
              </a:spcBef>
              <a:spcAft>
                <a:spcPts val="0"/>
              </a:spcAft>
              <a:buSzPts val="2100"/>
              <a:buFont typeface="Kreon"/>
              <a:buNone/>
              <a:defRPr sz="2100">
                <a:latin typeface="Kreon"/>
                <a:ea typeface="Kreon"/>
                <a:cs typeface="Kreon"/>
                <a:sym typeface="Kreon"/>
              </a:defRPr>
            </a:lvl2pPr>
            <a:lvl3pPr lvl="2" algn="ctr" rtl="0">
              <a:lnSpc>
                <a:spcPct val="100000"/>
              </a:lnSpc>
              <a:spcBef>
                <a:spcPts val="0"/>
              </a:spcBef>
              <a:spcAft>
                <a:spcPts val="0"/>
              </a:spcAft>
              <a:buSzPts val="2100"/>
              <a:buFont typeface="Kreon"/>
              <a:buNone/>
              <a:defRPr sz="2100">
                <a:latin typeface="Kreon"/>
                <a:ea typeface="Kreon"/>
                <a:cs typeface="Kreon"/>
                <a:sym typeface="Kreon"/>
              </a:defRPr>
            </a:lvl3pPr>
            <a:lvl4pPr lvl="3" algn="ctr" rtl="0">
              <a:lnSpc>
                <a:spcPct val="100000"/>
              </a:lnSpc>
              <a:spcBef>
                <a:spcPts val="0"/>
              </a:spcBef>
              <a:spcAft>
                <a:spcPts val="0"/>
              </a:spcAft>
              <a:buSzPts val="2100"/>
              <a:buFont typeface="Kreon"/>
              <a:buNone/>
              <a:defRPr sz="2100">
                <a:latin typeface="Kreon"/>
                <a:ea typeface="Kreon"/>
                <a:cs typeface="Kreon"/>
                <a:sym typeface="Kreon"/>
              </a:defRPr>
            </a:lvl4pPr>
            <a:lvl5pPr lvl="4" algn="ctr" rtl="0">
              <a:lnSpc>
                <a:spcPct val="100000"/>
              </a:lnSpc>
              <a:spcBef>
                <a:spcPts val="0"/>
              </a:spcBef>
              <a:spcAft>
                <a:spcPts val="0"/>
              </a:spcAft>
              <a:buSzPts val="2100"/>
              <a:buFont typeface="Kreon"/>
              <a:buNone/>
              <a:defRPr sz="2100">
                <a:latin typeface="Kreon"/>
                <a:ea typeface="Kreon"/>
                <a:cs typeface="Kreon"/>
                <a:sym typeface="Kreon"/>
              </a:defRPr>
            </a:lvl5pPr>
            <a:lvl6pPr lvl="5" algn="ctr" rtl="0">
              <a:lnSpc>
                <a:spcPct val="100000"/>
              </a:lnSpc>
              <a:spcBef>
                <a:spcPts val="0"/>
              </a:spcBef>
              <a:spcAft>
                <a:spcPts val="0"/>
              </a:spcAft>
              <a:buSzPts val="2100"/>
              <a:buFont typeface="Kreon"/>
              <a:buNone/>
              <a:defRPr sz="2100">
                <a:latin typeface="Kreon"/>
                <a:ea typeface="Kreon"/>
                <a:cs typeface="Kreon"/>
                <a:sym typeface="Kreon"/>
              </a:defRPr>
            </a:lvl6pPr>
            <a:lvl7pPr lvl="6" algn="ctr" rtl="0">
              <a:lnSpc>
                <a:spcPct val="100000"/>
              </a:lnSpc>
              <a:spcBef>
                <a:spcPts val="0"/>
              </a:spcBef>
              <a:spcAft>
                <a:spcPts val="0"/>
              </a:spcAft>
              <a:buSzPts val="2100"/>
              <a:buFont typeface="Kreon"/>
              <a:buNone/>
              <a:defRPr sz="2100">
                <a:latin typeface="Kreon"/>
                <a:ea typeface="Kreon"/>
                <a:cs typeface="Kreon"/>
                <a:sym typeface="Kreon"/>
              </a:defRPr>
            </a:lvl7pPr>
            <a:lvl8pPr lvl="7" algn="ctr" rtl="0">
              <a:lnSpc>
                <a:spcPct val="100000"/>
              </a:lnSpc>
              <a:spcBef>
                <a:spcPts val="0"/>
              </a:spcBef>
              <a:spcAft>
                <a:spcPts val="0"/>
              </a:spcAft>
              <a:buSzPts val="2100"/>
              <a:buFont typeface="Kreon"/>
              <a:buNone/>
              <a:defRPr sz="2100">
                <a:latin typeface="Kreon"/>
                <a:ea typeface="Kreon"/>
                <a:cs typeface="Kreon"/>
                <a:sym typeface="Kreon"/>
              </a:defRPr>
            </a:lvl8pPr>
            <a:lvl9pPr lvl="8" algn="ctr" rtl="0">
              <a:lnSpc>
                <a:spcPct val="100000"/>
              </a:lnSpc>
              <a:spcBef>
                <a:spcPts val="0"/>
              </a:spcBef>
              <a:spcAft>
                <a:spcPts val="0"/>
              </a:spcAft>
              <a:buSzPts val="2100"/>
              <a:buFont typeface="Kreon"/>
              <a:buNone/>
              <a:defRPr sz="2100">
                <a:latin typeface="Kreon"/>
                <a:ea typeface="Kreon"/>
                <a:cs typeface="Kreon"/>
                <a:sym typeface="Kreon"/>
              </a:defRPr>
            </a:lvl9pPr>
          </a:lstStyle>
          <a:p>
            <a:endParaRPr/>
          </a:p>
        </p:txBody>
      </p:sp>
      <p:sp>
        <p:nvSpPr>
          <p:cNvPr id="578" name="Google Shape;578;p39"/>
          <p:cNvSpPr txBox="1">
            <a:spLocks noGrp="1"/>
          </p:cNvSpPr>
          <p:nvPr>
            <p:ph type="subTitle" idx="3"/>
          </p:nvPr>
        </p:nvSpPr>
        <p:spPr>
          <a:xfrm>
            <a:off x="1808662" y="2741458"/>
            <a:ext cx="2174100" cy="542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12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79" name="Google Shape;579;p39"/>
          <p:cNvSpPr txBox="1">
            <a:spLocks noGrp="1"/>
          </p:cNvSpPr>
          <p:nvPr>
            <p:ph type="subTitle" idx="4"/>
          </p:nvPr>
        </p:nvSpPr>
        <p:spPr>
          <a:xfrm>
            <a:off x="1808662" y="2486576"/>
            <a:ext cx="2174100" cy="32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2100"/>
              <a:buFont typeface="Kreon"/>
              <a:buNone/>
              <a:defRPr sz="1500">
                <a:solidFill>
                  <a:schemeClr val="lt1"/>
                </a:solidFill>
                <a:latin typeface="Kreon"/>
                <a:ea typeface="Kreon"/>
                <a:cs typeface="Kreon"/>
                <a:sym typeface="Kreon"/>
              </a:defRPr>
            </a:lvl1pPr>
            <a:lvl2pPr lvl="1" algn="ctr" rtl="0">
              <a:lnSpc>
                <a:spcPct val="100000"/>
              </a:lnSpc>
              <a:spcBef>
                <a:spcPts val="0"/>
              </a:spcBef>
              <a:spcAft>
                <a:spcPts val="0"/>
              </a:spcAft>
              <a:buSzPts val="2100"/>
              <a:buFont typeface="Kreon"/>
              <a:buNone/>
              <a:defRPr sz="2100">
                <a:latin typeface="Kreon"/>
                <a:ea typeface="Kreon"/>
                <a:cs typeface="Kreon"/>
                <a:sym typeface="Kreon"/>
              </a:defRPr>
            </a:lvl2pPr>
            <a:lvl3pPr lvl="2" algn="ctr" rtl="0">
              <a:lnSpc>
                <a:spcPct val="100000"/>
              </a:lnSpc>
              <a:spcBef>
                <a:spcPts val="0"/>
              </a:spcBef>
              <a:spcAft>
                <a:spcPts val="0"/>
              </a:spcAft>
              <a:buSzPts val="2100"/>
              <a:buFont typeface="Kreon"/>
              <a:buNone/>
              <a:defRPr sz="2100">
                <a:latin typeface="Kreon"/>
                <a:ea typeface="Kreon"/>
                <a:cs typeface="Kreon"/>
                <a:sym typeface="Kreon"/>
              </a:defRPr>
            </a:lvl3pPr>
            <a:lvl4pPr lvl="3" algn="ctr" rtl="0">
              <a:lnSpc>
                <a:spcPct val="100000"/>
              </a:lnSpc>
              <a:spcBef>
                <a:spcPts val="0"/>
              </a:spcBef>
              <a:spcAft>
                <a:spcPts val="0"/>
              </a:spcAft>
              <a:buSzPts val="2100"/>
              <a:buFont typeface="Kreon"/>
              <a:buNone/>
              <a:defRPr sz="2100">
                <a:latin typeface="Kreon"/>
                <a:ea typeface="Kreon"/>
                <a:cs typeface="Kreon"/>
                <a:sym typeface="Kreon"/>
              </a:defRPr>
            </a:lvl4pPr>
            <a:lvl5pPr lvl="4" algn="ctr" rtl="0">
              <a:lnSpc>
                <a:spcPct val="100000"/>
              </a:lnSpc>
              <a:spcBef>
                <a:spcPts val="0"/>
              </a:spcBef>
              <a:spcAft>
                <a:spcPts val="0"/>
              </a:spcAft>
              <a:buSzPts val="2100"/>
              <a:buFont typeface="Kreon"/>
              <a:buNone/>
              <a:defRPr sz="2100">
                <a:latin typeface="Kreon"/>
                <a:ea typeface="Kreon"/>
                <a:cs typeface="Kreon"/>
                <a:sym typeface="Kreon"/>
              </a:defRPr>
            </a:lvl5pPr>
            <a:lvl6pPr lvl="5" algn="ctr" rtl="0">
              <a:lnSpc>
                <a:spcPct val="100000"/>
              </a:lnSpc>
              <a:spcBef>
                <a:spcPts val="0"/>
              </a:spcBef>
              <a:spcAft>
                <a:spcPts val="0"/>
              </a:spcAft>
              <a:buSzPts val="2100"/>
              <a:buFont typeface="Kreon"/>
              <a:buNone/>
              <a:defRPr sz="2100">
                <a:latin typeface="Kreon"/>
                <a:ea typeface="Kreon"/>
                <a:cs typeface="Kreon"/>
                <a:sym typeface="Kreon"/>
              </a:defRPr>
            </a:lvl6pPr>
            <a:lvl7pPr lvl="6" algn="ctr" rtl="0">
              <a:lnSpc>
                <a:spcPct val="100000"/>
              </a:lnSpc>
              <a:spcBef>
                <a:spcPts val="0"/>
              </a:spcBef>
              <a:spcAft>
                <a:spcPts val="0"/>
              </a:spcAft>
              <a:buSzPts val="2100"/>
              <a:buFont typeface="Kreon"/>
              <a:buNone/>
              <a:defRPr sz="2100">
                <a:latin typeface="Kreon"/>
                <a:ea typeface="Kreon"/>
                <a:cs typeface="Kreon"/>
                <a:sym typeface="Kreon"/>
              </a:defRPr>
            </a:lvl7pPr>
            <a:lvl8pPr lvl="7" algn="ctr" rtl="0">
              <a:lnSpc>
                <a:spcPct val="100000"/>
              </a:lnSpc>
              <a:spcBef>
                <a:spcPts val="0"/>
              </a:spcBef>
              <a:spcAft>
                <a:spcPts val="0"/>
              </a:spcAft>
              <a:buSzPts val="2100"/>
              <a:buFont typeface="Kreon"/>
              <a:buNone/>
              <a:defRPr sz="2100">
                <a:latin typeface="Kreon"/>
                <a:ea typeface="Kreon"/>
                <a:cs typeface="Kreon"/>
                <a:sym typeface="Kreon"/>
              </a:defRPr>
            </a:lvl8pPr>
            <a:lvl9pPr lvl="8" algn="ctr" rtl="0">
              <a:lnSpc>
                <a:spcPct val="100000"/>
              </a:lnSpc>
              <a:spcBef>
                <a:spcPts val="0"/>
              </a:spcBef>
              <a:spcAft>
                <a:spcPts val="0"/>
              </a:spcAft>
              <a:buSzPts val="2100"/>
              <a:buFont typeface="Kreon"/>
              <a:buNone/>
              <a:defRPr sz="2100">
                <a:latin typeface="Kreon"/>
                <a:ea typeface="Kreon"/>
                <a:cs typeface="Kreon"/>
                <a:sym typeface="Kreon"/>
              </a:defRPr>
            </a:lvl9pPr>
          </a:lstStyle>
          <a:p>
            <a:endParaRPr/>
          </a:p>
        </p:txBody>
      </p:sp>
      <p:sp>
        <p:nvSpPr>
          <p:cNvPr id="580" name="Google Shape;580;p39"/>
          <p:cNvSpPr txBox="1">
            <a:spLocks noGrp="1"/>
          </p:cNvSpPr>
          <p:nvPr>
            <p:ph type="subTitle" idx="5"/>
          </p:nvPr>
        </p:nvSpPr>
        <p:spPr>
          <a:xfrm>
            <a:off x="5709574" y="1659546"/>
            <a:ext cx="2174100" cy="542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12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
        <p:nvSpPr>
          <p:cNvPr id="581" name="Google Shape;581;p39"/>
          <p:cNvSpPr txBox="1">
            <a:spLocks noGrp="1"/>
          </p:cNvSpPr>
          <p:nvPr>
            <p:ph type="subTitle" idx="6"/>
          </p:nvPr>
        </p:nvSpPr>
        <p:spPr>
          <a:xfrm>
            <a:off x="5709573" y="1405900"/>
            <a:ext cx="2174100" cy="32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2100"/>
              <a:buFont typeface="Kreon"/>
              <a:buNone/>
              <a:defRPr sz="1500">
                <a:solidFill>
                  <a:schemeClr val="lt1"/>
                </a:solidFill>
                <a:latin typeface="Kreon"/>
                <a:ea typeface="Kreon"/>
                <a:cs typeface="Kreon"/>
                <a:sym typeface="Kreon"/>
              </a:defRPr>
            </a:lvl1pPr>
            <a:lvl2pPr lvl="1" rtl="0">
              <a:lnSpc>
                <a:spcPct val="100000"/>
              </a:lnSpc>
              <a:spcBef>
                <a:spcPts val="0"/>
              </a:spcBef>
              <a:spcAft>
                <a:spcPts val="0"/>
              </a:spcAft>
              <a:buSzPts val="2100"/>
              <a:buFont typeface="Kreon"/>
              <a:buNone/>
              <a:defRPr sz="2100">
                <a:latin typeface="Kreon"/>
                <a:ea typeface="Kreon"/>
                <a:cs typeface="Kreon"/>
                <a:sym typeface="Kreon"/>
              </a:defRPr>
            </a:lvl2pPr>
            <a:lvl3pPr lvl="2" rtl="0">
              <a:lnSpc>
                <a:spcPct val="100000"/>
              </a:lnSpc>
              <a:spcBef>
                <a:spcPts val="0"/>
              </a:spcBef>
              <a:spcAft>
                <a:spcPts val="0"/>
              </a:spcAft>
              <a:buSzPts val="2100"/>
              <a:buFont typeface="Kreon"/>
              <a:buNone/>
              <a:defRPr sz="2100">
                <a:latin typeface="Kreon"/>
                <a:ea typeface="Kreon"/>
                <a:cs typeface="Kreon"/>
                <a:sym typeface="Kreon"/>
              </a:defRPr>
            </a:lvl3pPr>
            <a:lvl4pPr lvl="3" rtl="0">
              <a:lnSpc>
                <a:spcPct val="100000"/>
              </a:lnSpc>
              <a:spcBef>
                <a:spcPts val="0"/>
              </a:spcBef>
              <a:spcAft>
                <a:spcPts val="0"/>
              </a:spcAft>
              <a:buSzPts val="2100"/>
              <a:buFont typeface="Kreon"/>
              <a:buNone/>
              <a:defRPr sz="2100">
                <a:latin typeface="Kreon"/>
                <a:ea typeface="Kreon"/>
                <a:cs typeface="Kreon"/>
                <a:sym typeface="Kreon"/>
              </a:defRPr>
            </a:lvl4pPr>
            <a:lvl5pPr lvl="4" rtl="0">
              <a:lnSpc>
                <a:spcPct val="100000"/>
              </a:lnSpc>
              <a:spcBef>
                <a:spcPts val="0"/>
              </a:spcBef>
              <a:spcAft>
                <a:spcPts val="0"/>
              </a:spcAft>
              <a:buSzPts val="2100"/>
              <a:buFont typeface="Kreon"/>
              <a:buNone/>
              <a:defRPr sz="2100">
                <a:latin typeface="Kreon"/>
                <a:ea typeface="Kreon"/>
                <a:cs typeface="Kreon"/>
                <a:sym typeface="Kreon"/>
              </a:defRPr>
            </a:lvl5pPr>
            <a:lvl6pPr lvl="5" rtl="0">
              <a:lnSpc>
                <a:spcPct val="100000"/>
              </a:lnSpc>
              <a:spcBef>
                <a:spcPts val="0"/>
              </a:spcBef>
              <a:spcAft>
                <a:spcPts val="0"/>
              </a:spcAft>
              <a:buSzPts val="2100"/>
              <a:buFont typeface="Kreon"/>
              <a:buNone/>
              <a:defRPr sz="2100">
                <a:latin typeface="Kreon"/>
                <a:ea typeface="Kreon"/>
                <a:cs typeface="Kreon"/>
                <a:sym typeface="Kreon"/>
              </a:defRPr>
            </a:lvl6pPr>
            <a:lvl7pPr lvl="6" rtl="0">
              <a:lnSpc>
                <a:spcPct val="100000"/>
              </a:lnSpc>
              <a:spcBef>
                <a:spcPts val="0"/>
              </a:spcBef>
              <a:spcAft>
                <a:spcPts val="0"/>
              </a:spcAft>
              <a:buSzPts val="2100"/>
              <a:buFont typeface="Kreon"/>
              <a:buNone/>
              <a:defRPr sz="2100">
                <a:latin typeface="Kreon"/>
                <a:ea typeface="Kreon"/>
                <a:cs typeface="Kreon"/>
                <a:sym typeface="Kreon"/>
              </a:defRPr>
            </a:lvl7pPr>
            <a:lvl8pPr lvl="7" rtl="0">
              <a:lnSpc>
                <a:spcPct val="100000"/>
              </a:lnSpc>
              <a:spcBef>
                <a:spcPts val="0"/>
              </a:spcBef>
              <a:spcAft>
                <a:spcPts val="0"/>
              </a:spcAft>
              <a:buSzPts val="2100"/>
              <a:buFont typeface="Kreon"/>
              <a:buNone/>
              <a:defRPr sz="2100">
                <a:latin typeface="Kreon"/>
                <a:ea typeface="Kreon"/>
                <a:cs typeface="Kreon"/>
                <a:sym typeface="Kreon"/>
              </a:defRPr>
            </a:lvl8pPr>
            <a:lvl9pPr lvl="8" rtl="0">
              <a:lnSpc>
                <a:spcPct val="100000"/>
              </a:lnSpc>
              <a:spcBef>
                <a:spcPts val="0"/>
              </a:spcBef>
              <a:spcAft>
                <a:spcPts val="0"/>
              </a:spcAft>
              <a:buSzPts val="2100"/>
              <a:buFont typeface="Kreon"/>
              <a:buNone/>
              <a:defRPr sz="2100">
                <a:latin typeface="Kreon"/>
                <a:ea typeface="Kreon"/>
                <a:cs typeface="Kreon"/>
                <a:sym typeface="Kreon"/>
              </a:defRPr>
            </a:lvl9pPr>
          </a:lstStyle>
          <a:p>
            <a:endParaRPr/>
          </a:p>
        </p:txBody>
      </p:sp>
      <p:sp>
        <p:nvSpPr>
          <p:cNvPr id="582" name="Google Shape;582;p39"/>
          <p:cNvSpPr txBox="1">
            <a:spLocks noGrp="1"/>
          </p:cNvSpPr>
          <p:nvPr>
            <p:ph type="subTitle" idx="7"/>
          </p:nvPr>
        </p:nvSpPr>
        <p:spPr>
          <a:xfrm>
            <a:off x="5709591" y="2741458"/>
            <a:ext cx="2174100" cy="542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12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
        <p:nvSpPr>
          <p:cNvPr id="583" name="Google Shape;583;p39"/>
          <p:cNvSpPr txBox="1">
            <a:spLocks noGrp="1"/>
          </p:cNvSpPr>
          <p:nvPr>
            <p:ph type="subTitle" idx="8"/>
          </p:nvPr>
        </p:nvSpPr>
        <p:spPr>
          <a:xfrm>
            <a:off x="5709557" y="2485337"/>
            <a:ext cx="2174100" cy="32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2100"/>
              <a:buFont typeface="Kreon"/>
              <a:buNone/>
              <a:defRPr sz="1500">
                <a:solidFill>
                  <a:schemeClr val="lt1"/>
                </a:solidFill>
                <a:latin typeface="Kreon"/>
                <a:ea typeface="Kreon"/>
                <a:cs typeface="Kreon"/>
                <a:sym typeface="Kreon"/>
              </a:defRPr>
            </a:lvl1pPr>
            <a:lvl2pPr lvl="1" rtl="0">
              <a:lnSpc>
                <a:spcPct val="100000"/>
              </a:lnSpc>
              <a:spcBef>
                <a:spcPts val="0"/>
              </a:spcBef>
              <a:spcAft>
                <a:spcPts val="0"/>
              </a:spcAft>
              <a:buSzPts val="2100"/>
              <a:buFont typeface="Kreon"/>
              <a:buNone/>
              <a:defRPr sz="2100">
                <a:latin typeface="Kreon"/>
                <a:ea typeface="Kreon"/>
                <a:cs typeface="Kreon"/>
                <a:sym typeface="Kreon"/>
              </a:defRPr>
            </a:lvl2pPr>
            <a:lvl3pPr lvl="2" rtl="0">
              <a:lnSpc>
                <a:spcPct val="100000"/>
              </a:lnSpc>
              <a:spcBef>
                <a:spcPts val="0"/>
              </a:spcBef>
              <a:spcAft>
                <a:spcPts val="0"/>
              </a:spcAft>
              <a:buSzPts val="2100"/>
              <a:buFont typeface="Kreon"/>
              <a:buNone/>
              <a:defRPr sz="2100">
                <a:latin typeface="Kreon"/>
                <a:ea typeface="Kreon"/>
                <a:cs typeface="Kreon"/>
                <a:sym typeface="Kreon"/>
              </a:defRPr>
            </a:lvl3pPr>
            <a:lvl4pPr lvl="3" rtl="0">
              <a:lnSpc>
                <a:spcPct val="100000"/>
              </a:lnSpc>
              <a:spcBef>
                <a:spcPts val="0"/>
              </a:spcBef>
              <a:spcAft>
                <a:spcPts val="0"/>
              </a:spcAft>
              <a:buSzPts val="2100"/>
              <a:buFont typeface="Kreon"/>
              <a:buNone/>
              <a:defRPr sz="2100">
                <a:latin typeface="Kreon"/>
                <a:ea typeface="Kreon"/>
                <a:cs typeface="Kreon"/>
                <a:sym typeface="Kreon"/>
              </a:defRPr>
            </a:lvl4pPr>
            <a:lvl5pPr lvl="4" rtl="0">
              <a:lnSpc>
                <a:spcPct val="100000"/>
              </a:lnSpc>
              <a:spcBef>
                <a:spcPts val="0"/>
              </a:spcBef>
              <a:spcAft>
                <a:spcPts val="0"/>
              </a:spcAft>
              <a:buSzPts val="2100"/>
              <a:buFont typeface="Kreon"/>
              <a:buNone/>
              <a:defRPr sz="2100">
                <a:latin typeface="Kreon"/>
                <a:ea typeface="Kreon"/>
                <a:cs typeface="Kreon"/>
                <a:sym typeface="Kreon"/>
              </a:defRPr>
            </a:lvl5pPr>
            <a:lvl6pPr lvl="5" rtl="0">
              <a:lnSpc>
                <a:spcPct val="100000"/>
              </a:lnSpc>
              <a:spcBef>
                <a:spcPts val="0"/>
              </a:spcBef>
              <a:spcAft>
                <a:spcPts val="0"/>
              </a:spcAft>
              <a:buSzPts val="2100"/>
              <a:buFont typeface="Kreon"/>
              <a:buNone/>
              <a:defRPr sz="2100">
                <a:latin typeface="Kreon"/>
                <a:ea typeface="Kreon"/>
                <a:cs typeface="Kreon"/>
                <a:sym typeface="Kreon"/>
              </a:defRPr>
            </a:lvl6pPr>
            <a:lvl7pPr lvl="6" rtl="0">
              <a:lnSpc>
                <a:spcPct val="100000"/>
              </a:lnSpc>
              <a:spcBef>
                <a:spcPts val="0"/>
              </a:spcBef>
              <a:spcAft>
                <a:spcPts val="0"/>
              </a:spcAft>
              <a:buSzPts val="2100"/>
              <a:buFont typeface="Kreon"/>
              <a:buNone/>
              <a:defRPr sz="2100">
                <a:latin typeface="Kreon"/>
                <a:ea typeface="Kreon"/>
                <a:cs typeface="Kreon"/>
                <a:sym typeface="Kreon"/>
              </a:defRPr>
            </a:lvl7pPr>
            <a:lvl8pPr lvl="7" rtl="0">
              <a:lnSpc>
                <a:spcPct val="100000"/>
              </a:lnSpc>
              <a:spcBef>
                <a:spcPts val="0"/>
              </a:spcBef>
              <a:spcAft>
                <a:spcPts val="0"/>
              </a:spcAft>
              <a:buSzPts val="2100"/>
              <a:buFont typeface="Kreon"/>
              <a:buNone/>
              <a:defRPr sz="2100">
                <a:latin typeface="Kreon"/>
                <a:ea typeface="Kreon"/>
                <a:cs typeface="Kreon"/>
                <a:sym typeface="Kreon"/>
              </a:defRPr>
            </a:lvl8pPr>
            <a:lvl9pPr lvl="8" rtl="0">
              <a:lnSpc>
                <a:spcPct val="100000"/>
              </a:lnSpc>
              <a:spcBef>
                <a:spcPts val="0"/>
              </a:spcBef>
              <a:spcAft>
                <a:spcPts val="0"/>
              </a:spcAft>
              <a:buSzPts val="2100"/>
              <a:buFont typeface="Kreon"/>
              <a:buNone/>
              <a:defRPr sz="2100">
                <a:latin typeface="Kreon"/>
                <a:ea typeface="Kreon"/>
                <a:cs typeface="Kreon"/>
                <a:sym typeface="Kreon"/>
              </a:defRPr>
            </a:lvl9pPr>
          </a:lstStyle>
          <a:p>
            <a:endParaRPr/>
          </a:p>
        </p:txBody>
      </p:sp>
      <p:sp>
        <p:nvSpPr>
          <p:cNvPr id="584" name="Google Shape;584;p39"/>
          <p:cNvSpPr txBox="1">
            <a:spLocks noGrp="1"/>
          </p:cNvSpPr>
          <p:nvPr>
            <p:ph type="subTitle" idx="9"/>
          </p:nvPr>
        </p:nvSpPr>
        <p:spPr>
          <a:xfrm>
            <a:off x="1808662" y="3819660"/>
            <a:ext cx="2174100" cy="542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12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85" name="Google Shape;585;p39"/>
          <p:cNvSpPr txBox="1">
            <a:spLocks noGrp="1"/>
          </p:cNvSpPr>
          <p:nvPr>
            <p:ph type="subTitle" idx="13"/>
          </p:nvPr>
        </p:nvSpPr>
        <p:spPr>
          <a:xfrm>
            <a:off x="1808662" y="3564777"/>
            <a:ext cx="2174100" cy="32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2100"/>
              <a:buFont typeface="Kreon"/>
              <a:buNone/>
              <a:defRPr sz="1500">
                <a:solidFill>
                  <a:schemeClr val="lt1"/>
                </a:solidFill>
                <a:latin typeface="Kreon"/>
                <a:ea typeface="Kreon"/>
                <a:cs typeface="Kreon"/>
                <a:sym typeface="Kreon"/>
              </a:defRPr>
            </a:lvl1pPr>
            <a:lvl2pPr lvl="1" algn="ctr" rtl="0">
              <a:lnSpc>
                <a:spcPct val="100000"/>
              </a:lnSpc>
              <a:spcBef>
                <a:spcPts val="0"/>
              </a:spcBef>
              <a:spcAft>
                <a:spcPts val="0"/>
              </a:spcAft>
              <a:buSzPts val="2100"/>
              <a:buFont typeface="Kreon"/>
              <a:buNone/>
              <a:defRPr sz="2100">
                <a:latin typeface="Kreon"/>
                <a:ea typeface="Kreon"/>
                <a:cs typeface="Kreon"/>
                <a:sym typeface="Kreon"/>
              </a:defRPr>
            </a:lvl2pPr>
            <a:lvl3pPr lvl="2" algn="ctr" rtl="0">
              <a:lnSpc>
                <a:spcPct val="100000"/>
              </a:lnSpc>
              <a:spcBef>
                <a:spcPts val="0"/>
              </a:spcBef>
              <a:spcAft>
                <a:spcPts val="0"/>
              </a:spcAft>
              <a:buSzPts val="2100"/>
              <a:buFont typeface="Kreon"/>
              <a:buNone/>
              <a:defRPr sz="2100">
                <a:latin typeface="Kreon"/>
                <a:ea typeface="Kreon"/>
                <a:cs typeface="Kreon"/>
                <a:sym typeface="Kreon"/>
              </a:defRPr>
            </a:lvl3pPr>
            <a:lvl4pPr lvl="3" algn="ctr" rtl="0">
              <a:lnSpc>
                <a:spcPct val="100000"/>
              </a:lnSpc>
              <a:spcBef>
                <a:spcPts val="0"/>
              </a:spcBef>
              <a:spcAft>
                <a:spcPts val="0"/>
              </a:spcAft>
              <a:buSzPts val="2100"/>
              <a:buFont typeface="Kreon"/>
              <a:buNone/>
              <a:defRPr sz="2100">
                <a:latin typeface="Kreon"/>
                <a:ea typeface="Kreon"/>
                <a:cs typeface="Kreon"/>
                <a:sym typeface="Kreon"/>
              </a:defRPr>
            </a:lvl4pPr>
            <a:lvl5pPr lvl="4" algn="ctr" rtl="0">
              <a:lnSpc>
                <a:spcPct val="100000"/>
              </a:lnSpc>
              <a:spcBef>
                <a:spcPts val="0"/>
              </a:spcBef>
              <a:spcAft>
                <a:spcPts val="0"/>
              </a:spcAft>
              <a:buSzPts val="2100"/>
              <a:buFont typeface="Kreon"/>
              <a:buNone/>
              <a:defRPr sz="2100">
                <a:latin typeface="Kreon"/>
                <a:ea typeface="Kreon"/>
                <a:cs typeface="Kreon"/>
                <a:sym typeface="Kreon"/>
              </a:defRPr>
            </a:lvl5pPr>
            <a:lvl6pPr lvl="5" algn="ctr" rtl="0">
              <a:lnSpc>
                <a:spcPct val="100000"/>
              </a:lnSpc>
              <a:spcBef>
                <a:spcPts val="0"/>
              </a:spcBef>
              <a:spcAft>
                <a:spcPts val="0"/>
              </a:spcAft>
              <a:buSzPts val="2100"/>
              <a:buFont typeface="Kreon"/>
              <a:buNone/>
              <a:defRPr sz="2100">
                <a:latin typeface="Kreon"/>
                <a:ea typeface="Kreon"/>
                <a:cs typeface="Kreon"/>
                <a:sym typeface="Kreon"/>
              </a:defRPr>
            </a:lvl6pPr>
            <a:lvl7pPr lvl="6" algn="ctr" rtl="0">
              <a:lnSpc>
                <a:spcPct val="100000"/>
              </a:lnSpc>
              <a:spcBef>
                <a:spcPts val="0"/>
              </a:spcBef>
              <a:spcAft>
                <a:spcPts val="0"/>
              </a:spcAft>
              <a:buSzPts val="2100"/>
              <a:buFont typeface="Kreon"/>
              <a:buNone/>
              <a:defRPr sz="2100">
                <a:latin typeface="Kreon"/>
                <a:ea typeface="Kreon"/>
                <a:cs typeface="Kreon"/>
                <a:sym typeface="Kreon"/>
              </a:defRPr>
            </a:lvl7pPr>
            <a:lvl8pPr lvl="7" algn="ctr" rtl="0">
              <a:lnSpc>
                <a:spcPct val="100000"/>
              </a:lnSpc>
              <a:spcBef>
                <a:spcPts val="0"/>
              </a:spcBef>
              <a:spcAft>
                <a:spcPts val="0"/>
              </a:spcAft>
              <a:buSzPts val="2100"/>
              <a:buFont typeface="Kreon"/>
              <a:buNone/>
              <a:defRPr sz="2100">
                <a:latin typeface="Kreon"/>
                <a:ea typeface="Kreon"/>
                <a:cs typeface="Kreon"/>
                <a:sym typeface="Kreon"/>
              </a:defRPr>
            </a:lvl8pPr>
            <a:lvl9pPr lvl="8" algn="ctr" rtl="0">
              <a:lnSpc>
                <a:spcPct val="100000"/>
              </a:lnSpc>
              <a:spcBef>
                <a:spcPts val="0"/>
              </a:spcBef>
              <a:spcAft>
                <a:spcPts val="0"/>
              </a:spcAft>
              <a:buSzPts val="2100"/>
              <a:buFont typeface="Kreon"/>
              <a:buNone/>
              <a:defRPr sz="2100">
                <a:latin typeface="Kreon"/>
                <a:ea typeface="Kreon"/>
                <a:cs typeface="Kreon"/>
                <a:sym typeface="Kreon"/>
              </a:defRPr>
            </a:lvl9pPr>
          </a:lstStyle>
          <a:p>
            <a:endParaRPr/>
          </a:p>
        </p:txBody>
      </p:sp>
      <p:sp>
        <p:nvSpPr>
          <p:cNvPr id="586" name="Google Shape;586;p39"/>
          <p:cNvSpPr txBox="1">
            <a:spLocks noGrp="1"/>
          </p:cNvSpPr>
          <p:nvPr>
            <p:ph type="subTitle" idx="14"/>
          </p:nvPr>
        </p:nvSpPr>
        <p:spPr>
          <a:xfrm>
            <a:off x="5709591" y="3819658"/>
            <a:ext cx="2174100" cy="542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12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
        <p:nvSpPr>
          <p:cNvPr id="587" name="Google Shape;587;p39"/>
          <p:cNvSpPr txBox="1">
            <a:spLocks noGrp="1"/>
          </p:cNvSpPr>
          <p:nvPr>
            <p:ph type="subTitle" idx="15"/>
          </p:nvPr>
        </p:nvSpPr>
        <p:spPr>
          <a:xfrm>
            <a:off x="5709557" y="3564774"/>
            <a:ext cx="2174100" cy="32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2100"/>
              <a:buFont typeface="Kreon"/>
              <a:buNone/>
              <a:defRPr sz="1500">
                <a:solidFill>
                  <a:schemeClr val="lt1"/>
                </a:solidFill>
                <a:latin typeface="Kreon"/>
                <a:ea typeface="Kreon"/>
                <a:cs typeface="Kreon"/>
                <a:sym typeface="Kreon"/>
              </a:defRPr>
            </a:lvl1pPr>
            <a:lvl2pPr lvl="1" rtl="0">
              <a:lnSpc>
                <a:spcPct val="100000"/>
              </a:lnSpc>
              <a:spcBef>
                <a:spcPts val="0"/>
              </a:spcBef>
              <a:spcAft>
                <a:spcPts val="0"/>
              </a:spcAft>
              <a:buSzPts val="2100"/>
              <a:buFont typeface="Kreon"/>
              <a:buNone/>
              <a:defRPr sz="2100">
                <a:latin typeface="Kreon"/>
                <a:ea typeface="Kreon"/>
                <a:cs typeface="Kreon"/>
                <a:sym typeface="Kreon"/>
              </a:defRPr>
            </a:lvl2pPr>
            <a:lvl3pPr lvl="2" rtl="0">
              <a:lnSpc>
                <a:spcPct val="100000"/>
              </a:lnSpc>
              <a:spcBef>
                <a:spcPts val="0"/>
              </a:spcBef>
              <a:spcAft>
                <a:spcPts val="0"/>
              </a:spcAft>
              <a:buSzPts val="2100"/>
              <a:buFont typeface="Kreon"/>
              <a:buNone/>
              <a:defRPr sz="2100">
                <a:latin typeface="Kreon"/>
                <a:ea typeface="Kreon"/>
                <a:cs typeface="Kreon"/>
                <a:sym typeface="Kreon"/>
              </a:defRPr>
            </a:lvl3pPr>
            <a:lvl4pPr lvl="3" rtl="0">
              <a:lnSpc>
                <a:spcPct val="100000"/>
              </a:lnSpc>
              <a:spcBef>
                <a:spcPts val="0"/>
              </a:spcBef>
              <a:spcAft>
                <a:spcPts val="0"/>
              </a:spcAft>
              <a:buSzPts val="2100"/>
              <a:buFont typeface="Kreon"/>
              <a:buNone/>
              <a:defRPr sz="2100">
                <a:latin typeface="Kreon"/>
                <a:ea typeface="Kreon"/>
                <a:cs typeface="Kreon"/>
                <a:sym typeface="Kreon"/>
              </a:defRPr>
            </a:lvl4pPr>
            <a:lvl5pPr lvl="4" rtl="0">
              <a:lnSpc>
                <a:spcPct val="100000"/>
              </a:lnSpc>
              <a:spcBef>
                <a:spcPts val="0"/>
              </a:spcBef>
              <a:spcAft>
                <a:spcPts val="0"/>
              </a:spcAft>
              <a:buSzPts val="2100"/>
              <a:buFont typeface="Kreon"/>
              <a:buNone/>
              <a:defRPr sz="2100">
                <a:latin typeface="Kreon"/>
                <a:ea typeface="Kreon"/>
                <a:cs typeface="Kreon"/>
                <a:sym typeface="Kreon"/>
              </a:defRPr>
            </a:lvl5pPr>
            <a:lvl6pPr lvl="5" rtl="0">
              <a:lnSpc>
                <a:spcPct val="100000"/>
              </a:lnSpc>
              <a:spcBef>
                <a:spcPts val="0"/>
              </a:spcBef>
              <a:spcAft>
                <a:spcPts val="0"/>
              </a:spcAft>
              <a:buSzPts val="2100"/>
              <a:buFont typeface="Kreon"/>
              <a:buNone/>
              <a:defRPr sz="2100">
                <a:latin typeface="Kreon"/>
                <a:ea typeface="Kreon"/>
                <a:cs typeface="Kreon"/>
                <a:sym typeface="Kreon"/>
              </a:defRPr>
            </a:lvl6pPr>
            <a:lvl7pPr lvl="6" rtl="0">
              <a:lnSpc>
                <a:spcPct val="100000"/>
              </a:lnSpc>
              <a:spcBef>
                <a:spcPts val="0"/>
              </a:spcBef>
              <a:spcAft>
                <a:spcPts val="0"/>
              </a:spcAft>
              <a:buSzPts val="2100"/>
              <a:buFont typeface="Kreon"/>
              <a:buNone/>
              <a:defRPr sz="2100">
                <a:latin typeface="Kreon"/>
                <a:ea typeface="Kreon"/>
                <a:cs typeface="Kreon"/>
                <a:sym typeface="Kreon"/>
              </a:defRPr>
            </a:lvl7pPr>
            <a:lvl8pPr lvl="7" rtl="0">
              <a:lnSpc>
                <a:spcPct val="100000"/>
              </a:lnSpc>
              <a:spcBef>
                <a:spcPts val="0"/>
              </a:spcBef>
              <a:spcAft>
                <a:spcPts val="0"/>
              </a:spcAft>
              <a:buSzPts val="2100"/>
              <a:buFont typeface="Kreon"/>
              <a:buNone/>
              <a:defRPr sz="2100">
                <a:latin typeface="Kreon"/>
                <a:ea typeface="Kreon"/>
                <a:cs typeface="Kreon"/>
                <a:sym typeface="Kreon"/>
              </a:defRPr>
            </a:lvl8pPr>
            <a:lvl9pPr lvl="8" rtl="0">
              <a:lnSpc>
                <a:spcPct val="100000"/>
              </a:lnSpc>
              <a:spcBef>
                <a:spcPts val="0"/>
              </a:spcBef>
              <a:spcAft>
                <a:spcPts val="0"/>
              </a:spcAft>
              <a:buSzPts val="2100"/>
              <a:buFont typeface="Kreon"/>
              <a:buNone/>
              <a:defRPr sz="2100">
                <a:latin typeface="Kreon"/>
                <a:ea typeface="Kreon"/>
                <a:cs typeface="Kreon"/>
                <a:sym typeface="Kreon"/>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5">
    <p:spTree>
      <p:nvGrpSpPr>
        <p:cNvPr id="1" name="Shape 606"/>
        <p:cNvGrpSpPr/>
        <p:nvPr/>
      </p:nvGrpSpPr>
      <p:grpSpPr>
        <a:xfrm>
          <a:off x="0" y="0"/>
          <a:ext cx="0" cy="0"/>
          <a:chOff x="0" y="0"/>
          <a:chExt cx="0" cy="0"/>
        </a:xfrm>
      </p:grpSpPr>
      <p:grpSp>
        <p:nvGrpSpPr>
          <p:cNvPr id="607" name="Google Shape;607;p42"/>
          <p:cNvGrpSpPr/>
          <p:nvPr/>
        </p:nvGrpSpPr>
        <p:grpSpPr>
          <a:xfrm>
            <a:off x="665805" y="2436767"/>
            <a:ext cx="566248" cy="517199"/>
            <a:chOff x="1073929" y="2465056"/>
            <a:chExt cx="817332" cy="746534"/>
          </a:xfrm>
        </p:grpSpPr>
        <p:sp>
          <p:nvSpPr>
            <p:cNvPr id="608" name="Google Shape;608;p42"/>
            <p:cNvSpPr/>
            <p:nvPr/>
          </p:nvSpPr>
          <p:spPr>
            <a:xfrm rot="3148775">
              <a:off x="1649997" y="2537180"/>
              <a:ext cx="240878" cy="119711"/>
            </a:xfrm>
            <a:custGeom>
              <a:avLst/>
              <a:gdLst/>
              <a:ahLst/>
              <a:cxnLst/>
              <a:rect l="l" t="t" r="r" b="b"/>
              <a:pathLst>
                <a:path w="12900" h="6411" extrusionOk="0">
                  <a:moveTo>
                    <a:pt x="6634" y="1"/>
                  </a:moveTo>
                  <a:cubicBezTo>
                    <a:pt x="6536" y="1"/>
                    <a:pt x="6437" y="4"/>
                    <a:pt x="6338" y="9"/>
                  </a:cubicBezTo>
                  <a:cubicBezTo>
                    <a:pt x="3714" y="169"/>
                    <a:pt x="1377" y="2762"/>
                    <a:pt x="1" y="6410"/>
                  </a:cubicBezTo>
                  <a:cubicBezTo>
                    <a:pt x="1377" y="6378"/>
                    <a:pt x="2721" y="6250"/>
                    <a:pt x="4098" y="6058"/>
                  </a:cubicBezTo>
                  <a:cubicBezTo>
                    <a:pt x="4162" y="5930"/>
                    <a:pt x="4226" y="5802"/>
                    <a:pt x="4290" y="5674"/>
                  </a:cubicBezTo>
                  <a:cubicBezTo>
                    <a:pt x="5122" y="4266"/>
                    <a:pt x="6050" y="3626"/>
                    <a:pt x="6690" y="3594"/>
                  </a:cubicBezTo>
                  <a:cubicBezTo>
                    <a:pt x="7490" y="3594"/>
                    <a:pt x="8418" y="4106"/>
                    <a:pt x="9283" y="4938"/>
                  </a:cubicBezTo>
                  <a:cubicBezTo>
                    <a:pt x="10531" y="4586"/>
                    <a:pt x="11715" y="4170"/>
                    <a:pt x="12899" y="3690"/>
                  </a:cubicBezTo>
                  <a:cubicBezTo>
                    <a:pt x="11092" y="1362"/>
                    <a:pt x="8844" y="1"/>
                    <a:pt x="66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42"/>
            <p:cNvSpPr/>
            <p:nvPr/>
          </p:nvSpPr>
          <p:spPr>
            <a:xfrm rot="3148775">
              <a:off x="1730810" y="2690090"/>
              <a:ext cx="98032" cy="101617"/>
            </a:xfrm>
            <a:custGeom>
              <a:avLst/>
              <a:gdLst/>
              <a:ahLst/>
              <a:cxnLst/>
              <a:rect l="l" t="t" r="r" b="b"/>
              <a:pathLst>
                <a:path w="5250" h="5442" extrusionOk="0">
                  <a:moveTo>
                    <a:pt x="3425" y="0"/>
                  </a:moveTo>
                  <a:cubicBezTo>
                    <a:pt x="2305" y="480"/>
                    <a:pt x="1153" y="928"/>
                    <a:pt x="1" y="1280"/>
                  </a:cubicBezTo>
                  <a:cubicBezTo>
                    <a:pt x="897" y="2561"/>
                    <a:pt x="1569" y="3969"/>
                    <a:pt x="1985" y="5441"/>
                  </a:cubicBezTo>
                  <a:cubicBezTo>
                    <a:pt x="3105" y="4993"/>
                    <a:pt x="4194" y="4481"/>
                    <a:pt x="5250" y="3905"/>
                  </a:cubicBezTo>
                  <a:cubicBezTo>
                    <a:pt x="4802" y="2529"/>
                    <a:pt x="4194" y="1216"/>
                    <a:pt x="34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42"/>
            <p:cNvSpPr/>
            <p:nvPr/>
          </p:nvSpPr>
          <p:spPr>
            <a:xfrm rot="3148775">
              <a:off x="1563381" y="2547890"/>
              <a:ext cx="87276" cy="96837"/>
            </a:xfrm>
            <a:custGeom>
              <a:avLst/>
              <a:gdLst/>
              <a:ahLst/>
              <a:cxnLst/>
              <a:rect l="l" t="t" r="r" b="b"/>
              <a:pathLst>
                <a:path w="4674" h="5186" extrusionOk="0">
                  <a:moveTo>
                    <a:pt x="4673" y="1"/>
                  </a:moveTo>
                  <a:lnTo>
                    <a:pt x="4673" y="1"/>
                  </a:lnTo>
                  <a:cubicBezTo>
                    <a:pt x="3393" y="129"/>
                    <a:pt x="2113" y="225"/>
                    <a:pt x="801" y="257"/>
                  </a:cubicBezTo>
                  <a:cubicBezTo>
                    <a:pt x="353" y="1857"/>
                    <a:pt x="65" y="3521"/>
                    <a:pt x="1" y="5186"/>
                  </a:cubicBezTo>
                  <a:cubicBezTo>
                    <a:pt x="1217" y="5186"/>
                    <a:pt x="2401" y="5122"/>
                    <a:pt x="3617" y="4993"/>
                  </a:cubicBezTo>
                  <a:cubicBezTo>
                    <a:pt x="3713" y="3297"/>
                    <a:pt x="4065" y="1601"/>
                    <a:pt x="46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42"/>
            <p:cNvSpPr/>
            <p:nvPr/>
          </p:nvSpPr>
          <p:spPr>
            <a:xfrm rot="3148775">
              <a:off x="1479222" y="2620030"/>
              <a:ext cx="75923" cy="77716"/>
            </a:xfrm>
            <a:custGeom>
              <a:avLst/>
              <a:gdLst/>
              <a:ahLst/>
              <a:cxnLst/>
              <a:rect l="l" t="t" r="r" b="b"/>
              <a:pathLst>
                <a:path w="4066" h="4162" extrusionOk="0">
                  <a:moveTo>
                    <a:pt x="3585" y="1"/>
                  </a:moveTo>
                  <a:cubicBezTo>
                    <a:pt x="2401" y="97"/>
                    <a:pt x="1217" y="161"/>
                    <a:pt x="1" y="161"/>
                  </a:cubicBezTo>
                  <a:cubicBezTo>
                    <a:pt x="1" y="1505"/>
                    <a:pt x="161" y="2849"/>
                    <a:pt x="449" y="4162"/>
                  </a:cubicBezTo>
                  <a:cubicBezTo>
                    <a:pt x="1665" y="4162"/>
                    <a:pt x="2881" y="4065"/>
                    <a:pt x="4065" y="3937"/>
                  </a:cubicBezTo>
                  <a:cubicBezTo>
                    <a:pt x="3745" y="2625"/>
                    <a:pt x="3585" y="1313"/>
                    <a:pt x="35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42"/>
            <p:cNvSpPr/>
            <p:nvPr/>
          </p:nvSpPr>
          <p:spPr>
            <a:xfrm rot="3148775">
              <a:off x="1686099" y="2774302"/>
              <a:ext cx="72917" cy="98013"/>
            </a:xfrm>
            <a:custGeom>
              <a:avLst/>
              <a:gdLst/>
              <a:ahLst/>
              <a:cxnLst/>
              <a:rect l="l" t="t" r="r" b="b"/>
              <a:pathLst>
                <a:path w="3905" h="5249" extrusionOk="0">
                  <a:moveTo>
                    <a:pt x="3329" y="0"/>
                  </a:moveTo>
                  <a:cubicBezTo>
                    <a:pt x="2241" y="576"/>
                    <a:pt x="1152" y="1088"/>
                    <a:pt x="0" y="1536"/>
                  </a:cubicBezTo>
                  <a:cubicBezTo>
                    <a:pt x="256" y="2753"/>
                    <a:pt x="416" y="4001"/>
                    <a:pt x="448" y="5249"/>
                  </a:cubicBezTo>
                  <a:cubicBezTo>
                    <a:pt x="1632" y="4737"/>
                    <a:pt x="2817" y="4129"/>
                    <a:pt x="3905" y="3457"/>
                  </a:cubicBezTo>
                  <a:cubicBezTo>
                    <a:pt x="3809" y="2304"/>
                    <a:pt x="3617" y="1120"/>
                    <a:pt x="33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42"/>
            <p:cNvSpPr/>
            <p:nvPr/>
          </p:nvSpPr>
          <p:spPr>
            <a:xfrm rot="3148775">
              <a:off x="1405894" y="2699276"/>
              <a:ext cx="96837" cy="78313"/>
            </a:xfrm>
            <a:custGeom>
              <a:avLst/>
              <a:gdLst/>
              <a:ahLst/>
              <a:cxnLst/>
              <a:rect l="l" t="t" r="r" b="b"/>
              <a:pathLst>
                <a:path w="5186" h="4194" extrusionOk="0">
                  <a:moveTo>
                    <a:pt x="3649" y="1"/>
                  </a:moveTo>
                  <a:cubicBezTo>
                    <a:pt x="2465" y="129"/>
                    <a:pt x="1249" y="225"/>
                    <a:pt x="1" y="257"/>
                  </a:cubicBezTo>
                  <a:cubicBezTo>
                    <a:pt x="257" y="1217"/>
                    <a:pt x="609" y="2177"/>
                    <a:pt x="1025" y="3105"/>
                  </a:cubicBezTo>
                  <a:cubicBezTo>
                    <a:pt x="1185" y="3521"/>
                    <a:pt x="1345" y="3841"/>
                    <a:pt x="1505" y="4193"/>
                  </a:cubicBezTo>
                  <a:cubicBezTo>
                    <a:pt x="2753" y="4129"/>
                    <a:pt x="3969" y="3969"/>
                    <a:pt x="5186" y="3809"/>
                  </a:cubicBezTo>
                  <a:cubicBezTo>
                    <a:pt x="4898" y="3105"/>
                    <a:pt x="4610" y="2401"/>
                    <a:pt x="4258" y="1633"/>
                  </a:cubicBezTo>
                  <a:cubicBezTo>
                    <a:pt x="4033" y="1089"/>
                    <a:pt x="3841" y="545"/>
                    <a:pt x="36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42"/>
            <p:cNvSpPr/>
            <p:nvPr/>
          </p:nvSpPr>
          <p:spPr>
            <a:xfrm rot="3148775">
              <a:off x="1606695" y="2828957"/>
              <a:ext cx="76502" cy="109403"/>
            </a:xfrm>
            <a:custGeom>
              <a:avLst/>
              <a:gdLst/>
              <a:ahLst/>
              <a:cxnLst/>
              <a:rect l="l" t="t" r="r" b="b"/>
              <a:pathLst>
                <a:path w="4097" h="5859" extrusionOk="0">
                  <a:moveTo>
                    <a:pt x="4065" y="1"/>
                  </a:moveTo>
                  <a:lnTo>
                    <a:pt x="4065" y="1"/>
                  </a:lnTo>
                  <a:cubicBezTo>
                    <a:pt x="2913" y="673"/>
                    <a:pt x="1728" y="1249"/>
                    <a:pt x="512" y="1761"/>
                  </a:cubicBezTo>
                  <a:cubicBezTo>
                    <a:pt x="480" y="2721"/>
                    <a:pt x="384" y="3682"/>
                    <a:pt x="224" y="4642"/>
                  </a:cubicBezTo>
                  <a:cubicBezTo>
                    <a:pt x="160" y="5058"/>
                    <a:pt x="96" y="5442"/>
                    <a:pt x="0" y="5858"/>
                  </a:cubicBezTo>
                  <a:cubicBezTo>
                    <a:pt x="1344" y="5282"/>
                    <a:pt x="2657" y="4642"/>
                    <a:pt x="3905" y="3906"/>
                  </a:cubicBezTo>
                  <a:cubicBezTo>
                    <a:pt x="4065" y="2593"/>
                    <a:pt x="4097" y="1313"/>
                    <a:pt x="4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2"/>
            <p:cNvSpPr/>
            <p:nvPr/>
          </p:nvSpPr>
          <p:spPr>
            <a:xfrm rot="3148775">
              <a:off x="1305548" y="2489044"/>
              <a:ext cx="318556" cy="741082"/>
            </a:xfrm>
            <a:custGeom>
              <a:avLst/>
              <a:gdLst/>
              <a:ahLst/>
              <a:cxnLst/>
              <a:rect l="l" t="t" r="r" b="b"/>
              <a:pathLst>
                <a:path w="17060" h="39688" extrusionOk="0">
                  <a:moveTo>
                    <a:pt x="7554" y="0"/>
                  </a:moveTo>
                  <a:cubicBezTo>
                    <a:pt x="7042" y="384"/>
                    <a:pt x="6626" y="896"/>
                    <a:pt x="6338" y="1472"/>
                  </a:cubicBezTo>
                  <a:cubicBezTo>
                    <a:pt x="4449" y="4577"/>
                    <a:pt x="3681" y="10370"/>
                    <a:pt x="5922" y="15331"/>
                  </a:cubicBezTo>
                  <a:cubicBezTo>
                    <a:pt x="6530" y="16675"/>
                    <a:pt x="7042" y="17891"/>
                    <a:pt x="7458" y="19076"/>
                  </a:cubicBezTo>
                  <a:cubicBezTo>
                    <a:pt x="5794" y="19396"/>
                    <a:pt x="4129" y="19652"/>
                    <a:pt x="2465" y="19748"/>
                  </a:cubicBezTo>
                  <a:lnTo>
                    <a:pt x="7650" y="19748"/>
                  </a:lnTo>
                  <a:cubicBezTo>
                    <a:pt x="8386" y="22084"/>
                    <a:pt x="8514" y="24581"/>
                    <a:pt x="8002" y="26949"/>
                  </a:cubicBezTo>
                  <a:lnTo>
                    <a:pt x="2881" y="27365"/>
                  </a:lnTo>
                  <a:cubicBezTo>
                    <a:pt x="2721" y="27909"/>
                    <a:pt x="2529" y="28485"/>
                    <a:pt x="2305" y="29093"/>
                  </a:cubicBezTo>
                  <a:cubicBezTo>
                    <a:pt x="1" y="35047"/>
                    <a:pt x="3649" y="39687"/>
                    <a:pt x="8226" y="39687"/>
                  </a:cubicBezTo>
                  <a:cubicBezTo>
                    <a:pt x="13603" y="39687"/>
                    <a:pt x="15716" y="34758"/>
                    <a:pt x="15364" y="29542"/>
                  </a:cubicBezTo>
                  <a:cubicBezTo>
                    <a:pt x="15300" y="28517"/>
                    <a:pt x="15300" y="27461"/>
                    <a:pt x="15364" y="26437"/>
                  </a:cubicBezTo>
                  <a:lnTo>
                    <a:pt x="15364" y="26437"/>
                  </a:lnTo>
                  <a:lnTo>
                    <a:pt x="10435" y="26821"/>
                  </a:lnTo>
                  <a:cubicBezTo>
                    <a:pt x="10531" y="24453"/>
                    <a:pt x="10819" y="22084"/>
                    <a:pt x="11299" y="19780"/>
                  </a:cubicBezTo>
                  <a:lnTo>
                    <a:pt x="16292" y="19780"/>
                  </a:lnTo>
                  <a:cubicBezTo>
                    <a:pt x="16548" y="18435"/>
                    <a:pt x="16836" y="17091"/>
                    <a:pt x="17060" y="15651"/>
                  </a:cubicBezTo>
                  <a:lnTo>
                    <a:pt x="17060" y="15651"/>
                  </a:lnTo>
                  <a:cubicBezTo>
                    <a:pt x="15332" y="16579"/>
                    <a:pt x="13507" y="17379"/>
                    <a:pt x="11651" y="17987"/>
                  </a:cubicBezTo>
                  <a:cubicBezTo>
                    <a:pt x="11875" y="16803"/>
                    <a:pt x="12099" y="15683"/>
                    <a:pt x="12291" y="14499"/>
                  </a:cubicBezTo>
                  <a:cubicBezTo>
                    <a:pt x="13283" y="8290"/>
                    <a:pt x="11587" y="3681"/>
                    <a:pt x="9698" y="1440"/>
                  </a:cubicBezTo>
                  <a:cubicBezTo>
                    <a:pt x="8834" y="448"/>
                    <a:pt x="8002" y="0"/>
                    <a:pt x="75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6" name="Google Shape;616;p42"/>
          <p:cNvGrpSpPr/>
          <p:nvPr/>
        </p:nvGrpSpPr>
        <p:grpSpPr>
          <a:xfrm>
            <a:off x="194377" y="2371166"/>
            <a:ext cx="584618" cy="492682"/>
            <a:chOff x="513744" y="1775241"/>
            <a:chExt cx="843848" cy="711146"/>
          </a:xfrm>
        </p:grpSpPr>
        <p:sp>
          <p:nvSpPr>
            <p:cNvPr id="617" name="Google Shape;617;p42"/>
            <p:cNvSpPr/>
            <p:nvPr/>
          </p:nvSpPr>
          <p:spPr>
            <a:xfrm rot="3148775">
              <a:off x="1116312" y="1847343"/>
              <a:ext cx="240859" cy="119785"/>
            </a:xfrm>
            <a:custGeom>
              <a:avLst/>
              <a:gdLst/>
              <a:ahLst/>
              <a:cxnLst/>
              <a:rect l="l" t="t" r="r" b="b"/>
              <a:pathLst>
                <a:path w="12899" h="6415" extrusionOk="0">
                  <a:moveTo>
                    <a:pt x="6191" y="1"/>
                  </a:moveTo>
                  <a:cubicBezTo>
                    <a:pt x="4005" y="1"/>
                    <a:pt x="1788" y="1330"/>
                    <a:pt x="1" y="3662"/>
                  </a:cubicBezTo>
                  <a:cubicBezTo>
                    <a:pt x="1185" y="4174"/>
                    <a:pt x="2401" y="4590"/>
                    <a:pt x="3617" y="4942"/>
                  </a:cubicBezTo>
                  <a:cubicBezTo>
                    <a:pt x="4513" y="4078"/>
                    <a:pt x="5442" y="3566"/>
                    <a:pt x="6242" y="3566"/>
                  </a:cubicBezTo>
                  <a:cubicBezTo>
                    <a:pt x="6850" y="3598"/>
                    <a:pt x="7778" y="4238"/>
                    <a:pt x="8642" y="5647"/>
                  </a:cubicBezTo>
                  <a:cubicBezTo>
                    <a:pt x="8706" y="5775"/>
                    <a:pt x="8738" y="5903"/>
                    <a:pt x="8834" y="6031"/>
                  </a:cubicBezTo>
                  <a:cubicBezTo>
                    <a:pt x="10178" y="6223"/>
                    <a:pt x="11523" y="6351"/>
                    <a:pt x="12899" y="6415"/>
                  </a:cubicBezTo>
                  <a:cubicBezTo>
                    <a:pt x="11523" y="2734"/>
                    <a:pt x="9186" y="174"/>
                    <a:pt x="6562" y="13"/>
                  </a:cubicBezTo>
                  <a:cubicBezTo>
                    <a:pt x="6438" y="5"/>
                    <a:pt x="6315" y="1"/>
                    <a:pt x="61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2"/>
            <p:cNvSpPr/>
            <p:nvPr/>
          </p:nvSpPr>
          <p:spPr>
            <a:xfrm rot="3148775">
              <a:off x="1152671" y="2016549"/>
              <a:ext cx="86081" cy="96837"/>
            </a:xfrm>
            <a:custGeom>
              <a:avLst/>
              <a:gdLst/>
              <a:ahLst/>
              <a:cxnLst/>
              <a:rect l="l" t="t" r="r" b="b"/>
              <a:pathLst>
                <a:path w="4610" h="5186" extrusionOk="0">
                  <a:moveTo>
                    <a:pt x="0" y="1"/>
                  </a:moveTo>
                  <a:lnTo>
                    <a:pt x="0" y="1"/>
                  </a:lnTo>
                  <a:cubicBezTo>
                    <a:pt x="608" y="1601"/>
                    <a:pt x="961" y="3297"/>
                    <a:pt x="1025" y="4994"/>
                  </a:cubicBezTo>
                  <a:cubicBezTo>
                    <a:pt x="2209" y="5122"/>
                    <a:pt x="3393" y="5186"/>
                    <a:pt x="4609" y="5186"/>
                  </a:cubicBezTo>
                  <a:cubicBezTo>
                    <a:pt x="4545" y="3522"/>
                    <a:pt x="4289" y="1857"/>
                    <a:pt x="3809" y="257"/>
                  </a:cubicBezTo>
                  <a:cubicBezTo>
                    <a:pt x="2529" y="257"/>
                    <a:pt x="1249" y="129"/>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42"/>
            <p:cNvSpPr/>
            <p:nvPr/>
          </p:nvSpPr>
          <p:spPr>
            <a:xfrm rot="3148775">
              <a:off x="1051975" y="1810359"/>
              <a:ext cx="98032" cy="101617"/>
            </a:xfrm>
            <a:custGeom>
              <a:avLst/>
              <a:gdLst/>
              <a:ahLst/>
              <a:cxnLst/>
              <a:rect l="l" t="t" r="r" b="b"/>
              <a:pathLst>
                <a:path w="5250" h="5442" extrusionOk="0">
                  <a:moveTo>
                    <a:pt x="1792" y="0"/>
                  </a:moveTo>
                  <a:cubicBezTo>
                    <a:pt x="1024" y="1217"/>
                    <a:pt x="416" y="2529"/>
                    <a:pt x="0" y="3905"/>
                  </a:cubicBezTo>
                  <a:cubicBezTo>
                    <a:pt x="1056" y="4481"/>
                    <a:pt x="2144" y="4993"/>
                    <a:pt x="3265" y="5441"/>
                  </a:cubicBezTo>
                  <a:cubicBezTo>
                    <a:pt x="3681" y="3969"/>
                    <a:pt x="4353" y="2561"/>
                    <a:pt x="5249" y="1281"/>
                  </a:cubicBezTo>
                  <a:cubicBezTo>
                    <a:pt x="4065" y="929"/>
                    <a:pt x="2913" y="480"/>
                    <a:pt x="1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42"/>
            <p:cNvSpPr/>
            <p:nvPr/>
          </p:nvSpPr>
          <p:spPr>
            <a:xfrm rot="3148775">
              <a:off x="969746" y="1845732"/>
              <a:ext cx="72936" cy="98032"/>
            </a:xfrm>
            <a:custGeom>
              <a:avLst/>
              <a:gdLst/>
              <a:ahLst/>
              <a:cxnLst/>
              <a:rect l="l" t="t" r="r" b="b"/>
              <a:pathLst>
                <a:path w="3906" h="5250" extrusionOk="0">
                  <a:moveTo>
                    <a:pt x="577" y="0"/>
                  </a:moveTo>
                  <a:cubicBezTo>
                    <a:pt x="289" y="1121"/>
                    <a:pt x="97" y="2305"/>
                    <a:pt x="1" y="3457"/>
                  </a:cubicBezTo>
                  <a:cubicBezTo>
                    <a:pt x="1089" y="4129"/>
                    <a:pt x="2273" y="4737"/>
                    <a:pt x="3458" y="5249"/>
                  </a:cubicBezTo>
                  <a:cubicBezTo>
                    <a:pt x="3490" y="4001"/>
                    <a:pt x="3650" y="2753"/>
                    <a:pt x="3906" y="1537"/>
                  </a:cubicBezTo>
                  <a:cubicBezTo>
                    <a:pt x="2753" y="1089"/>
                    <a:pt x="1665" y="576"/>
                    <a:pt x="5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2"/>
            <p:cNvSpPr/>
            <p:nvPr/>
          </p:nvSpPr>
          <p:spPr>
            <a:xfrm rot="3148775">
              <a:off x="1074330" y="2096281"/>
              <a:ext cx="75923" cy="78295"/>
            </a:xfrm>
            <a:custGeom>
              <a:avLst/>
              <a:gdLst/>
              <a:ahLst/>
              <a:cxnLst/>
              <a:rect l="l" t="t" r="r" b="b"/>
              <a:pathLst>
                <a:path w="4066" h="4193" extrusionOk="0">
                  <a:moveTo>
                    <a:pt x="481" y="0"/>
                  </a:moveTo>
                  <a:cubicBezTo>
                    <a:pt x="481" y="1344"/>
                    <a:pt x="321" y="2657"/>
                    <a:pt x="0" y="3969"/>
                  </a:cubicBezTo>
                  <a:cubicBezTo>
                    <a:pt x="1217" y="4097"/>
                    <a:pt x="2401" y="4161"/>
                    <a:pt x="3617" y="4193"/>
                  </a:cubicBezTo>
                  <a:cubicBezTo>
                    <a:pt x="3873" y="2881"/>
                    <a:pt x="4033" y="1536"/>
                    <a:pt x="4065" y="192"/>
                  </a:cubicBezTo>
                  <a:cubicBezTo>
                    <a:pt x="2849" y="192"/>
                    <a:pt x="1665" y="96"/>
                    <a:pt x="4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42"/>
            <p:cNvSpPr/>
            <p:nvPr/>
          </p:nvSpPr>
          <p:spPr>
            <a:xfrm rot="3148775">
              <a:off x="889378" y="1899938"/>
              <a:ext cx="76521" cy="108787"/>
            </a:xfrm>
            <a:custGeom>
              <a:avLst/>
              <a:gdLst/>
              <a:ahLst/>
              <a:cxnLst/>
              <a:rect l="l" t="t" r="r" b="b"/>
              <a:pathLst>
                <a:path w="4098" h="5826" extrusionOk="0">
                  <a:moveTo>
                    <a:pt x="33" y="0"/>
                  </a:moveTo>
                  <a:lnTo>
                    <a:pt x="33" y="0"/>
                  </a:lnTo>
                  <a:cubicBezTo>
                    <a:pt x="1" y="1280"/>
                    <a:pt x="33" y="2593"/>
                    <a:pt x="193" y="3873"/>
                  </a:cubicBezTo>
                  <a:cubicBezTo>
                    <a:pt x="1441" y="4641"/>
                    <a:pt x="2753" y="5281"/>
                    <a:pt x="4098" y="5825"/>
                  </a:cubicBezTo>
                  <a:cubicBezTo>
                    <a:pt x="4034" y="5409"/>
                    <a:pt x="3938" y="5025"/>
                    <a:pt x="3874" y="4609"/>
                  </a:cubicBezTo>
                  <a:cubicBezTo>
                    <a:pt x="3714" y="3649"/>
                    <a:pt x="3650" y="2689"/>
                    <a:pt x="3618" y="1729"/>
                  </a:cubicBezTo>
                  <a:cubicBezTo>
                    <a:pt x="2369" y="1216"/>
                    <a:pt x="1185" y="640"/>
                    <a:pt x="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42"/>
            <p:cNvSpPr/>
            <p:nvPr/>
          </p:nvSpPr>
          <p:spPr>
            <a:xfrm rot="3148775">
              <a:off x="970796" y="2136191"/>
              <a:ext cx="96837" cy="78892"/>
            </a:xfrm>
            <a:custGeom>
              <a:avLst/>
              <a:gdLst/>
              <a:ahLst/>
              <a:cxnLst/>
              <a:rect l="l" t="t" r="r" b="b"/>
              <a:pathLst>
                <a:path w="5186" h="4225" extrusionOk="0">
                  <a:moveTo>
                    <a:pt x="1536" y="0"/>
                  </a:moveTo>
                  <a:cubicBezTo>
                    <a:pt x="1376" y="576"/>
                    <a:pt x="1152" y="1120"/>
                    <a:pt x="928" y="1664"/>
                  </a:cubicBezTo>
                  <a:cubicBezTo>
                    <a:pt x="576" y="2432"/>
                    <a:pt x="288" y="3137"/>
                    <a:pt x="0" y="3841"/>
                  </a:cubicBezTo>
                  <a:cubicBezTo>
                    <a:pt x="1216" y="4001"/>
                    <a:pt x="2433" y="4161"/>
                    <a:pt x="3681" y="4225"/>
                  </a:cubicBezTo>
                  <a:cubicBezTo>
                    <a:pt x="3841" y="3873"/>
                    <a:pt x="4001" y="3521"/>
                    <a:pt x="4161" y="3137"/>
                  </a:cubicBezTo>
                  <a:cubicBezTo>
                    <a:pt x="4577" y="2208"/>
                    <a:pt x="4929" y="1248"/>
                    <a:pt x="5185" y="256"/>
                  </a:cubicBezTo>
                  <a:cubicBezTo>
                    <a:pt x="3937" y="224"/>
                    <a:pt x="2721" y="128"/>
                    <a:pt x="1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42"/>
            <p:cNvSpPr/>
            <p:nvPr/>
          </p:nvSpPr>
          <p:spPr>
            <a:xfrm rot="3148775">
              <a:off x="745359" y="1763833"/>
              <a:ext cx="318575" cy="741082"/>
            </a:xfrm>
            <a:custGeom>
              <a:avLst/>
              <a:gdLst/>
              <a:ahLst/>
              <a:cxnLst/>
              <a:rect l="l" t="t" r="r" b="b"/>
              <a:pathLst>
                <a:path w="17061" h="39688" extrusionOk="0">
                  <a:moveTo>
                    <a:pt x="9379" y="0"/>
                  </a:moveTo>
                  <a:cubicBezTo>
                    <a:pt x="9059" y="0"/>
                    <a:pt x="8226" y="480"/>
                    <a:pt x="7394" y="1441"/>
                  </a:cubicBezTo>
                  <a:cubicBezTo>
                    <a:pt x="5474" y="3681"/>
                    <a:pt x="3778" y="8258"/>
                    <a:pt x="4770" y="14499"/>
                  </a:cubicBezTo>
                  <a:cubicBezTo>
                    <a:pt x="4962" y="15683"/>
                    <a:pt x="5186" y="16868"/>
                    <a:pt x="5410" y="17988"/>
                  </a:cubicBezTo>
                  <a:cubicBezTo>
                    <a:pt x="3554" y="17380"/>
                    <a:pt x="1729" y="16579"/>
                    <a:pt x="1" y="15651"/>
                  </a:cubicBezTo>
                  <a:lnTo>
                    <a:pt x="1" y="15651"/>
                  </a:lnTo>
                  <a:cubicBezTo>
                    <a:pt x="225" y="17060"/>
                    <a:pt x="513" y="18436"/>
                    <a:pt x="769" y="19748"/>
                  </a:cubicBezTo>
                  <a:lnTo>
                    <a:pt x="5762" y="19748"/>
                  </a:lnTo>
                  <a:cubicBezTo>
                    <a:pt x="6242" y="22084"/>
                    <a:pt x="6530" y="24421"/>
                    <a:pt x="6626" y="26789"/>
                  </a:cubicBezTo>
                  <a:lnTo>
                    <a:pt x="1697" y="26437"/>
                  </a:lnTo>
                  <a:lnTo>
                    <a:pt x="1697" y="26437"/>
                  </a:lnTo>
                  <a:cubicBezTo>
                    <a:pt x="1761" y="27461"/>
                    <a:pt x="1761" y="28518"/>
                    <a:pt x="1697" y="29542"/>
                  </a:cubicBezTo>
                  <a:cubicBezTo>
                    <a:pt x="1346" y="34774"/>
                    <a:pt x="3444" y="39688"/>
                    <a:pt x="8783" y="39688"/>
                  </a:cubicBezTo>
                  <a:cubicBezTo>
                    <a:pt x="8800" y="39688"/>
                    <a:pt x="8817" y="39688"/>
                    <a:pt x="8835" y="39688"/>
                  </a:cubicBezTo>
                  <a:cubicBezTo>
                    <a:pt x="13411" y="39688"/>
                    <a:pt x="17060" y="35047"/>
                    <a:pt x="14756" y="29094"/>
                  </a:cubicBezTo>
                  <a:cubicBezTo>
                    <a:pt x="14532" y="28486"/>
                    <a:pt x="14340" y="27910"/>
                    <a:pt x="14180" y="27365"/>
                  </a:cubicBezTo>
                  <a:lnTo>
                    <a:pt x="9059" y="26981"/>
                  </a:lnTo>
                  <a:cubicBezTo>
                    <a:pt x="8547" y="24581"/>
                    <a:pt x="8675" y="22084"/>
                    <a:pt x="9411" y="19780"/>
                  </a:cubicBezTo>
                  <a:lnTo>
                    <a:pt x="14596" y="19780"/>
                  </a:lnTo>
                  <a:cubicBezTo>
                    <a:pt x="12899" y="19652"/>
                    <a:pt x="11267" y="19428"/>
                    <a:pt x="9603" y="19076"/>
                  </a:cubicBezTo>
                  <a:cubicBezTo>
                    <a:pt x="10019" y="17892"/>
                    <a:pt x="10531" y="16675"/>
                    <a:pt x="11139" y="15331"/>
                  </a:cubicBezTo>
                  <a:cubicBezTo>
                    <a:pt x="13379" y="10370"/>
                    <a:pt x="12643" y="4577"/>
                    <a:pt x="10723" y="1473"/>
                  </a:cubicBezTo>
                  <a:cubicBezTo>
                    <a:pt x="10083" y="384"/>
                    <a:pt x="9539" y="32"/>
                    <a:pt x="93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5" name="Google Shape;625;p42"/>
          <p:cNvGrpSpPr/>
          <p:nvPr/>
        </p:nvGrpSpPr>
        <p:grpSpPr>
          <a:xfrm>
            <a:off x="989370" y="708072"/>
            <a:ext cx="612994" cy="611767"/>
            <a:chOff x="1594943" y="708058"/>
            <a:chExt cx="884807" cy="883035"/>
          </a:xfrm>
        </p:grpSpPr>
        <p:sp>
          <p:nvSpPr>
            <p:cNvPr id="626" name="Google Shape;626;p42"/>
            <p:cNvSpPr/>
            <p:nvPr/>
          </p:nvSpPr>
          <p:spPr>
            <a:xfrm rot="2700000">
              <a:off x="1649493" y="1242839"/>
              <a:ext cx="306262" cy="281148"/>
            </a:xfrm>
            <a:custGeom>
              <a:avLst/>
              <a:gdLst/>
              <a:ahLst/>
              <a:cxnLst/>
              <a:rect l="l" t="t" r="r" b="b"/>
              <a:pathLst>
                <a:path w="15524" h="14251" extrusionOk="0">
                  <a:moveTo>
                    <a:pt x="13475" y="0"/>
                  </a:moveTo>
                  <a:lnTo>
                    <a:pt x="12162" y="64"/>
                  </a:lnTo>
                  <a:cubicBezTo>
                    <a:pt x="12387" y="1217"/>
                    <a:pt x="12707" y="2337"/>
                    <a:pt x="13155" y="3425"/>
                  </a:cubicBezTo>
                  <a:cubicBezTo>
                    <a:pt x="14147" y="5985"/>
                    <a:pt x="13987" y="8546"/>
                    <a:pt x="12675" y="10434"/>
                  </a:cubicBezTo>
                  <a:cubicBezTo>
                    <a:pt x="11618" y="12003"/>
                    <a:pt x="9826" y="12963"/>
                    <a:pt x="7938" y="12963"/>
                  </a:cubicBezTo>
                  <a:cubicBezTo>
                    <a:pt x="7863" y="12966"/>
                    <a:pt x="7789" y="12967"/>
                    <a:pt x="7714" y="12967"/>
                  </a:cubicBezTo>
                  <a:cubicBezTo>
                    <a:pt x="6160" y="12967"/>
                    <a:pt x="4654" y="12333"/>
                    <a:pt x="3585" y="11202"/>
                  </a:cubicBezTo>
                  <a:cubicBezTo>
                    <a:pt x="2081" y="9570"/>
                    <a:pt x="1312" y="6818"/>
                    <a:pt x="1536" y="3649"/>
                  </a:cubicBezTo>
                  <a:cubicBezTo>
                    <a:pt x="1600" y="2753"/>
                    <a:pt x="1600" y="1921"/>
                    <a:pt x="1568" y="1089"/>
                  </a:cubicBezTo>
                  <a:lnTo>
                    <a:pt x="1568" y="1089"/>
                  </a:lnTo>
                  <a:cubicBezTo>
                    <a:pt x="1152" y="1153"/>
                    <a:pt x="704" y="1217"/>
                    <a:pt x="256" y="1281"/>
                  </a:cubicBezTo>
                  <a:cubicBezTo>
                    <a:pt x="256" y="2017"/>
                    <a:pt x="288" y="2785"/>
                    <a:pt x="224" y="3553"/>
                  </a:cubicBezTo>
                  <a:cubicBezTo>
                    <a:pt x="0" y="7074"/>
                    <a:pt x="864" y="10178"/>
                    <a:pt x="2625" y="12099"/>
                  </a:cubicBezTo>
                  <a:cubicBezTo>
                    <a:pt x="3927" y="13461"/>
                    <a:pt x="5716" y="14251"/>
                    <a:pt x="7585" y="14251"/>
                  </a:cubicBezTo>
                  <a:cubicBezTo>
                    <a:pt x="7692" y="14251"/>
                    <a:pt x="7799" y="14248"/>
                    <a:pt x="7906" y="14243"/>
                  </a:cubicBezTo>
                  <a:lnTo>
                    <a:pt x="7938" y="14243"/>
                  </a:lnTo>
                  <a:cubicBezTo>
                    <a:pt x="10274" y="14243"/>
                    <a:pt x="12451" y="13123"/>
                    <a:pt x="13763" y="11202"/>
                  </a:cubicBezTo>
                  <a:cubicBezTo>
                    <a:pt x="15299" y="8930"/>
                    <a:pt x="15523" y="5953"/>
                    <a:pt x="14371" y="2945"/>
                  </a:cubicBezTo>
                  <a:cubicBezTo>
                    <a:pt x="13987" y="1985"/>
                    <a:pt x="13699" y="1025"/>
                    <a:pt x="134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42"/>
            <p:cNvSpPr/>
            <p:nvPr/>
          </p:nvSpPr>
          <p:spPr>
            <a:xfrm rot="2700000">
              <a:off x="1965543" y="784850"/>
              <a:ext cx="409816" cy="465015"/>
            </a:xfrm>
            <a:custGeom>
              <a:avLst/>
              <a:gdLst/>
              <a:ahLst/>
              <a:cxnLst/>
              <a:rect l="l" t="t" r="r" b="b"/>
              <a:pathLst>
                <a:path w="20773" h="23571" extrusionOk="0">
                  <a:moveTo>
                    <a:pt x="11112" y="1"/>
                  </a:moveTo>
                  <a:cubicBezTo>
                    <a:pt x="8911" y="1"/>
                    <a:pt x="6704" y="1204"/>
                    <a:pt x="4866" y="3343"/>
                  </a:cubicBezTo>
                  <a:cubicBezTo>
                    <a:pt x="1409" y="7376"/>
                    <a:pt x="1" y="13841"/>
                    <a:pt x="1057" y="20594"/>
                  </a:cubicBezTo>
                  <a:cubicBezTo>
                    <a:pt x="1217" y="21619"/>
                    <a:pt x="1409" y="22611"/>
                    <a:pt x="1601" y="23571"/>
                  </a:cubicBezTo>
                  <a:lnTo>
                    <a:pt x="2913" y="23379"/>
                  </a:lnTo>
                  <a:cubicBezTo>
                    <a:pt x="2721" y="22419"/>
                    <a:pt x="2529" y="21427"/>
                    <a:pt x="2369" y="20402"/>
                  </a:cubicBezTo>
                  <a:cubicBezTo>
                    <a:pt x="1345" y="14001"/>
                    <a:pt x="2657" y="7952"/>
                    <a:pt x="5890" y="4207"/>
                  </a:cubicBezTo>
                  <a:cubicBezTo>
                    <a:pt x="7490" y="2351"/>
                    <a:pt x="9346" y="1295"/>
                    <a:pt x="11139" y="1295"/>
                  </a:cubicBezTo>
                  <a:lnTo>
                    <a:pt x="11427" y="1295"/>
                  </a:lnTo>
                  <a:cubicBezTo>
                    <a:pt x="13059" y="1391"/>
                    <a:pt x="14659" y="2639"/>
                    <a:pt x="15940" y="4752"/>
                  </a:cubicBezTo>
                  <a:cubicBezTo>
                    <a:pt x="18276" y="8624"/>
                    <a:pt x="19460" y="15698"/>
                    <a:pt x="16612" y="22163"/>
                  </a:cubicBezTo>
                  <a:lnTo>
                    <a:pt x="18052" y="22099"/>
                  </a:lnTo>
                  <a:cubicBezTo>
                    <a:pt x="20773" y="15345"/>
                    <a:pt x="19492" y="8080"/>
                    <a:pt x="17060" y="4079"/>
                  </a:cubicBezTo>
                  <a:cubicBezTo>
                    <a:pt x="15556" y="1583"/>
                    <a:pt x="13571" y="143"/>
                    <a:pt x="11523" y="15"/>
                  </a:cubicBezTo>
                  <a:cubicBezTo>
                    <a:pt x="11386" y="5"/>
                    <a:pt x="11249" y="1"/>
                    <a:pt x="111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42"/>
            <p:cNvSpPr/>
            <p:nvPr/>
          </p:nvSpPr>
          <p:spPr>
            <a:xfrm rot="2700000">
              <a:off x="1809720" y="1232972"/>
              <a:ext cx="34130" cy="17696"/>
            </a:xfrm>
            <a:custGeom>
              <a:avLst/>
              <a:gdLst/>
              <a:ahLst/>
              <a:cxnLst/>
              <a:rect l="l" t="t" r="r" b="b"/>
              <a:pathLst>
                <a:path w="1730" h="897" extrusionOk="0">
                  <a:moveTo>
                    <a:pt x="1729" y="0"/>
                  </a:moveTo>
                  <a:lnTo>
                    <a:pt x="1729" y="0"/>
                  </a:lnTo>
                  <a:cubicBezTo>
                    <a:pt x="1153" y="65"/>
                    <a:pt x="545" y="129"/>
                    <a:pt x="1" y="193"/>
                  </a:cubicBezTo>
                  <a:lnTo>
                    <a:pt x="1" y="385"/>
                  </a:lnTo>
                  <a:cubicBezTo>
                    <a:pt x="161" y="673"/>
                    <a:pt x="417" y="833"/>
                    <a:pt x="737" y="897"/>
                  </a:cubicBezTo>
                  <a:cubicBezTo>
                    <a:pt x="1089" y="897"/>
                    <a:pt x="1441" y="577"/>
                    <a:pt x="17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42"/>
            <p:cNvSpPr/>
            <p:nvPr/>
          </p:nvSpPr>
          <p:spPr>
            <a:xfrm rot="2700000">
              <a:off x="1730670" y="1310532"/>
              <a:ext cx="195132" cy="85581"/>
            </a:xfrm>
            <a:custGeom>
              <a:avLst/>
              <a:gdLst/>
              <a:ahLst/>
              <a:cxnLst/>
              <a:rect l="l" t="t" r="r" b="b"/>
              <a:pathLst>
                <a:path w="9891" h="4338" extrusionOk="0">
                  <a:moveTo>
                    <a:pt x="3533" y="1"/>
                  </a:moveTo>
                  <a:cubicBezTo>
                    <a:pt x="3169" y="1"/>
                    <a:pt x="2801" y="305"/>
                    <a:pt x="2497" y="913"/>
                  </a:cubicBezTo>
                  <a:cubicBezTo>
                    <a:pt x="2081" y="1777"/>
                    <a:pt x="1473" y="2289"/>
                    <a:pt x="769" y="2289"/>
                  </a:cubicBezTo>
                  <a:cubicBezTo>
                    <a:pt x="513" y="2257"/>
                    <a:pt x="225" y="2193"/>
                    <a:pt x="1" y="2033"/>
                  </a:cubicBezTo>
                  <a:lnTo>
                    <a:pt x="1" y="2033"/>
                  </a:lnTo>
                  <a:cubicBezTo>
                    <a:pt x="33" y="2705"/>
                    <a:pt x="97" y="3378"/>
                    <a:pt x="193" y="4018"/>
                  </a:cubicBezTo>
                  <a:cubicBezTo>
                    <a:pt x="353" y="4210"/>
                    <a:pt x="577" y="4306"/>
                    <a:pt x="769" y="4338"/>
                  </a:cubicBezTo>
                  <a:cubicBezTo>
                    <a:pt x="1153" y="4338"/>
                    <a:pt x="1505" y="3986"/>
                    <a:pt x="1793" y="3378"/>
                  </a:cubicBezTo>
                  <a:cubicBezTo>
                    <a:pt x="2241" y="2513"/>
                    <a:pt x="2849" y="2001"/>
                    <a:pt x="3521" y="2001"/>
                  </a:cubicBezTo>
                  <a:cubicBezTo>
                    <a:pt x="4225" y="2001"/>
                    <a:pt x="4834" y="2513"/>
                    <a:pt x="5250" y="3378"/>
                  </a:cubicBezTo>
                  <a:cubicBezTo>
                    <a:pt x="5538" y="3986"/>
                    <a:pt x="5906" y="4290"/>
                    <a:pt x="6274" y="4290"/>
                  </a:cubicBezTo>
                  <a:cubicBezTo>
                    <a:pt x="6642" y="4290"/>
                    <a:pt x="7010" y="3986"/>
                    <a:pt x="7298" y="3378"/>
                  </a:cubicBezTo>
                  <a:cubicBezTo>
                    <a:pt x="7714" y="2513"/>
                    <a:pt x="8354" y="2001"/>
                    <a:pt x="9026" y="2001"/>
                  </a:cubicBezTo>
                  <a:cubicBezTo>
                    <a:pt x="9346" y="2001"/>
                    <a:pt x="9634" y="2129"/>
                    <a:pt x="9891" y="2321"/>
                  </a:cubicBezTo>
                  <a:cubicBezTo>
                    <a:pt x="9827" y="1809"/>
                    <a:pt x="9667" y="1329"/>
                    <a:pt x="9506" y="849"/>
                  </a:cubicBezTo>
                  <a:cubicBezTo>
                    <a:pt x="9378" y="561"/>
                    <a:pt x="9282" y="337"/>
                    <a:pt x="9186" y="49"/>
                  </a:cubicBezTo>
                  <a:cubicBezTo>
                    <a:pt x="9122" y="29"/>
                    <a:pt x="9058" y="19"/>
                    <a:pt x="8993" y="19"/>
                  </a:cubicBezTo>
                  <a:cubicBezTo>
                    <a:pt x="8635" y="19"/>
                    <a:pt x="8273" y="317"/>
                    <a:pt x="8002" y="913"/>
                  </a:cubicBezTo>
                  <a:cubicBezTo>
                    <a:pt x="7554" y="1777"/>
                    <a:pt x="6946" y="2289"/>
                    <a:pt x="6274" y="2289"/>
                  </a:cubicBezTo>
                  <a:cubicBezTo>
                    <a:pt x="5602" y="2289"/>
                    <a:pt x="4994" y="1777"/>
                    <a:pt x="4546" y="913"/>
                  </a:cubicBezTo>
                  <a:cubicBezTo>
                    <a:pt x="4257" y="305"/>
                    <a:pt x="3897" y="1"/>
                    <a:pt x="35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42"/>
            <p:cNvSpPr/>
            <p:nvPr/>
          </p:nvSpPr>
          <p:spPr>
            <a:xfrm rot="2700000">
              <a:off x="1770737" y="1268464"/>
              <a:ext cx="176825" cy="80215"/>
            </a:xfrm>
            <a:custGeom>
              <a:avLst/>
              <a:gdLst/>
              <a:ahLst/>
              <a:cxnLst/>
              <a:rect l="l" t="t" r="r" b="b"/>
              <a:pathLst>
                <a:path w="8963" h="4066" extrusionOk="0">
                  <a:moveTo>
                    <a:pt x="8514" y="0"/>
                  </a:moveTo>
                  <a:cubicBezTo>
                    <a:pt x="8290" y="160"/>
                    <a:pt x="8130" y="384"/>
                    <a:pt x="8034" y="641"/>
                  </a:cubicBezTo>
                  <a:cubicBezTo>
                    <a:pt x="7586" y="1537"/>
                    <a:pt x="6978" y="2017"/>
                    <a:pt x="6306" y="2017"/>
                  </a:cubicBezTo>
                  <a:cubicBezTo>
                    <a:pt x="5634" y="2017"/>
                    <a:pt x="4994" y="1537"/>
                    <a:pt x="4578" y="641"/>
                  </a:cubicBezTo>
                  <a:cubicBezTo>
                    <a:pt x="4482" y="449"/>
                    <a:pt x="4321" y="256"/>
                    <a:pt x="4161" y="64"/>
                  </a:cubicBezTo>
                  <a:cubicBezTo>
                    <a:pt x="3681" y="128"/>
                    <a:pt x="3265" y="192"/>
                    <a:pt x="2785" y="224"/>
                  </a:cubicBezTo>
                  <a:cubicBezTo>
                    <a:pt x="2689" y="352"/>
                    <a:pt x="2593" y="481"/>
                    <a:pt x="2529" y="641"/>
                  </a:cubicBezTo>
                  <a:cubicBezTo>
                    <a:pt x="2081" y="1537"/>
                    <a:pt x="1473" y="2017"/>
                    <a:pt x="801" y="2017"/>
                  </a:cubicBezTo>
                  <a:cubicBezTo>
                    <a:pt x="545" y="1985"/>
                    <a:pt x="257" y="1921"/>
                    <a:pt x="33" y="1761"/>
                  </a:cubicBezTo>
                  <a:lnTo>
                    <a:pt x="33" y="1761"/>
                  </a:lnTo>
                  <a:cubicBezTo>
                    <a:pt x="33" y="2305"/>
                    <a:pt x="65" y="2817"/>
                    <a:pt x="1" y="3361"/>
                  </a:cubicBezTo>
                  <a:lnTo>
                    <a:pt x="1" y="3553"/>
                  </a:lnTo>
                  <a:cubicBezTo>
                    <a:pt x="193" y="3841"/>
                    <a:pt x="481" y="4033"/>
                    <a:pt x="801" y="4065"/>
                  </a:cubicBezTo>
                  <a:cubicBezTo>
                    <a:pt x="1153" y="4065"/>
                    <a:pt x="1537" y="3745"/>
                    <a:pt x="1825" y="3137"/>
                  </a:cubicBezTo>
                  <a:cubicBezTo>
                    <a:pt x="2273" y="2241"/>
                    <a:pt x="2881" y="1761"/>
                    <a:pt x="3553" y="1761"/>
                  </a:cubicBezTo>
                  <a:cubicBezTo>
                    <a:pt x="4225" y="1761"/>
                    <a:pt x="4834" y="2241"/>
                    <a:pt x="5282" y="3137"/>
                  </a:cubicBezTo>
                  <a:cubicBezTo>
                    <a:pt x="5570" y="3745"/>
                    <a:pt x="5930" y="4049"/>
                    <a:pt x="6294" y="4049"/>
                  </a:cubicBezTo>
                  <a:cubicBezTo>
                    <a:pt x="6658" y="4049"/>
                    <a:pt x="7026" y="3745"/>
                    <a:pt x="7330" y="3137"/>
                  </a:cubicBezTo>
                  <a:cubicBezTo>
                    <a:pt x="7714" y="2305"/>
                    <a:pt x="8322" y="1825"/>
                    <a:pt x="8962" y="1793"/>
                  </a:cubicBezTo>
                  <a:cubicBezTo>
                    <a:pt x="8770" y="1185"/>
                    <a:pt x="8610" y="609"/>
                    <a:pt x="85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42"/>
            <p:cNvSpPr/>
            <p:nvPr/>
          </p:nvSpPr>
          <p:spPr>
            <a:xfrm rot="2700000">
              <a:off x="1881581" y="1299606"/>
              <a:ext cx="49913" cy="27639"/>
            </a:xfrm>
            <a:custGeom>
              <a:avLst/>
              <a:gdLst/>
              <a:ahLst/>
              <a:cxnLst/>
              <a:rect l="l" t="t" r="r" b="b"/>
              <a:pathLst>
                <a:path w="2530" h="1401" extrusionOk="0">
                  <a:moveTo>
                    <a:pt x="2529" y="0"/>
                  </a:moveTo>
                  <a:lnTo>
                    <a:pt x="2529" y="0"/>
                  </a:lnTo>
                  <a:cubicBezTo>
                    <a:pt x="1665" y="64"/>
                    <a:pt x="833" y="128"/>
                    <a:pt x="1" y="192"/>
                  </a:cubicBezTo>
                  <a:cubicBezTo>
                    <a:pt x="65" y="288"/>
                    <a:pt x="129" y="384"/>
                    <a:pt x="193" y="512"/>
                  </a:cubicBezTo>
                  <a:cubicBezTo>
                    <a:pt x="481" y="1105"/>
                    <a:pt x="841" y="1401"/>
                    <a:pt x="1201" y="1401"/>
                  </a:cubicBezTo>
                  <a:cubicBezTo>
                    <a:pt x="1561" y="1401"/>
                    <a:pt x="1921" y="1105"/>
                    <a:pt x="2209" y="512"/>
                  </a:cubicBezTo>
                  <a:cubicBezTo>
                    <a:pt x="2305" y="320"/>
                    <a:pt x="2401" y="160"/>
                    <a:pt x="25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42"/>
            <p:cNvSpPr/>
            <p:nvPr/>
          </p:nvSpPr>
          <p:spPr>
            <a:xfrm rot="2700000">
              <a:off x="1686285" y="1349241"/>
              <a:ext cx="188819" cy="119317"/>
            </a:xfrm>
            <a:custGeom>
              <a:avLst/>
              <a:gdLst/>
              <a:ahLst/>
              <a:cxnLst/>
              <a:rect l="l" t="t" r="r" b="b"/>
              <a:pathLst>
                <a:path w="9571" h="6048" extrusionOk="0">
                  <a:moveTo>
                    <a:pt x="3073" y="0"/>
                  </a:moveTo>
                  <a:cubicBezTo>
                    <a:pt x="2705" y="0"/>
                    <a:pt x="2337" y="296"/>
                    <a:pt x="2049" y="889"/>
                  </a:cubicBezTo>
                  <a:cubicBezTo>
                    <a:pt x="1601" y="1785"/>
                    <a:pt x="993" y="2265"/>
                    <a:pt x="321" y="2265"/>
                  </a:cubicBezTo>
                  <a:cubicBezTo>
                    <a:pt x="193" y="2265"/>
                    <a:pt x="97" y="2233"/>
                    <a:pt x="1" y="2201"/>
                  </a:cubicBezTo>
                  <a:lnTo>
                    <a:pt x="1" y="2201"/>
                  </a:lnTo>
                  <a:cubicBezTo>
                    <a:pt x="225" y="3129"/>
                    <a:pt x="673" y="3961"/>
                    <a:pt x="1313" y="4665"/>
                  </a:cubicBezTo>
                  <a:cubicBezTo>
                    <a:pt x="2156" y="5569"/>
                    <a:pt x="3340" y="6047"/>
                    <a:pt x="4570" y="6047"/>
                  </a:cubicBezTo>
                  <a:cubicBezTo>
                    <a:pt x="4647" y="6047"/>
                    <a:pt x="4724" y="6045"/>
                    <a:pt x="4802" y="6042"/>
                  </a:cubicBezTo>
                  <a:cubicBezTo>
                    <a:pt x="4833" y="6042"/>
                    <a:pt x="4865" y="6043"/>
                    <a:pt x="4896" y="6043"/>
                  </a:cubicBezTo>
                  <a:cubicBezTo>
                    <a:pt x="6428" y="6043"/>
                    <a:pt x="7828" y="5280"/>
                    <a:pt x="8674" y="4025"/>
                  </a:cubicBezTo>
                  <a:cubicBezTo>
                    <a:pt x="9283" y="3097"/>
                    <a:pt x="9571" y="2009"/>
                    <a:pt x="9571" y="889"/>
                  </a:cubicBezTo>
                  <a:cubicBezTo>
                    <a:pt x="9283" y="296"/>
                    <a:pt x="8922" y="0"/>
                    <a:pt x="8558" y="0"/>
                  </a:cubicBezTo>
                  <a:cubicBezTo>
                    <a:pt x="8194" y="0"/>
                    <a:pt x="7826" y="296"/>
                    <a:pt x="7522" y="889"/>
                  </a:cubicBezTo>
                  <a:cubicBezTo>
                    <a:pt x="7106" y="1785"/>
                    <a:pt x="6498" y="2265"/>
                    <a:pt x="5826" y="2265"/>
                  </a:cubicBezTo>
                  <a:cubicBezTo>
                    <a:pt x="5122" y="2265"/>
                    <a:pt x="4514" y="1785"/>
                    <a:pt x="4098" y="889"/>
                  </a:cubicBezTo>
                  <a:cubicBezTo>
                    <a:pt x="3809" y="296"/>
                    <a:pt x="3441" y="0"/>
                    <a:pt x="30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42"/>
            <p:cNvSpPr/>
            <p:nvPr/>
          </p:nvSpPr>
          <p:spPr>
            <a:xfrm rot="2700000">
              <a:off x="2009291" y="995634"/>
              <a:ext cx="272783" cy="84950"/>
            </a:xfrm>
            <a:custGeom>
              <a:avLst/>
              <a:gdLst/>
              <a:ahLst/>
              <a:cxnLst/>
              <a:rect l="l" t="t" r="r" b="b"/>
              <a:pathLst>
                <a:path w="13827" h="4306" extrusionOk="0">
                  <a:moveTo>
                    <a:pt x="5393" y="1"/>
                  </a:moveTo>
                  <a:cubicBezTo>
                    <a:pt x="5033" y="1"/>
                    <a:pt x="4673" y="305"/>
                    <a:pt x="4385" y="913"/>
                  </a:cubicBezTo>
                  <a:cubicBezTo>
                    <a:pt x="3937" y="1777"/>
                    <a:pt x="3329" y="2257"/>
                    <a:pt x="2657" y="2257"/>
                  </a:cubicBezTo>
                  <a:cubicBezTo>
                    <a:pt x="1985" y="2257"/>
                    <a:pt x="1345" y="1777"/>
                    <a:pt x="928" y="913"/>
                  </a:cubicBezTo>
                  <a:cubicBezTo>
                    <a:pt x="800" y="593"/>
                    <a:pt x="576" y="337"/>
                    <a:pt x="320" y="145"/>
                  </a:cubicBezTo>
                  <a:cubicBezTo>
                    <a:pt x="192" y="753"/>
                    <a:pt x="64" y="1361"/>
                    <a:pt x="0" y="2033"/>
                  </a:cubicBezTo>
                  <a:cubicBezTo>
                    <a:pt x="640" y="2065"/>
                    <a:pt x="1217" y="2513"/>
                    <a:pt x="1633" y="3377"/>
                  </a:cubicBezTo>
                  <a:cubicBezTo>
                    <a:pt x="1921" y="3985"/>
                    <a:pt x="2305" y="4306"/>
                    <a:pt x="2657" y="4306"/>
                  </a:cubicBezTo>
                  <a:cubicBezTo>
                    <a:pt x="3009" y="4306"/>
                    <a:pt x="3393" y="3985"/>
                    <a:pt x="3681" y="3377"/>
                  </a:cubicBezTo>
                  <a:cubicBezTo>
                    <a:pt x="4097" y="2481"/>
                    <a:pt x="4705" y="2001"/>
                    <a:pt x="5409" y="2001"/>
                  </a:cubicBezTo>
                  <a:cubicBezTo>
                    <a:pt x="6081" y="2001"/>
                    <a:pt x="6690" y="2481"/>
                    <a:pt x="7106" y="3377"/>
                  </a:cubicBezTo>
                  <a:cubicBezTo>
                    <a:pt x="7410" y="3985"/>
                    <a:pt x="7778" y="4290"/>
                    <a:pt x="8142" y="4290"/>
                  </a:cubicBezTo>
                  <a:cubicBezTo>
                    <a:pt x="8506" y="4290"/>
                    <a:pt x="8866" y="3985"/>
                    <a:pt x="9154" y="3377"/>
                  </a:cubicBezTo>
                  <a:cubicBezTo>
                    <a:pt x="9602" y="2481"/>
                    <a:pt x="10210" y="2001"/>
                    <a:pt x="10882" y="2001"/>
                  </a:cubicBezTo>
                  <a:cubicBezTo>
                    <a:pt x="11555" y="2001"/>
                    <a:pt x="12163" y="2481"/>
                    <a:pt x="12611" y="3377"/>
                  </a:cubicBezTo>
                  <a:cubicBezTo>
                    <a:pt x="12891" y="3965"/>
                    <a:pt x="13244" y="4260"/>
                    <a:pt x="13607" y="4260"/>
                  </a:cubicBezTo>
                  <a:cubicBezTo>
                    <a:pt x="13659" y="4260"/>
                    <a:pt x="13711" y="4254"/>
                    <a:pt x="13763" y="4241"/>
                  </a:cubicBezTo>
                  <a:cubicBezTo>
                    <a:pt x="13827" y="3569"/>
                    <a:pt x="13827" y="2897"/>
                    <a:pt x="13827" y="2225"/>
                  </a:cubicBezTo>
                  <a:lnTo>
                    <a:pt x="13827" y="2225"/>
                  </a:lnTo>
                  <a:cubicBezTo>
                    <a:pt x="13763" y="2257"/>
                    <a:pt x="13699" y="2257"/>
                    <a:pt x="13635" y="2257"/>
                  </a:cubicBezTo>
                  <a:cubicBezTo>
                    <a:pt x="12931" y="2257"/>
                    <a:pt x="12323" y="1777"/>
                    <a:pt x="11907" y="913"/>
                  </a:cubicBezTo>
                  <a:cubicBezTo>
                    <a:pt x="11619" y="305"/>
                    <a:pt x="11250" y="1"/>
                    <a:pt x="10882" y="1"/>
                  </a:cubicBezTo>
                  <a:cubicBezTo>
                    <a:pt x="10514" y="1"/>
                    <a:pt x="10146" y="305"/>
                    <a:pt x="9858" y="913"/>
                  </a:cubicBezTo>
                  <a:cubicBezTo>
                    <a:pt x="9442" y="1777"/>
                    <a:pt x="8802" y="2257"/>
                    <a:pt x="8130" y="2257"/>
                  </a:cubicBezTo>
                  <a:cubicBezTo>
                    <a:pt x="7458" y="2257"/>
                    <a:pt x="6850" y="1777"/>
                    <a:pt x="6402" y="913"/>
                  </a:cubicBezTo>
                  <a:cubicBezTo>
                    <a:pt x="6113" y="305"/>
                    <a:pt x="5753" y="1"/>
                    <a:pt x="53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42"/>
            <p:cNvSpPr/>
            <p:nvPr/>
          </p:nvSpPr>
          <p:spPr>
            <a:xfrm rot="2700000">
              <a:off x="1902015" y="1106766"/>
              <a:ext cx="243112" cy="68516"/>
            </a:xfrm>
            <a:custGeom>
              <a:avLst/>
              <a:gdLst/>
              <a:ahLst/>
              <a:cxnLst/>
              <a:rect l="l" t="t" r="r" b="b"/>
              <a:pathLst>
                <a:path w="12323" h="3473" extrusionOk="0">
                  <a:moveTo>
                    <a:pt x="5345" y="0"/>
                  </a:moveTo>
                  <a:cubicBezTo>
                    <a:pt x="4977" y="0"/>
                    <a:pt x="4609" y="304"/>
                    <a:pt x="4321" y="912"/>
                  </a:cubicBezTo>
                  <a:cubicBezTo>
                    <a:pt x="3873" y="1777"/>
                    <a:pt x="3265" y="2289"/>
                    <a:pt x="2593" y="2289"/>
                  </a:cubicBezTo>
                  <a:cubicBezTo>
                    <a:pt x="1921" y="2289"/>
                    <a:pt x="1313" y="1777"/>
                    <a:pt x="864" y="912"/>
                  </a:cubicBezTo>
                  <a:cubicBezTo>
                    <a:pt x="736" y="496"/>
                    <a:pt x="416" y="208"/>
                    <a:pt x="0" y="48"/>
                  </a:cubicBezTo>
                  <a:lnTo>
                    <a:pt x="0" y="48"/>
                  </a:lnTo>
                  <a:cubicBezTo>
                    <a:pt x="0" y="176"/>
                    <a:pt x="32" y="336"/>
                    <a:pt x="64" y="464"/>
                  </a:cubicBezTo>
                  <a:cubicBezTo>
                    <a:pt x="224" y="1521"/>
                    <a:pt x="416" y="2513"/>
                    <a:pt x="608" y="3473"/>
                  </a:cubicBezTo>
                  <a:cubicBezTo>
                    <a:pt x="4321" y="2993"/>
                    <a:pt x="8130" y="2641"/>
                    <a:pt x="12003" y="2449"/>
                  </a:cubicBezTo>
                  <a:cubicBezTo>
                    <a:pt x="12067" y="2321"/>
                    <a:pt x="12099" y="2225"/>
                    <a:pt x="12163" y="2097"/>
                  </a:cubicBezTo>
                  <a:cubicBezTo>
                    <a:pt x="12227" y="1937"/>
                    <a:pt x="12259" y="1777"/>
                    <a:pt x="12323" y="1617"/>
                  </a:cubicBezTo>
                  <a:cubicBezTo>
                    <a:pt x="12131" y="1425"/>
                    <a:pt x="11971" y="1168"/>
                    <a:pt x="11843" y="912"/>
                  </a:cubicBezTo>
                  <a:cubicBezTo>
                    <a:pt x="11555" y="304"/>
                    <a:pt x="11194" y="0"/>
                    <a:pt x="10830" y="0"/>
                  </a:cubicBezTo>
                  <a:cubicBezTo>
                    <a:pt x="10466" y="0"/>
                    <a:pt x="10098" y="304"/>
                    <a:pt x="9794" y="912"/>
                  </a:cubicBezTo>
                  <a:cubicBezTo>
                    <a:pt x="9378" y="1777"/>
                    <a:pt x="8770" y="2289"/>
                    <a:pt x="8098" y="2289"/>
                  </a:cubicBezTo>
                  <a:cubicBezTo>
                    <a:pt x="7394" y="2289"/>
                    <a:pt x="6786" y="1777"/>
                    <a:pt x="6370" y="912"/>
                  </a:cubicBezTo>
                  <a:cubicBezTo>
                    <a:pt x="6081" y="304"/>
                    <a:pt x="5713" y="0"/>
                    <a:pt x="53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42"/>
            <p:cNvSpPr/>
            <p:nvPr/>
          </p:nvSpPr>
          <p:spPr>
            <a:xfrm rot="2700000">
              <a:off x="2111314" y="922052"/>
              <a:ext cx="238061" cy="85108"/>
            </a:xfrm>
            <a:custGeom>
              <a:avLst/>
              <a:gdLst/>
              <a:ahLst/>
              <a:cxnLst/>
              <a:rect l="l" t="t" r="r" b="b"/>
              <a:pathLst>
                <a:path w="12067" h="4314" extrusionOk="0">
                  <a:moveTo>
                    <a:pt x="4113" y="1"/>
                  </a:moveTo>
                  <a:cubicBezTo>
                    <a:pt x="3753" y="1"/>
                    <a:pt x="3393" y="297"/>
                    <a:pt x="3105" y="889"/>
                  </a:cubicBezTo>
                  <a:cubicBezTo>
                    <a:pt x="2657" y="1785"/>
                    <a:pt x="2049" y="2265"/>
                    <a:pt x="1377" y="2265"/>
                  </a:cubicBezTo>
                  <a:cubicBezTo>
                    <a:pt x="1025" y="2265"/>
                    <a:pt x="705" y="2137"/>
                    <a:pt x="417" y="1913"/>
                  </a:cubicBezTo>
                  <a:cubicBezTo>
                    <a:pt x="289" y="2201"/>
                    <a:pt x="129" y="2489"/>
                    <a:pt x="1" y="2809"/>
                  </a:cubicBezTo>
                  <a:cubicBezTo>
                    <a:pt x="129" y="2969"/>
                    <a:pt x="257" y="3161"/>
                    <a:pt x="353" y="3385"/>
                  </a:cubicBezTo>
                  <a:cubicBezTo>
                    <a:pt x="641" y="3961"/>
                    <a:pt x="1025" y="4313"/>
                    <a:pt x="1377" y="4313"/>
                  </a:cubicBezTo>
                  <a:cubicBezTo>
                    <a:pt x="1729" y="4313"/>
                    <a:pt x="2113" y="3961"/>
                    <a:pt x="2401" y="3385"/>
                  </a:cubicBezTo>
                  <a:cubicBezTo>
                    <a:pt x="2817" y="2489"/>
                    <a:pt x="3425" y="2009"/>
                    <a:pt x="4129" y="2009"/>
                  </a:cubicBezTo>
                  <a:cubicBezTo>
                    <a:pt x="4801" y="2009"/>
                    <a:pt x="5410" y="2489"/>
                    <a:pt x="5858" y="3385"/>
                  </a:cubicBezTo>
                  <a:cubicBezTo>
                    <a:pt x="6146" y="3977"/>
                    <a:pt x="6506" y="4273"/>
                    <a:pt x="6866" y="4273"/>
                  </a:cubicBezTo>
                  <a:cubicBezTo>
                    <a:pt x="7226" y="4273"/>
                    <a:pt x="7586" y="3977"/>
                    <a:pt x="7874" y="3385"/>
                  </a:cubicBezTo>
                  <a:cubicBezTo>
                    <a:pt x="8322" y="2489"/>
                    <a:pt x="8930" y="2009"/>
                    <a:pt x="9602" y="2009"/>
                  </a:cubicBezTo>
                  <a:cubicBezTo>
                    <a:pt x="10275" y="2009"/>
                    <a:pt x="10883" y="2489"/>
                    <a:pt x="11331" y="3385"/>
                  </a:cubicBezTo>
                  <a:cubicBezTo>
                    <a:pt x="11459" y="3737"/>
                    <a:pt x="11747" y="4025"/>
                    <a:pt x="12067" y="4217"/>
                  </a:cubicBezTo>
                  <a:cubicBezTo>
                    <a:pt x="11907" y="3417"/>
                    <a:pt x="11683" y="2649"/>
                    <a:pt x="11395" y="1913"/>
                  </a:cubicBezTo>
                  <a:cubicBezTo>
                    <a:pt x="11075" y="1625"/>
                    <a:pt x="10819" y="1273"/>
                    <a:pt x="10627" y="889"/>
                  </a:cubicBezTo>
                  <a:cubicBezTo>
                    <a:pt x="10339" y="297"/>
                    <a:pt x="9970" y="1"/>
                    <a:pt x="9602" y="1"/>
                  </a:cubicBezTo>
                  <a:cubicBezTo>
                    <a:pt x="9234" y="1"/>
                    <a:pt x="8866" y="297"/>
                    <a:pt x="8578" y="889"/>
                  </a:cubicBezTo>
                  <a:cubicBezTo>
                    <a:pt x="8162" y="1785"/>
                    <a:pt x="7522" y="2265"/>
                    <a:pt x="6850" y="2265"/>
                  </a:cubicBezTo>
                  <a:cubicBezTo>
                    <a:pt x="6178" y="2265"/>
                    <a:pt x="5570" y="1785"/>
                    <a:pt x="5122" y="889"/>
                  </a:cubicBezTo>
                  <a:cubicBezTo>
                    <a:pt x="4833" y="297"/>
                    <a:pt x="4473" y="1"/>
                    <a:pt x="41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42"/>
            <p:cNvSpPr/>
            <p:nvPr/>
          </p:nvSpPr>
          <p:spPr>
            <a:xfrm rot="2700000">
              <a:off x="1966963" y="1032472"/>
              <a:ext cx="274046" cy="85739"/>
            </a:xfrm>
            <a:custGeom>
              <a:avLst/>
              <a:gdLst/>
              <a:ahLst/>
              <a:cxnLst/>
              <a:rect l="l" t="t" r="r" b="b"/>
              <a:pathLst>
                <a:path w="13891" h="4346" extrusionOk="0">
                  <a:moveTo>
                    <a:pt x="5585" y="0"/>
                  </a:moveTo>
                  <a:cubicBezTo>
                    <a:pt x="5225" y="0"/>
                    <a:pt x="4865" y="296"/>
                    <a:pt x="4577" y="888"/>
                  </a:cubicBezTo>
                  <a:cubicBezTo>
                    <a:pt x="4129" y="1785"/>
                    <a:pt x="3521" y="2265"/>
                    <a:pt x="2849" y="2265"/>
                  </a:cubicBezTo>
                  <a:cubicBezTo>
                    <a:pt x="2177" y="2265"/>
                    <a:pt x="1537" y="1785"/>
                    <a:pt x="1120" y="888"/>
                  </a:cubicBezTo>
                  <a:cubicBezTo>
                    <a:pt x="832" y="312"/>
                    <a:pt x="480" y="24"/>
                    <a:pt x="96" y="24"/>
                  </a:cubicBezTo>
                  <a:cubicBezTo>
                    <a:pt x="32" y="696"/>
                    <a:pt x="0" y="1368"/>
                    <a:pt x="0" y="2041"/>
                  </a:cubicBezTo>
                  <a:lnTo>
                    <a:pt x="96" y="2041"/>
                  </a:lnTo>
                  <a:cubicBezTo>
                    <a:pt x="800" y="2041"/>
                    <a:pt x="1409" y="2521"/>
                    <a:pt x="1825" y="3417"/>
                  </a:cubicBezTo>
                  <a:cubicBezTo>
                    <a:pt x="2113" y="3993"/>
                    <a:pt x="2497" y="4345"/>
                    <a:pt x="2849" y="4345"/>
                  </a:cubicBezTo>
                  <a:cubicBezTo>
                    <a:pt x="3201" y="4345"/>
                    <a:pt x="3585" y="3993"/>
                    <a:pt x="3873" y="3417"/>
                  </a:cubicBezTo>
                  <a:cubicBezTo>
                    <a:pt x="4289" y="2521"/>
                    <a:pt x="4897" y="2041"/>
                    <a:pt x="5601" y="2041"/>
                  </a:cubicBezTo>
                  <a:cubicBezTo>
                    <a:pt x="6273" y="2041"/>
                    <a:pt x="6882" y="2521"/>
                    <a:pt x="7330" y="3417"/>
                  </a:cubicBezTo>
                  <a:cubicBezTo>
                    <a:pt x="7618" y="4009"/>
                    <a:pt x="7978" y="4305"/>
                    <a:pt x="8338" y="4305"/>
                  </a:cubicBezTo>
                  <a:cubicBezTo>
                    <a:pt x="8698" y="4305"/>
                    <a:pt x="9058" y="4009"/>
                    <a:pt x="9346" y="3417"/>
                  </a:cubicBezTo>
                  <a:cubicBezTo>
                    <a:pt x="9794" y="2521"/>
                    <a:pt x="10402" y="2041"/>
                    <a:pt x="11074" y="2041"/>
                  </a:cubicBezTo>
                  <a:cubicBezTo>
                    <a:pt x="11747" y="2041"/>
                    <a:pt x="12355" y="2521"/>
                    <a:pt x="12803" y="3417"/>
                  </a:cubicBezTo>
                  <a:cubicBezTo>
                    <a:pt x="12931" y="3769"/>
                    <a:pt x="13219" y="4057"/>
                    <a:pt x="13539" y="4249"/>
                  </a:cubicBezTo>
                  <a:cubicBezTo>
                    <a:pt x="13699" y="3577"/>
                    <a:pt x="13795" y="2937"/>
                    <a:pt x="13891" y="2265"/>
                  </a:cubicBezTo>
                  <a:lnTo>
                    <a:pt x="13827" y="2265"/>
                  </a:lnTo>
                  <a:cubicBezTo>
                    <a:pt x="13155" y="2265"/>
                    <a:pt x="12515" y="1785"/>
                    <a:pt x="12099" y="888"/>
                  </a:cubicBezTo>
                  <a:cubicBezTo>
                    <a:pt x="11811" y="296"/>
                    <a:pt x="11442" y="0"/>
                    <a:pt x="11074" y="0"/>
                  </a:cubicBezTo>
                  <a:cubicBezTo>
                    <a:pt x="10706" y="0"/>
                    <a:pt x="10338" y="296"/>
                    <a:pt x="10050" y="888"/>
                  </a:cubicBezTo>
                  <a:cubicBezTo>
                    <a:pt x="9634" y="1785"/>
                    <a:pt x="8994" y="2265"/>
                    <a:pt x="8322" y="2265"/>
                  </a:cubicBezTo>
                  <a:cubicBezTo>
                    <a:pt x="7650" y="2265"/>
                    <a:pt x="7042" y="1785"/>
                    <a:pt x="6594" y="888"/>
                  </a:cubicBezTo>
                  <a:cubicBezTo>
                    <a:pt x="6305" y="296"/>
                    <a:pt x="5945" y="0"/>
                    <a:pt x="55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42"/>
            <p:cNvSpPr/>
            <p:nvPr/>
          </p:nvSpPr>
          <p:spPr>
            <a:xfrm rot="2700000">
              <a:off x="2172411" y="868228"/>
              <a:ext cx="182506" cy="92190"/>
            </a:xfrm>
            <a:custGeom>
              <a:avLst/>
              <a:gdLst/>
              <a:ahLst/>
              <a:cxnLst/>
              <a:rect l="l" t="t" r="r" b="b"/>
              <a:pathLst>
                <a:path w="9251" h="4673" extrusionOk="0">
                  <a:moveTo>
                    <a:pt x="5730" y="0"/>
                  </a:moveTo>
                  <a:cubicBezTo>
                    <a:pt x="4258" y="0"/>
                    <a:pt x="2689" y="896"/>
                    <a:pt x="1313" y="2497"/>
                  </a:cubicBezTo>
                  <a:cubicBezTo>
                    <a:pt x="833" y="3073"/>
                    <a:pt x="385" y="3713"/>
                    <a:pt x="1" y="4385"/>
                  </a:cubicBezTo>
                  <a:cubicBezTo>
                    <a:pt x="161" y="4545"/>
                    <a:pt x="353" y="4641"/>
                    <a:pt x="577" y="4673"/>
                  </a:cubicBezTo>
                  <a:lnTo>
                    <a:pt x="577" y="4641"/>
                  </a:lnTo>
                  <a:cubicBezTo>
                    <a:pt x="929" y="4641"/>
                    <a:pt x="1313" y="4321"/>
                    <a:pt x="1601" y="3713"/>
                  </a:cubicBezTo>
                  <a:cubicBezTo>
                    <a:pt x="2017" y="2849"/>
                    <a:pt x="2625" y="2337"/>
                    <a:pt x="3329" y="2337"/>
                  </a:cubicBezTo>
                  <a:cubicBezTo>
                    <a:pt x="4001" y="2337"/>
                    <a:pt x="4610" y="2849"/>
                    <a:pt x="5058" y="3713"/>
                  </a:cubicBezTo>
                  <a:cubicBezTo>
                    <a:pt x="5346" y="4321"/>
                    <a:pt x="5706" y="4625"/>
                    <a:pt x="6066" y="4625"/>
                  </a:cubicBezTo>
                  <a:cubicBezTo>
                    <a:pt x="6426" y="4625"/>
                    <a:pt x="6786" y="4321"/>
                    <a:pt x="7074" y="3713"/>
                  </a:cubicBezTo>
                  <a:cubicBezTo>
                    <a:pt x="7522" y="2849"/>
                    <a:pt x="8130" y="2337"/>
                    <a:pt x="8802" y="2337"/>
                  </a:cubicBezTo>
                  <a:cubicBezTo>
                    <a:pt x="8962" y="2337"/>
                    <a:pt x="9090" y="2369"/>
                    <a:pt x="9250" y="2433"/>
                  </a:cubicBezTo>
                  <a:cubicBezTo>
                    <a:pt x="8226" y="960"/>
                    <a:pt x="7074" y="64"/>
                    <a:pt x="59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42"/>
            <p:cNvSpPr/>
            <p:nvPr/>
          </p:nvSpPr>
          <p:spPr>
            <a:xfrm rot="2700000">
              <a:off x="1929475" y="1068946"/>
              <a:ext cx="263313" cy="85108"/>
            </a:xfrm>
            <a:custGeom>
              <a:avLst/>
              <a:gdLst/>
              <a:ahLst/>
              <a:cxnLst/>
              <a:rect l="l" t="t" r="r" b="b"/>
              <a:pathLst>
                <a:path w="13347" h="4314" extrusionOk="0">
                  <a:moveTo>
                    <a:pt x="5569" y="1"/>
                  </a:moveTo>
                  <a:cubicBezTo>
                    <a:pt x="5201" y="1"/>
                    <a:pt x="4833" y="297"/>
                    <a:pt x="4545" y="889"/>
                  </a:cubicBezTo>
                  <a:cubicBezTo>
                    <a:pt x="4097" y="1785"/>
                    <a:pt x="3489" y="2265"/>
                    <a:pt x="2817" y="2265"/>
                  </a:cubicBezTo>
                  <a:cubicBezTo>
                    <a:pt x="2145" y="2265"/>
                    <a:pt x="1537" y="1785"/>
                    <a:pt x="1088" y="889"/>
                  </a:cubicBezTo>
                  <a:cubicBezTo>
                    <a:pt x="798" y="307"/>
                    <a:pt x="454" y="16"/>
                    <a:pt x="105" y="16"/>
                  </a:cubicBezTo>
                  <a:cubicBezTo>
                    <a:pt x="70" y="16"/>
                    <a:pt x="35" y="19"/>
                    <a:pt x="0" y="25"/>
                  </a:cubicBezTo>
                  <a:cubicBezTo>
                    <a:pt x="32" y="665"/>
                    <a:pt x="64" y="1337"/>
                    <a:pt x="128" y="2009"/>
                  </a:cubicBezTo>
                  <a:cubicBezTo>
                    <a:pt x="800" y="2041"/>
                    <a:pt x="1377" y="2521"/>
                    <a:pt x="1793" y="3385"/>
                  </a:cubicBezTo>
                  <a:cubicBezTo>
                    <a:pt x="2081" y="3961"/>
                    <a:pt x="2465" y="4314"/>
                    <a:pt x="2817" y="4314"/>
                  </a:cubicBezTo>
                  <a:cubicBezTo>
                    <a:pt x="3169" y="4314"/>
                    <a:pt x="3553" y="3961"/>
                    <a:pt x="3841" y="3385"/>
                  </a:cubicBezTo>
                  <a:cubicBezTo>
                    <a:pt x="4289" y="2489"/>
                    <a:pt x="4865" y="2041"/>
                    <a:pt x="5569" y="2041"/>
                  </a:cubicBezTo>
                  <a:cubicBezTo>
                    <a:pt x="6241" y="2041"/>
                    <a:pt x="6850" y="2521"/>
                    <a:pt x="7298" y="3385"/>
                  </a:cubicBezTo>
                  <a:cubicBezTo>
                    <a:pt x="7586" y="3993"/>
                    <a:pt x="7946" y="4298"/>
                    <a:pt x="8306" y="4298"/>
                  </a:cubicBezTo>
                  <a:cubicBezTo>
                    <a:pt x="8666" y="4298"/>
                    <a:pt x="9026" y="3993"/>
                    <a:pt x="9314" y="3385"/>
                  </a:cubicBezTo>
                  <a:cubicBezTo>
                    <a:pt x="9762" y="2521"/>
                    <a:pt x="10370" y="2041"/>
                    <a:pt x="11042" y="2041"/>
                  </a:cubicBezTo>
                  <a:cubicBezTo>
                    <a:pt x="11747" y="2041"/>
                    <a:pt x="12355" y="2521"/>
                    <a:pt x="12771" y="3385"/>
                  </a:cubicBezTo>
                  <a:cubicBezTo>
                    <a:pt x="12803" y="3449"/>
                    <a:pt x="12835" y="3513"/>
                    <a:pt x="12899" y="3577"/>
                  </a:cubicBezTo>
                  <a:cubicBezTo>
                    <a:pt x="13059" y="3097"/>
                    <a:pt x="13219" y="2649"/>
                    <a:pt x="13347" y="2201"/>
                  </a:cubicBezTo>
                  <a:cubicBezTo>
                    <a:pt x="12771" y="1945"/>
                    <a:pt x="12323" y="1465"/>
                    <a:pt x="12067" y="889"/>
                  </a:cubicBezTo>
                  <a:cubicBezTo>
                    <a:pt x="11779" y="297"/>
                    <a:pt x="11418" y="1"/>
                    <a:pt x="11054" y="1"/>
                  </a:cubicBezTo>
                  <a:cubicBezTo>
                    <a:pt x="10690" y="1"/>
                    <a:pt x="10322" y="297"/>
                    <a:pt x="10018" y="889"/>
                  </a:cubicBezTo>
                  <a:cubicBezTo>
                    <a:pt x="9602" y="1785"/>
                    <a:pt x="8994" y="2265"/>
                    <a:pt x="8322" y="2265"/>
                  </a:cubicBezTo>
                  <a:cubicBezTo>
                    <a:pt x="7618" y="2265"/>
                    <a:pt x="7010" y="1785"/>
                    <a:pt x="6594" y="889"/>
                  </a:cubicBezTo>
                  <a:cubicBezTo>
                    <a:pt x="6305" y="297"/>
                    <a:pt x="5937" y="1"/>
                    <a:pt x="55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42"/>
            <p:cNvSpPr/>
            <p:nvPr/>
          </p:nvSpPr>
          <p:spPr>
            <a:xfrm rot="2700000">
              <a:off x="2058504" y="958939"/>
              <a:ext cx="261419" cy="85562"/>
            </a:xfrm>
            <a:custGeom>
              <a:avLst/>
              <a:gdLst/>
              <a:ahLst/>
              <a:cxnLst/>
              <a:rect l="l" t="t" r="r" b="b"/>
              <a:pathLst>
                <a:path w="13251" h="4337" extrusionOk="0">
                  <a:moveTo>
                    <a:pt x="4849" y="0"/>
                  </a:moveTo>
                  <a:cubicBezTo>
                    <a:pt x="4489" y="0"/>
                    <a:pt x="4129" y="304"/>
                    <a:pt x="3841" y="912"/>
                  </a:cubicBezTo>
                  <a:cubicBezTo>
                    <a:pt x="3393" y="1777"/>
                    <a:pt x="2785" y="2289"/>
                    <a:pt x="2113" y="2289"/>
                  </a:cubicBezTo>
                  <a:cubicBezTo>
                    <a:pt x="1441" y="2289"/>
                    <a:pt x="801" y="1777"/>
                    <a:pt x="384" y="912"/>
                  </a:cubicBezTo>
                  <a:cubicBezTo>
                    <a:pt x="224" y="1360"/>
                    <a:pt x="128" y="1777"/>
                    <a:pt x="0" y="2225"/>
                  </a:cubicBezTo>
                  <a:cubicBezTo>
                    <a:pt x="481" y="2481"/>
                    <a:pt x="865" y="2897"/>
                    <a:pt x="1089" y="3409"/>
                  </a:cubicBezTo>
                  <a:cubicBezTo>
                    <a:pt x="1377" y="4017"/>
                    <a:pt x="1761" y="4337"/>
                    <a:pt x="2113" y="4337"/>
                  </a:cubicBezTo>
                  <a:cubicBezTo>
                    <a:pt x="2465" y="4337"/>
                    <a:pt x="2817" y="4017"/>
                    <a:pt x="3105" y="3409"/>
                  </a:cubicBezTo>
                  <a:cubicBezTo>
                    <a:pt x="3553" y="2513"/>
                    <a:pt x="4161" y="2033"/>
                    <a:pt x="4833" y="2033"/>
                  </a:cubicBezTo>
                  <a:cubicBezTo>
                    <a:pt x="5537" y="2033"/>
                    <a:pt x="6146" y="2513"/>
                    <a:pt x="6562" y="3409"/>
                  </a:cubicBezTo>
                  <a:cubicBezTo>
                    <a:pt x="6850" y="4017"/>
                    <a:pt x="7218" y="4321"/>
                    <a:pt x="7586" y="4321"/>
                  </a:cubicBezTo>
                  <a:cubicBezTo>
                    <a:pt x="7954" y="4321"/>
                    <a:pt x="8322" y="4017"/>
                    <a:pt x="8610" y="3409"/>
                  </a:cubicBezTo>
                  <a:cubicBezTo>
                    <a:pt x="9058" y="2513"/>
                    <a:pt x="9666" y="2033"/>
                    <a:pt x="10338" y="2033"/>
                  </a:cubicBezTo>
                  <a:cubicBezTo>
                    <a:pt x="11011" y="2033"/>
                    <a:pt x="11619" y="2513"/>
                    <a:pt x="12067" y="3409"/>
                  </a:cubicBezTo>
                  <a:cubicBezTo>
                    <a:pt x="12344" y="4019"/>
                    <a:pt x="12717" y="4292"/>
                    <a:pt x="13082" y="4292"/>
                  </a:cubicBezTo>
                  <a:cubicBezTo>
                    <a:pt x="13139" y="4292"/>
                    <a:pt x="13195" y="4286"/>
                    <a:pt x="13251" y="4273"/>
                  </a:cubicBezTo>
                  <a:cubicBezTo>
                    <a:pt x="13219" y="3601"/>
                    <a:pt x="13123" y="2929"/>
                    <a:pt x="12995" y="2257"/>
                  </a:cubicBezTo>
                  <a:cubicBezTo>
                    <a:pt x="12355" y="2225"/>
                    <a:pt x="11779" y="1745"/>
                    <a:pt x="11363" y="912"/>
                  </a:cubicBezTo>
                  <a:cubicBezTo>
                    <a:pt x="11075" y="304"/>
                    <a:pt x="10706" y="0"/>
                    <a:pt x="10338" y="0"/>
                  </a:cubicBezTo>
                  <a:cubicBezTo>
                    <a:pt x="9970" y="0"/>
                    <a:pt x="9602" y="304"/>
                    <a:pt x="9314" y="912"/>
                  </a:cubicBezTo>
                  <a:cubicBezTo>
                    <a:pt x="8898" y="1777"/>
                    <a:pt x="8258" y="2289"/>
                    <a:pt x="7586" y="2289"/>
                  </a:cubicBezTo>
                  <a:cubicBezTo>
                    <a:pt x="6914" y="2289"/>
                    <a:pt x="6306" y="1777"/>
                    <a:pt x="5858" y="912"/>
                  </a:cubicBezTo>
                  <a:cubicBezTo>
                    <a:pt x="5569" y="304"/>
                    <a:pt x="5209" y="0"/>
                    <a:pt x="48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 name="Google Shape;640;p42"/>
          <p:cNvGrpSpPr/>
          <p:nvPr/>
        </p:nvGrpSpPr>
        <p:grpSpPr>
          <a:xfrm>
            <a:off x="1625417" y="707194"/>
            <a:ext cx="611999" cy="613535"/>
            <a:chOff x="2031202" y="946548"/>
            <a:chExt cx="883370" cy="885588"/>
          </a:xfrm>
        </p:grpSpPr>
        <p:sp>
          <p:nvSpPr>
            <p:cNvPr id="641" name="Google Shape;641;p42"/>
            <p:cNvSpPr/>
            <p:nvPr/>
          </p:nvSpPr>
          <p:spPr>
            <a:xfrm rot="2700000">
              <a:off x="2085631" y="1483725"/>
              <a:ext cx="306893" cy="281069"/>
            </a:xfrm>
            <a:custGeom>
              <a:avLst/>
              <a:gdLst/>
              <a:ahLst/>
              <a:cxnLst/>
              <a:rect l="l" t="t" r="r" b="b"/>
              <a:pathLst>
                <a:path w="15556" h="14247" extrusionOk="0">
                  <a:moveTo>
                    <a:pt x="2049" y="0"/>
                  </a:moveTo>
                  <a:cubicBezTo>
                    <a:pt x="1857" y="992"/>
                    <a:pt x="1537" y="1984"/>
                    <a:pt x="1153" y="2913"/>
                  </a:cubicBezTo>
                  <a:cubicBezTo>
                    <a:pt x="1" y="5921"/>
                    <a:pt x="225" y="8930"/>
                    <a:pt x="1761" y="11170"/>
                  </a:cubicBezTo>
                  <a:cubicBezTo>
                    <a:pt x="3073" y="13090"/>
                    <a:pt x="5282" y="14243"/>
                    <a:pt x="7618" y="14243"/>
                  </a:cubicBezTo>
                  <a:cubicBezTo>
                    <a:pt x="7695" y="14245"/>
                    <a:pt x="7771" y="14246"/>
                    <a:pt x="7848" y="14246"/>
                  </a:cubicBezTo>
                  <a:cubicBezTo>
                    <a:pt x="9752" y="14246"/>
                    <a:pt x="11607" y="13483"/>
                    <a:pt x="12899" y="12098"/>
                  </a:cubicBezTo>
                  <a:cubicBezTo>
                    <a:pt x="14692" y="10178"/>
                    <a:pt x="15556" y="7073"/>
                    <a:pt x="15300" y="3553"/>
                  </a:cubicBezTo>
                  <a:cubicBezTo>
                    <a:pt x="15236" y="2785"/>
                    <a:pt x="15236" y="2016"/>
                    <a:pt x="15268" y="1280"/>
                  </a:cubicBezTo>
                  <a:cubicBezTo>
                    <a:pt x="14852" y="1216"/>
                    <a:pt x="14403" y="1152"/>
                    <a:pt x="13955" y="1088"/>
                  </a:cubicBezTo>
                  <a:lnTo>
                    <a:pt x="13955" y="1088"/>
                  </a:lnTo>
                  <a:cubicBezTo>
                    <a:pt x="13923" y="1920"/>
                    <a:pt x="13955" y="2753"/>
                    <a:pt x="13987" y="3649"/>
                  </a:cubicBezTo>
                  <a:cubicBezTo>
                    <a:pt x="14211" y="6817"/>
                    <a:pt x="13443" y="9570"/>
                    <a:pt x="11939" y="11202"/>
                  </a:cubicBezTo>
                  <a:cubicBezTo>
                    <a:pt x="10870" y="12302"/>
                    <a:pt x="9393" y="12935"/>
                    <a:pt x="7842" y="12935"/>
                  </a:cubicBezTo>
                  <a:cubicBezTo>
                    <a:pt x="7767" y="12935"/>
                    <a:pt x="7693" y="12933"/>
                    <a:pt x="7618" y="12930"/>
                  </a:cubicBezTo>
                  <a:cubicBezTo>
                    <a:pt x="5698" y="12930"/>
                    <a:pt x="3938" y="12002"/>
                    <a:pt x="2849" y="10402"/>
                  </a:cubicBezTo>
                  <a:cubicBezTo>
                    <a:pt x="1569" y="8546"/>
                    <a:pt x="1409" y="5985"/>
                    <a:pt x="2401" y="3393"/>
                  </a:cubicBezTo>
                  <a:cubicBezTo>
                    <a:pt x="2817" y="2304"/>
                    <a:pt x="3169" y="1184"/>
                    <a:pt x="3393" y="64"/>
                  </a:cubicBezTo>
                  <a:cubicBezTo>
                    <a:pt x="2945" y="32"/>
                    <a:pt x="2497" y="0"/>
                    <a:pt x="20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42"/>
            <p:cNvSpPr/>
            <p:nvPr/>
          </p:nvSpPr>
          <p:spPr>
            <a:xfrm rot="2700000">
              <a:off x="2400169" y="1023259"/>
              <a:ext cx="409816" cy="465568"/>
            </a:xfrm>
            <a:custGeom>
              <a:avLst/>
              <a:gdLst/>
              <a:ahLst/>
              <a:cxnLst/>
              <a:rect l="l" t="t" r="r" b="b"/>
              <a:pathLst>
                <a:path w="20773" h="23599" extrusionOk="0">
                  <a:moveTo>
                    <a:pt x="9621" y="1"/>
                  </a:moveTo>
                  <a:cubicBezTo>
                    <a:pt x="9508" y="1"/>
                    <a:pt x="9395" y="4"/>
                    <a:pt x="9282" y="10"/>
                  </a:cubicBezTo>
                  <a:cubicBezTo>
                    <a:pt x="7202" y="138"/>
                    <a:pt x="5217" y="1579"/>
                    <a:pt x="3713" y="4075"/>
                  </a:cubicBezTo>
                  <a:cubicBezTo>
                    <a:pt x="1280" y="8108"/>
                    <a:pt x="0" y="15373"/>
                    <a:pt x="2721" y="22094"/>
                  </a:cubicBezTo>
                  <a:cubicBezTo>
                    <a:pt x="3201" y="22094"/>
                    <a:pt x="3681" y="22158"/>
                    <a:pt x="4161" y="22158"/>
                  </a:cubicBezTo>
                  <a:cubicBezTo>
                    <a:pt x="1345" y="15693"/>
                    <a:pt x="2529" y="8620"/>
                    <a:pt x="4833" y="4779"/>
                  </a:cubicBezTo>
                  <a:cubicBezTo>
                    <a:pt x="6113" y="2667"/>
                    <a:pt x="7714" y="1451"/>
                    <a:pt x="9346" y="1355"/>
                  </a:cubicBezTo>
                  <a:lnTo>
                    <a:pt x="9634" y="1355"/>
                  </a:lnTo>
                  <a:cubicBezTo>
                    <a:pt x="11458" y="1355"/>
                    <a:pt x="13315" y="2379"/>
                    <a:pt x="14915" y="4235"/>
                  </a:cubicBezTo>
                  <a:cubicBezTo>
                    <a:pt x="18116" y="7980"/>
                    <a:pt x="19428" y="14061"/>
                    <a:pt x="18404" y="20430"/>
                  </a:cubicBezTo>
                  <a:cubicBezTo>
                    <a:pt x="18244" y="21454"/>
                    <a:pt x="18052" y="22414"/>
                    <a:pt x="17860" y="23407"/>
                  </a:cubicBezTo>
                  <a:cubicBezTo>
                    <a:pt x="18308" y="23471"/>
                    <a:pt x="18756" y="23535"/>
                    <a:pt x="19172" y="23599"/>
                  </a:cubicBezTo>
                  <a:cubicBezTo>
                    <a:pt x="19364" y="22639"/>
                    <a:pt x="19556" y="21678"/>
                    <a:pt x="19716" y="20622"/>
                  </a:cubicBezTo>
                  <a:cubicBezTo>
                    <a:pt x="20772" y="13837"/>
                    <a:pt x="19364" y="7404"/>
                    <a:pt x="15907" y="3339"/>
                  </a:cubicBezTo>
                  <a:cubicBezTo>
                    <a:pt x="14051" y="1178"/>
                    <a:pt x="11817" y="1"/>
                    <a:pt x="96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42"/>
            <p:cNvSpPr/>
            <p:nvPr/>
          </p:nvSpPr>
          <p:spPr>
            <a:xfrm rot="2700000">
              <a:off x="2359722" y="1368708"/>
              <a:ext cx="243112" cy="68694"/>
            </a:xfrm>
            <a:custGeom>
              <a:avLst/>
              <a:gdLst/>
              <a:ahLst/>
              <a:cxnLst/>
              <a:rect l="l" t="t" r="r" b="b"/>
              <a:pathLst>
                <a:path w="12323" h="3482" extrusionOk="0">
                  <a:moveTo>
                    <a:pt x="1520" y="1"/>
                  </a:moveTo>
                  <a:cubicBezTo>
                    <a:pt x="1160" y="1"/>
                    <a:pt x="800" y="297"/>
                    <a:pt x="512" y="889"/>
                  </a:cubicBezTo>
                  <a:cubicBezTo>
                    <a:pt x="352" y="1145"/>
                    <a:pt x="192" y="1401"/>
                    <a:pt x="0" y="1625"/>
                  </a:cubicBezTo>
                  <a:cubicBezTo>
                    <a:pt x="64" y="1785"/>
                    <a:pt x="128" y="1945"/>
                    <a:pt x="192" y="2073"/>
                  </a:cubicBezTo>
                  <a:lnTo>
                    <a:pt x="352" y="2457"/>
                  </a:lnTo>
                  <a:cubicBezTo>
                    <a:pt x="4193" y="2617"/>
                    <a:pt x="8034" y="2970"/>
                    <a:pt x="11746" y="3482"/>
                  </a:cubicBezTo>
                  <a:cubicBezTo>
                    <a:pt x="11906" y="2489"/>
                    <a:pt x="12098" y="1497"/>
                    <a:pt x="12291" y="473"/>
                  </a:cubicBezTo>
                  <a:cubicBezTo>
                    <a:pt x="12291" y="313"/>
                    <a:pt x="12323" y="185"/>
                    <a:pt x="12323" y="57"/>
                  </a:cubicBezTo>
                  <a:lnTo>
                    <a:pt x="12323" y="57"/>
                  </a:lnTo>
                  <a:cubicBezTo>
                    <a:pt x="11938" y="185"/>
                    <a:pt x="11618" y="505"/>
                    <a:pt x="11490" y="889"/>
                  </a:cubicBezTo>
                  <a:cubicBezTo>
                    <a:pt x="11042" y="1785"/>
                    <a:pt x="10434" y="2265"/>
                    <a:pt x="9762" y="2265"/>
                  </a:cubicBezTo>
                  <a:cubicBezTo>
                    <a:pt x="9058" y="2265"/>
                    <a:pt x="8450" y="1785"/>
                    <a:pt x="8034" y="889"/>
                  </a:cubicBezTo>
                  <a:cubicBezTo>
                    <a:pt x="7746" y="297"/>
                    <a:pt x="7378" y="1"/>
                    <a:pt x="7010" y="1"/>
                  </a:cubicBezTo>
                  <a:cubicBezTo>
                    <a:pt x="6641" y="1"/>
                    <a:pt x="6273" y="297"/>
                    <a:pt x="5985" y="889"/>
                  </a:cubicBezTo>
                  <a:cubicBezTo>
                    <a:pt x="5537" y="1785"/>
                    <a:pt x="4929" y="2265"/>
                    <a:pt x="4257" y="2265"/>
                  </a:cubicBezTo>
                  <a:cubicBezTo>
                    <a:pt x="3585" y="2265"/>
                    <a:pt x="2977" y="1785"/>
                    <a:pt x="2529" y="889"/>
                  </a:cubicBezTo>
                  <a:cubicBezTo>
                    <a:pt x="2241" y="297"/>
                    <a:pt x="1881" y="1"/>
                    <a:pt x="15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42"/>
            <p:cNvSpPr/>
            <p:nvPr/>
          </p:nvSpPr>
          <p:spPr>
            <a:xfrm rot="2700000">
              <a:off x="2379251" y="1322599"/>
              <a:ext cx="263313" cy="85581"/>
            </a:xfrm>
            <a:custGeom>
              <a:avLst/>
              <a:gdLst/>
              <a:ahLst/>
              <a:cxnLst/>
              <a:rect l="l" t="t" r="r" b="b"/>
              <a:pathLst>
                <a:path w="13347" h="4338" extrusionOk="0">
                  <a:moveTo>
                    <a:pt x="7778" y="0"/>
                  </a:moveTo>
                  <a:cubicBezTo>
                    <a:pt x="7409" y="0"/>
                    <a:pt x="7041" y="305"/>
                    <a:pt x="6753" y="913"/>
                  </a:cubicBezTo>
                  <a:cubicBezTo>
                    <a:pt x="6337" y="1809"/>
                    <a:pt x="5729" y="2289"/>
                    <a:pt x="5025" y="2289"/>
                  </a:cubicBezTo>
                  <a:cubicBezTo>
                    <a:pt x="4353" y="2289"/>
                    <a:pt x="3745" y="1809"/>
                    <a:pt x="3329" y="913"/>
                  </a:cubicBezTo>
                  <a:cubicBezTo>
                    <a:pt x="3039" y="317"/>
                    <a:pt x="2668" y="12"/>
                    <a:pt x="2297" y="12"/>
                  </a:cubicBezTo>
                  <a:cubicBezTo>
                    <a:pt x="1932" y="12"/>
                    <a:pt x="1566" y="309"/>
                    <a:pt x="1280" y="913"/>
                  </a:cubicBezTo>
                  <a:cubicBezTo>
                    <a:pt x="1056" y="1489"/>
                    <a:pt x="576" y="1937"/>
                    <a:pt x="0" y="2193"/>
                  </a:cubicBezTo>
                  <a:cubicBezTo>
                    <a:pt x="128" y="2673"/>
                    <a:pt x="288" y="3121"/>
                    <a:pt x="480" y="3569"/>
                  </a:cubicBezTo>
                  <a:cubicBezTo>
                    <a:pt x="512" y="3505"/>
                    <a:pt x="544" y="3441"/>
                    <a:pt x="576" y="3409"/>
                  </a:cubicBezTo>
                  <a:cubicBezTo>
                    <a:pt x="1024" y="2513"/>
                    <a:pt x="1632" y="2033"/>
                    <a:pt x="2304" y="2033"/>
                  </a:cubicBezTo>
                  <a:cubicBezTo>
                    <a:pt x="2977" y="2033"/>
                    <a:pt x="3585" y="2513"/>
                    <a:pt x="4033" y="3409"/>
                  </a:cubicBezTo>
                  <a:cubicBezTo>
                    <a:pt x="4321" y="3985"/>
                    <a:pt x="4673" y="4337"/>
                    <a:pt x="5025" y="4337"/>
                  </a:cubicBezTo>
                  <a:cubicBezTo>
                    <a:pt x="5409" y="4337"/>
                    <a:pt x="5761" y="3985"/>
                    <a:pt x="6049" y="3409"/>
                  </a:cubicBezTo>
                  <a:cubicBezTo>
                    <a:pt x="6497" y="2513"/>
                    <a:pt x="7105" y="2033"/>
                    <a:pt x="7778" y="2033"/>
                  </a:cubicBezTo>
                  <a:cubicBezTo>
                    <a:pt x="8450" y="2033"/>
                    <a:pt x="9058" y="2513"/>
                    <a:pt x="9506" y="3409"/>
                  </a:cubicBezTo>
                  <a:cubicBezTo>
                    <a:pt x="9794" y="4001"/>
                    <a:pt x="10154" y="4297"/>
                    <a:pt x="10518" y="4297"/>
                  </a:cubicBezTo>
                  <a:cubicBezTo>
                    <a:pt x="10882" y="4297"/>
                    <a:pt x="11250" y="4001"/>
                    <a:pt x="11554" y="3409"/>
                  </a:cubicBezTo>
                  <a:cubicBezTo>
                    <a:pt x="11970" y="2545"/>
                    <a:pt x="12546" y="2065"/>
                    <a:pt x="13219" y="2033"/>
                  </a:cubicBezTo>
                  <a:cubicBezTo>
                    <a:pt x="13283" y="1361"/>
                    <a:pt x="13315" y="689"/>
                    <a:pt x="13347" y="48"/>
                  </a:cubicBezTo>
                  <a:cubicBezTo>
                    <a:pt x="13309" y="43"/>
                    <a:pt x="13271" y="40"/>
                    <a:pt x="13235" y="40"/>
                  </a:cubicBezTo>
                  <a:cubicBezTo>
                    <a:pt x="12867" y="40"/>
                    <a:pt x="12549" y="331"/>
                    <a:pt x="12258" y="913"/>
                  </a:cubicBezTo>
                  <a:cubicBezTo>
                    <a:pt x="11810" y="1809"/>
                    <a:pt x="11202" y="2289"/>
                    <a:pt x="10530" y="2289"/>
                  </a:cubicBezTo>
                  <a:cubicBezTo>
                    <a:pt x="9858" y="2289"/>
                    <a:pt x="9218" y="1809"/>
                    <a:pt x="8802" y="913"/>
                  </a:cubicBezTo>
                  <a:cubicBezTo>
                    <a:pt x="8514" y="305"/>
                    <a:pt x="8146" y="0"/>
                    <a:pt x="77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42"/>
            <p:cNvSpPr/>
            <p:nvPr/>
          </p:nvSpPr>
          <p:spPr>
            <a:xfrm rot="2700000">
              <a:off x="2447946" y="1237985"/>
              <a:ext cx="272803" cy="85581"/>
            </a:xfrm>
            <a:custGeom>
              <a:avLst/>
              <a:gdLst/>
              <a:ahLst/>
              <a:cxnLst/>
              <a:rect l="l" t="t" r="r" b="b"/>
              <a:pathLst>
                <a:path w="13828" h="4338" extrusionOk="0">
                  <a:moveTo>
                    <a:pt x="2961" y="0"/>
                  </a:moveTo>
                  <a:cubicBezTo>
                    <a:pt x="2601" y="0"/>
                    <a:pt x="2241" y="304"/>
                    <a:pt x="1953" y="913"/>
                  </a:cubicBezTo>
                  <a:cubicBezTo>
                    <a:pt x="1505" y="1777"/>
                    <a:pt x="897" y="2289"/>
                    <a:pt x="225" y="2289"/>
                  </a:cubicBezTo>
                  <a:cubicBezTo>
                    <a:pt x="161" y="2257"/>
                    <a:pt x="97" y="2257"/>
                    <a:pt x="33" y="2225"/>
                  </a:cubicBezTo>
                  <a:lnTo>
                    <a:pt x="33" y="2225"/>
                  </a:lnTo>
                  <a:cubicBezTo>
                    <a:pt x="1" y="2897"/>
                    <a:pt x="1" y="3569"/>
                    <a:pt x="65" y="4241"/>
                  </a:cubicBezTo>
                  <a:cubicBezTo>
                    <a:pt x="113" y="4253"/>
                    <a:pt x="162" y="4259"/>
                    <a:pt x="212" y="4259"/>
                  </a:cubicBezTo>
                  <a:cubicBezTo>
                    <a:pt x="559" y="4259"/>
                    <a:pt x="937" y="3965"/>
                    <a:pt x="1217" y="3377"/>
                  </a:cubicBezTo>
                  <a:cubicBezTo>
                    <a:pt x="1665" y="2513"/>
                    <a:pt x="2273" y="2001"/>
                    <a:pt x="2945" y="2001"/>
                  </a:cubicBezTo>
                  <a:cubicBezTo>
                    <a:pt x="3618" y="2001"/>
                    <a:pt x="4226" y="2513"/>
                    <a:pt x="4674" y="3377"/>
                  </a:cubicBezTo>
                  <a:cubicBezTo>
                    <a:pt x="4962" y="3985"/>
                    <a:pt x="5314" y="4337"/>
                    <a:pt x="5698" y="4337"/>
                  </a:cubicBezTo>
                  <a:cubicBezTo>
                    <a:pt x="6050" y="4337"/>
                    <a:pt x="6402" y="3985"/>
                    <a:pt x="6690" y="3377"/>
                  </a:cubicBezTo>
                  <a:cubicBezTo>
                    <a:pt x="7138" y="2513"/>
                    <a:pt x="7746" y="2001"/>
                    <a:pt x="8419" y="2001"/>
                  </a:cubicBezTo>
                  <a:cubicBezTo>
                    <a:pt x="9091" y="2001"/>
                    <a:pt x="9699" y="2513"/>
                    <a:pt x="10147" y="3377"/>
                  </a:cubicBezTo>
                  <a:cubicBezTo>
                    <a:pt x="10435" y="3985"/>
                    <a:pt x="10803" y="4289"/>
                    <a:pt x="11171" y="4289"/>
                  </a:cubicBezTo>
                  <a:cubicBezTo>
                    <a:pt x="11539" y="4289"/>
                    <a:pt x="11907" y="3985"/>
                    <a:pt x="12195" y="3377"/>
                  </a:cubicBezTo>
                  <a:cubicBezTo>
                    <a:pt x="12579" y="2545"/>
                    <a:pt x="13187" y="2065"/>
                    <a:pt x="13828" y="2033"/>
                  </a:cubicBezTo>
                  <a:cubicBezTo>
                    <a:pt x="13732" y="1393"/>
                    <a:pt x="13636" y="753"/>
                    <a:pt x="13507" y="144"/>
                  </a:cubicBezTo>
                  <a:cubicBezTo>
                    <a:pt x="13251" y="336"/>
                    <a:pt x="13027" y="593"/>
                    <a:pt x="12931" y="913"/>
                  </a:cubicBezTo>
                  <a:cubicBezTo>
                    <a:pt x="12483" y="1777"/>
                    <a:pt x="11875" y="2289"/>
                    <a:pt x="11203" y="2289"/>
                  </a:cubicBezTo>
                  <a:cubicBezTo>
                    <a:pt x="10499" y="2289"/>
                    <a:pt x="9891" y="1777"/>
                    <a:pt x="9475" y="913"/>
                  </a:cubicBezTo>
                  <a:cubicBezTo>
                    <a:pt x="9187" y="304"/>
                    <a:pt x="8819" y="0"/>
                    <a:pt x="8451" y="0"/>
                  </a:cubicBezTo>
                  <a:cubicBezTo>
                    <a:pt x="8082" y="0"/>
                    <a:pt x="7714" y="304"/>
                    <a:pt x="7426" y="913"/>
                  </a:cubicBezTo>
                  <a:cubicBezTo>
                    <a:pt x="7010" y="1777"/>
                    <a:pt x="6370" y="2289"/>
                    <a:pt x="5698" y="2289"/>
                  </a:cubicBezTo>
                  <a:cubicBezTo>
                    <a:pt x="5026" y="2289"/>
                    <a:pt x="4418" y="1777"/>
                    <a:pt x="3970" y="913"/>
                  </a:cubicBezTo>
                  <a:cubicBezTo>
                    <a:pt x="3682" y="304"/>
                    <a:pt x="3322" y="0"/>
                    <a:pt x="29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42"/>
            <p:cNvSpPr/>
            <p:nvPr/>
          </p:nvSpPr>
          <p:spPr>
            <a:xfrm rot="2700000">
              <a:off x="2539049" y="1153343"/>
              <a:ext cx="238061" cy="85108"/>
            </a:xfrm>
            <a:custGeom>
              <a:avLst/>
              <a:gdLst/>
              <a:ahLst/>
              <a:cxnLst/>
              <a:rect l="l" t="t" r="r" b="b"/>
              <a:pathLst>
                <a:path w="12067" h="4314" extrusionOk="0">
                  <a:moveTo>
                    <a:pt x="7954" y="0"/>
                  </a:moveTo>
                  <a:cubicBezTo>
                    <a:pt x="7593" y="0"/>
                    <a:pt x="7233" y="296"/>
                    <a:pt x="6945" y="889"/>
                  </a:cubicBezTo>
                  <a:cubicBezTo>
                    <a:pt x="6497" y="1785"/>
                    <a:pt x="5889" y="2265"/>
                    <a:pt x="5217" y="2265"/>
                  </a:cubicBezTo>
                  <a:cubicBezTo>
                    <a:pt x="4545" y="2265"/>
                    <a:pt x="3937" y="1785"/>
                    <a:pt x="3489" y="889"/>
                  </a:cubicBezTo>
                  <a:cubicBezTo>
                    <a:pt x="3199" y="308"/>
                    <a:pt x="2836" y="12"/>
                    <a:pt x="2469" y="12"/>
                  </a:cubicBezTo>
                  <a:cubicBezTo>
                    <a:pt x="2107" y="12"/>
                    <a:pt x="1742" y="300"/>
                    <a:pt x="1440" y="889"/>
                  </a:cubicBezTo>
                  <a:cubicBezTo>
                    <a:pt x="1248" y="1305"/>
                    <a:pt x="992" y="1657"/>
                    <a:pt x="672" y="1913"/>
                  </a:cubicBezTo>
                  <a:cubicBezTo>
                    <a:pt x="384" y="2681"/>
                    <a:pt x="160" y="3449"/>
                    <a:pt x="0" y="4217"/>
                  </a:cubicBezTo>
                  <a:cubicBezTo>
                    <a:pt x="320" y="4057"/>
                    <a:pt x="576" y="3737"/>
                    <a:pt x="736" y="3385"/>
                  </a:cubicBezTo>
                  <a:cubicBezTo>
                    <a:pt x="1184" y="2521"/>
                    <a:pt x="1792" y="2009"/>
                    <a:pt x="2464" y="2009"/>
                  </a:cubicBezTo>
                  <a:cubicBezTo>
                    <a:pt x="3137" y="2009"/>
                    <a:pt x="3745" y="2521"/>
                    <a:pt x="4193" y="3385"/>
                  </a:cubicBezTo>
                  <a:cubicBezTo>
                    <a:pt x="4481" y="3993"/>
                    <a:pt x="4833" y="4313"/>
                    <a:pt x="5185" y="4313"/>
                  </a:cubicBezTo>
                  <a:cubicBezTo>
                    <a:pt x="5569" y="4313"/>
                    <a:pt x="5921" y="3993"/>
                    <a:pt x="6209" y="3385"/>
                  </a:cubicBezTo>
                  <a:cubicBezTo>
                    <a:pt x="6657" y="2521"/>
                    <a:pt x="7265" y="2009"/>
                    <a:pt x="7938" y="2009"/>
                  </a:cubicBezTo>
                  <a:cubicBezTo>
                    <a:pt x="8610" y="2009"/>
                    <a:pt x="9250" y="2521"/>
                    <a:pt x="9666" y="3385"/>
                  </a:cubicBezTo>
                  <a:cubicBezTo>
                    <a:pt x="9954" y="3993"/>
                    <a:pt x="10314" y="4297"/>
                    <a:pt x="10678" y="4297"/>
                  </a:cubicBezTo>
                  <a:cubicBezTo>
                    <a:pt x="11042" y="4297"/>
                    <a:pt x="11410" y="3993"/>
                    <a:pt x="11714" y="3385"/>
                  </a:cubicBezTo>
                  <a:cubicBezTo>
                    <a:pt x="11810" y="3193"/>
                    <a:pt x="11906" y="3001"/>
                    <a:pt x="12066" y="2809"/>
                  </a:cubicBezTo>
                  <a:cubicBezTo>
                    <a:pt x="11906" y="2521"/>
                    <a:pt x="11778" y="2233"/>
                    <a:pt x="11650" y="1913"/>
                  </a:cubicBezTo>
                  <a:cubicBezTo>
                    <a:pt x="11394" y="2137"/>
                    <a:pt x="11042" y="2265"/>
                    <a:pt x="10690" y="2265"/>
                  </a:cubicBezTo>
                  <a:cubicBezTo>
                    <a:pt x="10018" y="2265"/>
                    <a:pt x="9410" y="1785"/>
                    <a:pt x="8962" y="889"/>
                  </a:cubicBezTo>
                  <a:cubicBezTo>
                    <a:pt x="8674" y="296"/>
                    <a:pt x="8314" y="0"/>
                    <a:pt x="79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42"/>
            <p:cNvSpPr/>
            <p:nvPr/>
          </p:nvSpPr>
          <p:spPr>
            <a:xfrm rot="2700000">
              <a:off x="2410263" y="1279500"/>
              <a:ext cx="274065" cy="85581"/>
            </a:xfrm>
            <a:custGeom>
              <a:avLst/>
              <a:gdLst/>
              <a:ahLst/>
              <a:cxnLst/>
              <a:rect l="l" t="t" r="r" b="b"/>
              <a:pathLst>
                <a:path w="13892" h="4338" extrusionOk="0">
                  <a:moveTo>
                    <a:pt x="2805" y="1"/>
                  </a:moveTo>
                  <a:cubicBezTo>
                    <a:pt x="2441" y="1"/>
                    <a:pt x="2081" y="305"/>
                    <a:pt x="1793" y="913"/>
                  </a:cubicBezTo>
                  <a:cubicBezTo>
                    <a:pt x="1345" y="1777"/>
                    <a:pt x="737" y="2289"/>
                    <a:pt x="65" y="2289"/>
                  </a:cubicBezTo>
                  <a:lnTo>
                    <a:pt x="1" y="2289"/>
                  </a:lnTo>
                  <a:cubicBezTo>
                    <a:pt x="65" y="2929"/>
                    <a:pt x="193" y="3570"/>
                    <a:pt x="353" y="4242"/>
                  </a:cubicBezTo>
                  <a:cubicBezTo>
                    <a:pt x="673" y="4050"/>
                    <a:pt x="929" y="3762"/>
                    <a:pt x="1089" y="3410"/>
                  </a:cubicBezTo>
                  <a:cubicBezTo>
                    <a:pt x="1537" y="2513"/>
                    <a:pt x="2145" y="2033"/>
                    <a:pt x="2817" y="2033"/>
                  </a:cubicBezTo>
                  <a:cubicBezTo>
                    <a:pt x="3490" y="2033"/>
                    <a:pt x="4098" y="2513"/>
                    <a:pt x="4546" y="3410"/>
                  </a:cubicBezTo>
                  <a:cubicBezTo>
                    <a:pt x="4834" y="3986"/>
                    <a:pt x="5186" y="4338"/>
                    <a:pt x="5538" y="4338"/>
                  </a:cubicBezTo>
                  <a:cubicBezTo>
                    <a:pt x="5922" y="4338"/>
                    <a:pt x="6274" y="4018"/>
                    <a:pt x="6562" y="3410"/>
                  </a:cubicBezTo>
                  <a:cubicBezTo>
                    <a:pt x="7010" y="2513"/>
                    <a:pt x="7618" y="2033"/>
                    <a:pt x="8291" y="2033"/>
                  </a:cubicBezTo>
                  <a:cubicBezTo>
                    <a:pt x="8963" y="2033"/>
                    <a:pt x="9571" y="2513"/>
                    <a:pt x="10019" y="3410"/>
                  </a:cubicBezTo>
                  <a:cubicBezTo>
                    <a:pt x="10307" y="4018"/>
                    <a:pt x="10667" y="4322"/>
                    <a:pt x="11031" y="4322"/>
                  </a:cubicBezTo>
                  <a:cubicBezTo>
                    <a:pt x="11395" y="4322"/>
                    <a:pt x="11763" y="4018"/>
                    <a:pt x="12067" y="3410"/>
                  </a:cubicBezTo>
                  <a:cubicBezTo>
                    <a:pt x="12483" y="2513"/>
                    <a:pt x="13091" y="2033"/>
                    <a:pt x="13796" y="2033"/>
                  </a:cubicBezTo>
                  <a:lnTo>
                    <a:pt x="13892" y="2033"/>
                  </a:lnTo>
                  <a:cubicBezTo>
                    <a:pt x="13892" y="1329"/>
                    <a:pt x="13860" y="657"/>
                    <a:pt x="13796" y="17"/>
                  </a:cubicBezTo>
                  <a:cubicBezTo>
                    <a:pt x="13411" y="17"/>
                    <a:pt x="13059" y="305"/>
                    <a:pt x="12771" y="913"/>
                  </a:cubicBezTo>
                  <a:cubicBezTo>
                    <a:pt x="12323" y="1777"/>
                    <a:pt x="11715" y="2289"/>
                    <a:pt x="11043" y="2289"/>
                  </a:cubicBezTo>
                  <a:cubicBezTo>
                    <a:pt x="10371" y="2289"/>
                    <a:pt x="9731" y="1777"/>
                    <a:pt x="9315" y="913"/>
                  </a:cubicBezTo>
                  <a:cubicBezTo>
                    <a:pt x="9027" y="305"/>
                    <a:pt x="8659" y="1"/>
                    <a:pt x="8291" y="1"/>
                  </a:cubicBezTo>
                  <a:cubicBezTo>
                    <a:pt x="7922" y="1"/>
                    <a:pt x="7554" y="305"/>
                    <a:pt x="7266" y="913"/>
                  </a:cubicBezTo>
                  <a:cubicBezTo>
                    <a:pt x="6850" y="1777"/>
                    <a:pt x="6210" y="2289"/>
                    <a:pt x="5538" y="2289"/>
                  </a:cubicBezTo>
                  <a:cubicBezTo>
                    <a:pt x="4866" y="2289"/>
                    <a:pt x="4258" y="1777"/>
                    <a:pt x="3842" y="913"/>
                  </a:cubicBezTo>
                  <a:cubicBezTo>
                    <a:pt x="3538" y="305"/>
                    <a:pt x="3170" y="1"/>
                    <a:pt x="2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42"/>
            <p:cNvSpPr/>
            <p:nvPr/>
          </p:nvSpPr>
          <p:spPr>
            <a:xfrm rot="2700000">
              <a:off x="2617209" y="1116242"/>
              <a:ext cx="181875" cy="92210"/>
            </a:xfrm>
            <a:custGeom>
              <a:avLst/>
              <a:gdLst/>
              <a:ahLst/>
              <a:cxnLst/>
              <a:rect l="l" t="t" r="r" b="b"/>
              <a:pathLst>
                <a:path w="9219" h="4674" extrusionOk="0">
                  <a:moveTo>
                    <a:pt x="3297" y="1"/>
                  </a:moveTo>
                  <a:cubicBezTo>
                    <a:pt x="2177" y="65"/>
                    <a:pt x="993" y="961"/>
                    <a:pt x="0" y="2433"/>
                  </a:cubicBezTo>
                  <a:cubicBezTo>
                    <a:pt x="128" y="2369"/>
                    <a:pt x="288" y="2337"/>
                    <a:pt x="416" y="2337"/>
                  </a:cubicBezTo>
                  <a:cubicBezTo>
                    <a:pt x="1121" y="2369"/>
                    <a:pt x="1729" y="2849"/>
                    <a:pt x="2177" y="3745"/>
                  </a:cubicBezTo>
                  <a:cubicBezTo>
                    <a:pt x="2465" y="4322"/>
                    <a:pt x="2817" y="4674"/>
                    <a:pt x="3201" y="4674"/>
                  </a:cubicBezTo>
                  <a:cubicBezTo>
                    <a:pt x="3553" y="4674"/>
                    <a:pt x="3905" y="4322"/>
                    <a:pt x="4225" y="3745"/>
                  </a:cubicBezTo>
                  <a:cubicBezTo>
                    <a:pt x="4641" y="2849"/>
                    <a:pt x="5249" y="2369"/>
                    <a:pt x="5922" y="2369"/>
                  </a:cubicBezTo>
                  <a:cubicBezTo>
                    <a:pt x="6626" y="2369"/>
                    <a:pt x="7234" y="2849"/>
                    <a:pt x="7650" y="3745"/>
                  </a:cubicBezTo>
                  <a:cubicBezTo>
                    <a:pt x="7947" y="4319"/>
                    <a:pt x="8316" y="4625"/>
                    <a:pt x="8679" y="4625"/>
                  </a:cubicBezTo>
                  <a:cubicBezTo>
                    <a:pt x="8863" y="4625"/>
                    <a:pt x="9046" y="4547"/>
                    <a:pt x="9218" y="4386"/>
                  </a:cubicBezTo>
                  <a:cubicBezTo>
                    <a:pt x="8834" y="3713"/>
                    <a:pt x="8418" y="3073"/>
                    <a:pt x="7938" y="2497"/>
                  </a:cubicBezTo>
                  <a:cubicBezTo>
                    <a:pt x="6562" y="897"/>
                    <a:pt x="4993" y="1"/>
                    <a:pt x="34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42"/>
            <p:cNvSpPr/>
            <p:nvPr/>
          </p:nvSpPr>
          <p:spPr>
            <a:xfrm rot="2700000">
              <a:off x="2489633" y="1195074"/>
              <a:ext cx="261439" cy="85108"/>
            </a:xfrm>
            <a:custGeom>
              <a:avLst/>
              <a:gdLst/>
              <a:ahLst/>
              <a:cxnLst/>
              <a:rect l="l" t="t" r="r" b="b"/>
              <a:pathLst>
                <a:path w="13252" h="4314" extrusionOk="0">
                  <a:moveTo>
                    <a:pt x="2913" y="1"/>
                  </a:moveTo>
                  <a:cubicBezTo>
                    <a:pt x="2545" y="1"/>
                    <a:pt x="2177" y="297"/>
                    <a:pt x="1889" y="889"/>
                  </a:cubicBezTo>
                  <a:cubicBezTo>
                    <a:pt x="1473" y="1753"/>
                    <a:pt x="897" y="2233"/>
                    <a:pt x="225" y="2265"/>
                  </a:cubicBezTo>
                  <a:cubicBezTo>
                    <a:pt x="129" y="2905"/>
                    <a:pt x="33" y="3578"/>
                    <a:pt x="1" y="4250"/>
                  </a:cubicBezTo>
                  <a:cubicBezTo>
                    <a:pt x="53" y="4262"/>
                    <a:pt x="105" y="4268"/>
                    <a:pt x="157" y="4268"/>
                  </a:cubicBezTo>
                  <a:cubicBezTo>
                    <a:pt x="520" y="4268"/>
                    <a:pt x="877" y="3974"/>
                    <a:pt x="1185" y="3386"/>
                  </a:cubicBezTo>
                  <a:cubicBezTo>
                    <a:pt x="1633" y="2489"/>
                    <a:pt x="2241" y="2009"/>
                    <a:pt x="2913" y="2009"/>
                  </a:cubicBezTo>
                  <a:cubicBezTo>
                    <a:pt x="3586" y="2009"/>
                    <a:pt x="4194" y="2489"/>
                    <a:pt x="4642" y="3386"/>
                  </a:cubicBezTo>
                  <a:cubicBezTo>
                    <a:pt x="4930" y="3962"/>
                    <a:pt x="5314" y="4314"/>
                    <a:pt x="5666" y="4314"/>
                  </a:cubicBezTo>
                  <a:cubicBezTo>
                    <a:pt x="6018" y="4314"/>
                    <a:pt x="6370" y="3962"/>
                    <a:pt x="6658" y="3386"/>
                  </a:cubicBezTo>
                  <a:cubicBezTo>
                    <a:pt x="7106" y="2489"/>
                    <a:pt x="7714" y="2009"/>
                    <a:pt x="8387" y="2009"/>
                  </a:cubicBezTo>
                  <a:cubicBezTo>
                    <a:pt x="9059" y="2009"/>
                    <a:pt x="9699" y="2489"/>
                    <a:pt x="10115" y="3386"/>
                  </a:cubicBezTo>
                  <a:cubicBezTo>
                    <a:pt x="10403" y="3978"/>
                    <a:pt x="10771" y="4274"/>
                    <a:pt x="11139" y="4274"/>
                  </a:cubicBezTo>
                  <a:cubicBezTo>
                    <a:pt x="11507" y="4274"/>
                    <a:pt x="11875" y="3978"/>
                    <a:pt x="12163" y="3386"/>
                  </a:cubicBezTo>
                  <a:cubicBezTo>
                    <a:pt x="12387" y="2873"/>
                    <a:pt x="12771" y="2457"/>
                    <a:pt x="13251" y="2169"/>
                  </a:cubicBezTo>
                  <a:cubicBezTo>
                    <a:pt x="13155" y="1753"/>
                    <a:pt x="13027" y="1305"/>
                    <a:pt x="12867" y="889"/>
                  </a:cubicBezTo>
                  <a:cubicBezTo>
                    <a:pt x="12419" y="1785"/>
                    <a:pt x="11811" y="2265"/>
                    <a:pt x="11139" y="2265"/>
                  </a:cubicBezTo>
                  <a:cubicBezTo>
                    <a:pt x="10467" y="2265"/>
                    <a:pt x="9859" y="1785"/>
                    <a:pt x="9411" y="889"/>
                  </a:cubicBezTo>
                  <a:cubicBezTo>
                    <a:pt x="9123" y="297"/>
                    <a:pt x="8755" y="1"/>
                    <a:pt x="8387" y="1"/>
                  </a:cubicBezTo>
                  <a:cubicBezTo>
                    <a:pt x="8018" y="1"/>
                    <a:pt x="7650" y="297"/>
                    <a:pt x="7362" y="889"/>
                  </a:cubicBezTo>
                  <a:cubicBezTo>
                    <a:pt x="6946" y="1785"/>
                    <a:pt x="6338" y="2265"/>
                    <a:pt x="5634" y="2265"/>
                  </a:cubicBezTo>
                  <a:cubicBezTo>
                    <a:pt x="4962" y="2265"/>
                    <a:pt x="4354" y="1785"/>
                    <a:pt x="3938" y="889"/>
                  </a:cubicBezTo>
                  <a:cubicBezTo>
                    <a:pt x="3650" y="297"/>
                    <a:pt x="3282" y="1"/>
                    <a:pt x="29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42"/>
            <p:cNvSpPr/>
            <p:nvPr/>
          </p:nvSpPr>
          <p:spPr>
            <a:xfrm rot="2700000">
              <a:off x="2284025" y="1505769"/>
              <a:ext cx="49913" cy="28428"/>
            </a:xfrm>
            <a:custGeom>
              <a:avLst/>
              <a:gdLst/>
              <a:ahLst/>
              <a:cxnLst/>
              <a:rect l="l" t="t" r="r" b="b"/>
              <a:pathLst>
                <a:path w="2530" h="1441" extrusionOk="0">
                  <a:moveTo>
                    <a:pt x="1" y="0"/>
                  </a:moveTo>
                  <a:lnTo>
                    <a:pt x="1" y="0"/>
                  </a:lnTo>
                  <a:cubicBezTo>
                    <a:pt x="129" y="160"/>
                    <a:pt x="225" y="320"/>
                    <a:pt x="321" y="512"/>
                  </a:cubicBezTo>
                  <a:cubicBezTo>
                    <a:pt x="609" y="1088"/>
                    <a:pt x="961" y="1440"/>
                    <a:pt x="1345" y="1440"/>
                  </a:cubicBezTo>
                  <a:cubicBezTo>
                    <a:pt x="1697" y="1440"/>
                    <a:pt x="2049" y="1088"/>
                    <a:pt x="2369" y="512"/>
                  </a:cubicBezTo>
                  <a:cubicBezTo>
                    <a:pt x="2401" y="416"/>
                    <a:pt x="2465" y="320"/>
                    <a:pt x="2529" y="224"/>
                  </a:cubicBezTo>
                  <a:cubicBezTo>
                    <a:pt x="1697" y="128"/>
                    <a:pt x="865" y="64"/>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42"/>
            <p:cNvSpPr/>
            <p:nvPr/>
          </p:nvSpPr>
          <p:spPr>
            <a:xfrm rot="2700000">
              <a:off x="2364212" y="1590779"/>
              <a:ext cx="34130" cy="16532"/>
            </a:xfrm>
            <a:custGeom>
              <a:avLst/>
              <a:gdLst/>
              <a:ahLst/>
              <a:cxnLst/>
              <a:rect l="l" t="t" r="r" b="b"/>
              <a:pathLst>
                <a:path w="1730" h="838" extrusionOk="0">
                  <a:moveTo>
                    <a:pt x="1" y="0"/>
                  </a:moveTo>
                  <a:cubicBezTo>
                    <a:pt x="300" y="560"/>
                    <a:pt x="653" y="837"/>
                    <a:pt x="1003" y="837"/>
                  </a:cubicBezTo>
                  <a:cubicBezTo>
                    <a:pt x="1254" y="837"/>
                    <a:pt x="1503" y="696"/>
                    <a:pt x="1729" y="416"/>
                  </a:cubicBezTo>
                  <a:lnTo>
                    <a:pt x="1729" y="224"/>
                  </a:lnTo>
                  <a:cubicBezTo>
                    <a:pt x="1185" y="128"/>
                    <a:pt x="577" y="96"/>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42"/>
            <p:cNvSpPr/>
            <p:nvPr/>
          </p:nvSpPr>
          <p:spPr>
            <a:xfrm rot="2700000">
              <a:off x="2172076" y="1556066"/>
              <a:ext cx="195132" cy="85108"/>
            </a:xfrm>
            <a:custGeom>
              <a:avLst/>
              <a:gdLst/>
              <a:ahLst/>
              <a:cxnLst/>
              <a:rect l="l" t="t" r="r" b="b"/>
              <a:pathLst>
                <a:path w="9891" h="4314" extrusionOk="0">
                  <a:moveTo>
                    <a:pt x="6354" y="1"/>
                  </a:moveTo>
                  <a:cubicBezTo>
                    <a:pt x="5993" y="1"/>
                    <a:pt x="5633" y="297"/>
                    <a:pt x="5345" y="889"/>
                  </a:cubicBezTo>
                  <a:cubicBezTo>
                    <a:pt x="4897" y="1785"/>
                    <a:pt x="4289" y="2265"/>
                    <a:pt x="3617" y="2265"/>
                  </a:cubicBezTo>
                  <a:cubicBezTo>
                    <a:pt x="2913" y="2265"/>
                    <a:pt x="2305" y="1785"/>
                    <a:pt x="1889" y="889"/>
                  </a:cubicBezTo>
                  <a:cubicBezTo>
                    <a:pt x="1595" y="300"/>
                    <a:pt x="1233" y="25"/>
                    <a:pt x="880" y="25"/>
                  </a:cubicBezTo>
                  <a:cubicBezTo>
                    <a:pt x="810" y="25"/>
                    <a:pt x="741" y="36"/>
                    <a:pt x="672" y="57"/>
                  </a:cubicBezTo>
                  <a:cubicBezTo>
                    <a:pt x="576" y="313"/>
                    <a:pt x="512" y="569"/>
                    <a:pt x="416" y="857"/>
                  </a:cubicBezTo>
                  <a:cubicBezTo>
                    <a:pt x="224" y="1337"/>
                    <a:pt x="96" y="1817"/>
                    <a:pt x="0" y="2329"/>
                  </a:cubicBezTo>
                  <a:cubicBezTo>
                    <a:pt x="256" y="2137"/>
                    <a:pt x="576" y="2009"/>
                    <a:pt x="896" y="2009"/>
                  </a:cubicBezTo>
                  <a:cubicBezTo>
                    <a:pt x="1569" y="2009"/>
                    <a:pt x="2177" y="2489"/>
                    <a:pt x="2625" y="3385"/>
                  </a:cubicBezTo>
                  <a:cubicBezTo>
                    <a:pt x="2913" y="3993"/>
                    <a:pt x="3297" y="4313"/>
                    <a:pt x="3649" y="4313"/>
                  </a:cubicBezTo>
                  <a:cubicBezTo>
                    <a:pt x="4001" y="4313"/>
                    <a:pt x="4353" y="3993"/>
                    <a:pt x="4673" y="3385"/>
                  </a:cubicBezTo>
                  <a:cubicBezTo>
                    <a:pt x="5089" y="2489"/>
                    <a:pt x="5697" y="2009"/>
                    <a:pt x="6370" y="2009"/>
                  </a:cubicBezTo>
                  <a:cubicBezTo>
                    <a:pt x="7074" y="2009"/>
                    <a:pt x="7682" y="2489"/>
                    <a:pt x="8098" y="3385"/>
                  </a:cubicBezTo>
                  <a:cubicBezTo>
                    <a:pt x="8388" y="3965"/>
                    <a:pt x="8758" y="4263"/>
                    <a:pt x="9122" y="4263"/>
                  </a:cubicBezTo>
                  <a:cubicBezTo>
                    <a:pt x="9320" y="4263"/>
                    <a:pt x="9517" y="4174"/>
                    <a:pt x="9698" y="3993"/>
                  </a:cubicBezTo>
                  <a:cubicBezTo>
                    <a:pt x="9826" y="3353"/>
                    <a:pt x="9858" y="2681"/>
                    <a:pt x="9890" y="2009"/>
                  </a:cubicBezTo>
                  <a:lnTo>
                    <a:pt x="9890" y="2009"/>
                  </a:lnTo>
                  <a:cubicBezTo>
                    <a:pt x="9634" y="2169"/>
                    <a:pt x="9378" y="2265"/>
                    <a:pt x="9090" y="2265"/>
                  </a:cubicBezTo>
                  <a:cubicBezTo>
                    <a:pt x="8418" y="2265"/>
                    <a:pt x="7810" y="1785"/>
                    <a:pt x="7362" y="889"/>
                  </a:cubicBezTo>
                  <a:cubicBezTo>
                    <a:pt x="7074" y="297"/>
                    <a:pt x="6714" y="1"/>
                    <a:pt x="63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42"/>
            <p:cNvSpPr/>
            <p:nvPr/>
          </p:nvSpPr>
          <p:spPr>
            <a:xfrm rot="2700000">
              <a:off x="2118566" y="1585711"/>
              <a:ext cx="189451" cy="119770"/>
            </a:xfrm>
            <a:custGeom>
              <a:avLst/>
              <a:gdLst/>
              <a:ahLst/>
              <a:cxnLst/>
              <a:rect l="l" t="t" r="r" b="b"/>
              <a:pathLst>
                <a:path w="9603" h="6071" extrusionOk="0">
                  <a:moveTo>
                    <a:pt x="1068" y="0"/>
                  </a:moveTo>
                  <a:cubicBezTo>
                    <a:pt x="704" y="0"/>
                    <a:pt x="336" y="304"/>
                    <a:pt x="32" y="912"/>
                  </a:cubicBezTo>
                  <a:cubicBezTo>
                    <a:pt x="0" y="2000"/>
                    <a:pt x="320" y="3089"/>
                    <a:pt x="928" y="4017"/>
                  </a:cubicBezTo>
                  <a:cubicBezTo>
                    <a:pt x="1793" y="5297"/>
                    <a:pt x="3233" y="6065"/>
                    <a:pt x="4801" y="6065"/>
                  </a:cubicBezTo>
                  <a:cubicBezTo>
                    <a:pt x="4875" y="6069"/>
                    <a:pt x="4948" y="6071"/>
                    <a:pt x="5021" y="6071"/>
                  </a:cubicBezTo>
                  <a:cubicBezTo>
                    <a:pt x="6256" y="6071"/>
                    <a:pt x="7446" y="5565"/>
                    <a:pt x="8322" y="4689"/>
                  </a:cubicBezTo>
                  <a:cubicBezTo>
                    <a:pt x="8930" y="3953"/>
                    <a:pt x="9346" y="3121"/>
                    <a:pt x="9602" y="2225"/>
                  </a:cubicBezTo>
                  <a:lnTo>
                    <a:pt x="9602" y="2225"/>
                  </a:lnTo>
                  <a:cubicBezTo>
                    <a:pt x="9506" y="2257"/>
                    <a:pt x="9378" y="2289"/>
                    <a:pt x="9282" y="2289"/>
                  </a:cubicBezTo>
                  <a:cubicBezTo>
                    <a:pt x="8642" y="2289"/>
                    <a:pt x="8002" y="1776"/>
                    <a:pt x="7554" y="912"/>
                  </a:cubicBezTo>
                  <a:cubicBezTo>
                    <a:pt x="7266" y="304"/>
                    <a:pt x="6906" y="0"/>
                    <a:pt x="6546" y="0"/>
                  </a:cubicBezTo>
                  <a:cubicBezTo>
                    <a:pt x="6185" y="0"/>
                    <a:pt x="5825" y="304"/>
                    <a:pt x="5537" y="912"/>
                  </a:cubicBezTo>
                  <a:cubicBezTo>
                    <a:pt x="5089" y="1776"/>
                    <a:pt x="4481" y="2289"/>
                    <a:pt x="3809" y="2289"/>
                  </a:cubicBezTo>
                  <a:cubicBezTo>
                    <a:pt x="3105" y="2289"/>
                    <a:pt x="2497" y="1776"/>
                    <a:pt x="2081" y="912"/>
                  </a:cubicBezTo>
                  <a:cubicBezTo>
                    <a:pt x="1793" y="304"/>
                    <a:pt x="1433" y="0"/>
                    <a:pt x="10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42"/>
            <p:cNvSpPr/>
            <p:nvPr/>
          </p:nvSpPr>
          <p:spPr>
            <a:xfrm rot="2700000">
              <a:off x="2226025" y="1527119"/>
              <a:ext cx="176193" cy="80827"/>
            </a:xfrm>
            <a:custGeom>
              <a:avLst/>
              <a:gdLst/>
              <a:ahLst/>
              <a:cxnLst/>
              <a:rect l="l" t="t" r="r" b="b"/>
              <a:pathLst>
                <a:path w="8931" h="4097" extrusionOk="0">
                  <a:moveTo>
                    <a:pt x="449" y="0"/>
                  </a:moveTo>
                  <a:cubicBezTo>
                    <a:pt x="321" y="608"/>
                    <a:pt x="161" y="1216"/>
                    <a:pt x="1" y="1792"/>
                  </a:cubicBezTo>
                  <a:cubicBezTo>
                    <a:pt x="641" y="1856"/>
                    <a:pt x="1185" y="2305"/>
                    <a:pt x="1633" y="3169"/>
                  </a:cubicBezTo>
                  <a:cubicBezTo>
                    <a:pt x="1921" y="3745"/>
                    <a:pt x="2273" y="4097"/>
                    <a:pt x="2657" y="4097"/>
                  </a:cubicBezTo>
                  <a:cubicBezTo>
                    <a:pt x="3009" y="4097"/>
                    <a:pt x="3361" y="3745"/>
                    <a:pt x="3649" y="3169"/>
                  </a:cubicBezTo>
                  <a:cubicBezTo>
                    <a:pt x="4097" y="2273"/>
                    <a:pt x="4705" y="1792"/>
                    <a:pt x="5378" y="1792"/>
                  </a:cubicBezTo>
                  <a:cubicBezTo>
                    <a:pt x="6050" y="1792"/>
                    <a:pt x="6690" y="2273"/>
                    <a:pt x="7106" y="3169"/>
                  </a:cubicBezTo>
                  <a:cubicBezTo>
                    <a:pt x="7400" y="3757"/>
                    <a:pt x="7768" y="4060"/>
                    <a:pt x="8137" y="4060"/>
                  </a:cubicBezTo>
                  <a:cubicBezTo>
                    <a:pt x="8411" y="4060"/>
                    <a:pt x="8685" y="3893"/>
                    <a:pt x="8930" y="3553"/>
                  </a:cubicBezTo>
                  <a:cubicBezTo>
                    <a:pt x="8930" y="3489"/>
                    <a:pt x="8930" y="3457"/>
                    <a:pt x="8930" y="3361"/>
                  </a:cubicBezTo>
                  <a:cubicBezTo>
                    <a:pt x="8898" y="2817"/>
                    <a:pt x="8898" y="2305"/>
                    <a:pt x="8898" y="1792"/>
                  </a:cubicBezTo>
                  <a:cubicBezTo>
                    <a:pt x="8674" y="1952"/>
                    <a:pt x="8418" y="2016"/>
                    <a:pt x="8130" y="2016"/>
                  </a:cubicBezTo>
                  <a:cubicBezTo>
                    <a:pt x="7458" y="2016"/>
                    <a:pt x="6850" y="1536"/>
                    <a:pt x="6402" y="672"/>
                  </a:cubicBezTo>
                  <a:cubicBezTo>
                    <a:pt x="6338" y="512"/>
                    <a:pt x="6242" y="384"/>
                    <a:pt x="6146" y="256"/>
                  </a:cubicBezTo>
                  <a:cubicBezTo>
                    <a:pt x="5698" y="224"/>
                    <a:pt x="5250" y="160"/>
                    <a:pt x="4769" y="96"/>
                  </a:cubicBezTo>
                  <a:cubicBezTo>
                    <a:pt x="4609" y="256"/>
                    <a:pt x="4481" y="480"/>
                    <a:pt x="4353" y="672"/>
                  </a:cubicBezTo>
                  <a:cubicBezTo>
                    <a:pt x="3937" y="1568"/>
                    <a:pt x="3329" y="2049"/>
                    <a:pt x="2657" y="2049"/>
                  </a:cubicBezTo>
                  <a:cubicBezTo>
                    <a:pt x="1953" y="2049"/>
                    <a:pt x="1345" y="1568"/>
                    <a:pt x="929" y="672"/>
                  </a:cubicBezTo>
                  <a:cubicBezTo>
                    <a:pt x="801" y="416"/>
                    <a:pt x="641" y="192"/>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5" name="Google Shape;655;p42"/>
          <p:cNvSpPr/>
          <p:nvPr/>
        </p:nvSpPr>
        <p:spPr>
          <a:xfrm rot="3599939">
            <a:off x="458114" y="3950542"/>
            <a:ext cx="276246" cy="606206"/>
          </a:xfrm>
          <a:custGeom>
            <a:avLst/>
            <a:gdLst/>
            <a:ahLst/>
            <a:cxnLst/>
            <a:rect l="l" t="t" r="r" b="b"/>
            <a:pathLst>
              <a:path w="19332" h="42423" extrusionOk="0">
                <a:moveTo>
                  <a:pt x="11042" y="1323"/>
                </a:moveTo>
                <a:lnTo>
                  <a:pt x="11042" y="1323"/>
                </a:lnTo>
                <a:cubicBezTo>
                  <a:pt x="11586" y="1547"/>
                  <a:pt x="12066" y="1835"/>
                  <a:pt x="12547" y="2155"/>
                </a:cubicBezTo>
                <a:cubicBezTo>
                  <a:pt x="12034" y="2027"/>
                  <a:pt x="11586" y="1803"/>
                  <a:pt x="11234" y="1451"/>
                </a:cubicBezTo>
                <a:cubicBezTo>
                  <a:pt x="11170" y="1387"/>
                  <a:pt x="11106" y="1387"/>
                  <a:pt x="11042" y="1323"/>
                </a:cubicBezTo>
                <a:close/>
                <a:moveTo>
                  <a:pt x="8962" y="843"/>
                </a:moveTo>
                <a:cubicBezTo>
                  <a:pt x="8514" y="939"/>
                  <a:pt x="8130" y="1131"/>
                  <a:pt x="7778" y="1451"/>
                </a:cubicBezTo>
                <a:cubicBezTo>
                  <a:pt x="7266" y="1963"/>
                  <a:pt x="6529" y="2251"/>
                  <a:pt x="5793" y="2251"/>
                </a:cubicBezTo>
                <a:cubicBezTo>
                  <a:pt x="5985" y="2091"/>
                  <a:pt x="6209" y="1899"/>
                  <a:pt x="6401" y="1739"/>
                </a:cubicBezTo>
                <a:lnTo>
                  <a:pt x="6401" y="1771"/>
                </a:lnTo>
                <a:cubicBezTo>
                  <a:pt x="6817" y="1643"/>
                  <a:pt x="7202" y="1451"/>
                  <a:pt x="7490" y="1163"/>
                </a:cubicBezTo>
                <a:lnTo>
                  <a:pt x="7554" y="1131"/>
                </a:lnTo>
                <a:cubicBezTo>
                  <a:pt x="7906" y="971"/>
                  <a:pt x="8322" y="875"/>
                  <a:pt x="8738" y="843"/>
                </a:cubicBezTo>
                <a:close/>
                <a:moveTo>
                  <a:pt x="9538" y="1635"/>
                </a:moveTo>
                <a:cubicBezTo>
                  <a:pt x="10266" y="1635"/>
                  <a:pt x="10994" y="1915"/>
                  <a:pt x="11554" y="2475"/>
                </a:cubicBezTo>
                <a:cubicBezTo>
                  <a:pt x="11999" y="2920"/>
                  <a:pt x="12614" y="3151"/>
                  <a:pt x="13243" y="3151"/>
                </a:cubicBezTo>
                <a:cubicBezTo>
                  <a:pt x="13384" y="3151"/>
                  <a:pt x="13526" y="3139"/>
                  <a:pt x="13667" y="3115"/>
                </a:cubicBezTo>
                <a:cubicBezTo>
                  <a:pt x="13827" y="3307"/>
                  <a:pt x="13987" y="3435"/>
                  <a:pt x="14179" y="3628"/>
                </a:cubicBezTo>
                <a:cubicBezTo>
                  <a:pt x="14403" y="3884"/>
                  <a:pt x="14563" y="4204"/>
                  <a:pt x="14787" y="4460"/>
                </a:cubicBezTo>
                <a:cubicBezTo>
                  <a:pt x="14320" y="4753"/>
                  <a:pt x="13791" y="4897"/>
                  <a:pt x="13267" y="4897"/>
                </a:cubicBezTo>
                <a:cubicBezTo>
                  <a:pt x="12533" y="4897"/>
                  <a:pt x="11807" y="4617"/>
                  <a:pt x="11266" y="4076"/>
                </a:cubicBezTo>
                <a:cubicBezTo>
                  <a:pt x="10786" y="3596"/>
                  <a:pt x="10162" y="3355"/>
                  <a:pt x="9538" y="3355"/>
                </a:cubicBezTo>
                <a:cubicBezTo>
                  <a:pt x="8914" y="3355"/>
                  <a:pt x="8290" y="3596"/>
                  <a:pt x="7810" y="4076"/>
                </a:cubicBezTo>
                <a:cubicBezTo>
                  <a:pt x="7267" y="4618"/>
                  <a:pt x="6552" y="4895"/>
                  <a:pt x="5830" y="4895"/>
                </a:cubicBezTo>
                <a:cubicBezTo>
                  <a:pt x="5273" y="4895"/>
                  <a:pt x="4713" y="4730"/>
                  <a:pt x="4225" y="4396"/>
                </a:cubicBezTo>
                <a:cubicBezTo>
                  <a:pt x="4257" y="4332"/>
                  <a:pt x="4289" y="4236"/>
                  <a:pt x="4321" y="4172"/>
                </a:cubicBezTo>
                <a:cubicBezTo>
                  <a:pt x="4577" y="3788"/>
                  <a:pt x="4833" y="3403"/>
                  <a:pt x="5121" y="3019"/>
                </a:cubicBezTo>
                <a:cubicBezTo>
                  <a:pt x="5364" y="3103"/>
                  <a:pt x="5615" y="3144"/>
                  <a:pt x="5865" y="3144"/>
                </a:cubicBezTo>
                <a:cubicBezTo>
                  <a:pt x="6471" y="3144"/>
                  <a:pt x="7068" y="2906"/>
                  <a:pt x="7522" y="2475"/>
                </a:cubicBezTo>
                <a:cubicBezTo>
                  <a:pt x="8082" y="1915"/>
                  <a:pt x="8810" y="1635"/>
                  <a:pt x="9538" y="1635"/>
                </a:cubicBezTo>
                <a:close/>
                <a:moveTo>
                  <a:pt x="9506" y="4292"/>
                </a:moveTo>
                <a:cubicBezTo>
                  <a:pt x="10234" y="4292"/>
                  <a:pt x="10962" y="4572"/>
                  <a:pt x="11522" y="5132"/>
                </a:cubicBezTo>
                <a:cubicBezTo>
                  <a:pt x="12002" y="5596"/>
                  <a:pt x="12627" y="5828"/>
                  <a:pt x="13251" y="5828"/>
                </a:cubicBezTo>
                <a:cubicBezTo>
                  <a:pt x="13875" y="5828"/>
                  <a:pt x="14499" y="5596"/>
                  <a:pt x="14979" y="5132"/>
                </a:cubicBezTo>
                <a:cubicBezTo>
                  <a:pt x="15043" y="5068"/>
                  <a:pt x="15075" y="5036"/>
                  <a:pt x="15139" y="5004"/>
                </a:cubicBezTo>
                <a:cubicBezTo>
                  <a:pt x="15395" y="5420"/>
                  <a:pt x="15651" y="5868"/>
                  <a:pt x="15875" y="6316"/>
                </a:cubicBezTo>
                <a:cubicBezTo>
                  <a:pt x="15651" y="6412"/>
                  <a:pt x="15459" y="6572"/>
                  <a:pt x="15267" y="6732"/>
                </a:cubicBezTo>
                <a:cubicBezTo>
                  <a:pt x="14707" y="7292"/>
                  <a:pt x="13979" y="7572"/>
                  <a:pt x="13251" y="7572"/>
                </a:cubicBezTo>
                <a:cubicBezTo>
                  <a:pt x="12523" y="7572"/>
                  <a:pt x="11794" y="7292"/>
                  <a:pt x="11234" y="6732"/>
                </a:cubicBezTo>
                <a:cubicBezTo>
                  <a:pt x="10754" y="6252"/>
                  <a:pt x="10130" y="6012"/>
                  <a:pt x="9506" y="6012"/>
                </a:cubicBezTo>
                <a:cubicBezTo>
                  <a:pt x="8882" y="6012"/>
                  <a:pt x="8258" y="6252"/>
                  <a:pt x="7778" y="6732"/>
                </a:cubicBezTo>
                <a:cubicBezTo>
                  <a:pt x="7218" y="7292"/>
                  <a:pt x="6489" y="7572"/>
                  <a:pt x="5761" y="7572"/>
                </a:cubicBezTo>
                <a:cubicBezTo>
                  <a:pt x="5033" y="7572"/>
                  <a:pt x="4305" y="7292"/>
                  <a:pt x="3745" y="6732"/>
                </a:cubicBezTo>
                <a:cubicBezTo>
                  <a:pt x="3617" y="6572"/>
                  <a:pt x="3425" y="6476"/>
                  <a:pt x="3265" y="6380"/>
                </a:cubicBezTo>
                <a:cubicBezTo>
                  <a:pt x="3425" y="5900"/>
                  <a:pt x="3649" y="5420"/>
                  <a:pt x="3873" y="4972"/>
                </a:cubicBezTo>
                <a:cubicBezTo>
                  <a:pt x="3937" y="5036"/>
                  <a:pt x="4001" y="5068"/>
                  <a:pt x="4033" y="5100"/>
                </a:cubicBezTo>
                <a:lnTo>
                  <a:pt x="4033" y="5132"/>
                </a:lnTo>
                <a:cubicBezTo>
                  <a:pt x="4513" y="5596"/>
                  <a:pt x="5137" y="5828"/>
                  <a:pt x="5761" y="5828"/>
                </a:cubicBezTo>
                <a:cubicBezTo>
                  <a:pt x="6385" y="5828"/>
                  <a:pt x="7009" y="5596"/>
                  <a:pt x="7490" y="5132"/>
                </a:cubicBezTo>
                <a:cubicBezTo>
                  <a:pt x="8050" y="4572"/>
                  <a:pt x="8778" y="4292"/>
                  <a:pt x="9506" y="4292"/>
                </a:cubicBezTo>
                <a:close/>
                <a:moveTo>
                  <a:pt x="9506" y="6916"/>
                </a:moveTo>
                <a:cubicBezTo>
                  <a:pt x="10234" y="6916"/>
                  <a:pt x="10962" y="7196"/>
                  <a:pt x="11522" y="7756"/>
                </a:cubicBezTo>
                <a:cubicBezTo>
                  <a:pt x="12002" y="8236"/>
                  <a:pt x="12627" y="8476"/>
                  <a:pt x="13251" y="8476"/>
                </a:cubicBezTo>
                <a:cubicBezTo>
                  <a:pt x="13875" y="8476"/>
                  <a:pt x="14499" y="8236"/>
                  <a:pt x="14979" y="7756"/>
                </a:cubicBezTo>
                <a:cubicBezTo>
                  <a:pt x="15331" y="7404"/>
                  <a:pt x="15779" y="7180"/>
                  <a:pt x="16227" y="7052"/>
                </a:cubicBezTo>
                <a:cubicBezTo>
                  <a:pt x="16483" y="7596"/>
                  <a:pt x="16675" y="8140"/>
                  <a:pt x="16867" y="8684"/>
                </a:cubicBezTo>
                <a:cubicBezTo>
                  <a:pt x="16259" y="8684"/>
                  <a:pt x="15683" y="8940"/>
                  <a:pt x="15267" y="9357"/>
                </a:cubicBezTo>
                <a:cubicBezTo>
                  <a:pt x="14707" y="9917"/>
                  <a:pt x="13979" y="10197"/>
                  <a:pt x="13251" y="10197"/>
                </a:cubicBezTo>
                <a:cubicBezTo>
                  <a:pt x="12523" y="10197"/>
                  <a:pt x="11794" y="9917"/>
                  <a:pt x="11234" y="9357"/>
                </a:cubicBezTo>
                <a:cubicBezTo>
                  <a:pt x="10754" y="8876"/>
                  <a:pt x="10130" y="8636"/>
                  <a:pt x="9506" y="8636"/>
                </a:cubicBezTo>
                <a:cubicBezTo>
                  <a:pt x="8882" y="8636"/>
                  <a:pt x="8258" y="8876"/>
                  <a:pt x="7778" y="9357"/>
                </a:cubicBezTo>
                <a:cubicBezTo>
                  <a:pt x="7218" y="9917"/>
                  <a:pt x="6489" y="10197"/>
                  <a:pt x="5761" y="10197"/>
                </a:cubicBezTo>
                <a:cubicBezTo>
                  <a:pt x="5033" y="10197"/>
                  <a:pt x="4305" y="9917"/>
                  <a:pt x="3745" y="9357"/>
                </a:cubicBezTo>
                <a:cubicBezTo>
                  <a:pt x="3425" y="9037"/>
                  <a:pt x="3009" y="8812"/>
                  <a:pt x="2561" y="8748"/>
                </a:cubicBezTo>
                <a:cubicBezTo>
                  <a:pt x="2689" y="8172"/>
                  <a:pt x="2817" y="7628"/>
                  <a:pt x="3009" y="7116"/>
                </a:cubicBezTo>
                <a:cubicBezTo>
                  <a:pt x="3393" y="7244"/>
                  <a:pt x="3745" y="7468"/>
                  <a:pt x="4033" y="7756"/>
                </a:cubicBezTo>
                <a:cubicBezTo>
                  <a:pt x="4513" y="8236"/>
                  <a:pt x="5137" y="8476"/>
                  <a:pt x="5761" y="8476"/>
                </a:cubicBezTo>
                <a:cubicBezTo>
                  <a:pt x="6385" y="8476"/>
                  <a:pt x="7009" y="8236"/>
                  <a:pt x="7490" y="7756"/>
                </a:cubicBezTo>
                <a:cubicBezTo>
                  <a:pt x="8050" y="7196"/>
                  <a:pt x="8778" y="6916"/>
                  <a:pt x="9506" y="6916"/>
                </a:cubicBezTo>
                <a:close/>
                <a:moveTo>
                  <a:pt x="9506" y="9573"/>
                </a:moveTo>
                <a:cubicBezTo>
                  <a:pt x="10234" y="9573"/>
                  <a:pt x="10962" y="9853"/>
                  <a:pt x="11522" y="10413"/>
                </a:cubicBezTo>
                <a:cubicBezTo>
                  <a:pt x="12002" y="10877"/>
                  <a:pt x="12627" y="11109"/>
                  <a:pt x="13251" y="11109"/>
                </a:cubicBezTo>
                <a:cubicBezTo>
                  <a:pt x="13875" y="11109"/>
                  <a:pt x="14499" y="10877"/>
                  <a:pt x="14979" y="10413"/>
                </a:cubicBezTo>
                <a:cubicBezTo>
                  <a:pt x="15502" y="9889"/>
                  <a:pt x="16184" y="9604"/>
                  <a:pt x="16880" y="9604"/>
                </a:cubicBezTo>
                <a:cubicBezTo>
                  <a:pt x="16951" y="9604"/>
                  <a:pt x="17021" y="9607"/>
                  <a:pt x="17091" y="9613"/>
                </a:cubicBezTo>
                <a:cubicBezTo>
                  <a:pt x="17251" y="10189"/>
                  <a:pt x="17411" y="10797"/>
                  <a:pt x="17507" y="11405"/>
                </a:cubicBezTo>
                <a:cubicBezTo>
                  <a:pt x="17321" y="11360"/>
                  <a:pt x="17133" y="11338"/>
                  <a:pt x="16947" y="11338"/>
                </a:cubicBezTo>
                <a:cubicBezTo>
                  <a:pt x="16332" y="11338"/>
                  <a:pt x="15734" y="11579"/>
                  <a:pt x="15267" y="12045"/>
                </a:cubicBezTo>
                <a:cubicBezTo>
                  <a:pt x="14723" y="12589"/>
                  <a:pt x="13995" y="12861"/>
                  <a:pt x="13263" y="12861"/>
                </a:cubicBezTo>
                <a:cubicBezTo>
                  <a:pt x="12531" y="12861"/>
                  <a:pt x="11794" y="12589"/>
                  <a:pt x="11234" y="12045"/>
                </a:cubicBezTo>
                <a:cubicBezTo>
                  <a:pt x="10754" y="11565"/>
                  <a:pt x="10130" y="11325"/>
                  <a:pt x="9510" y="11325"/>
                </a:cubicBezTo>
                <a:cubicBezTo>
                  <a:pt x="8890" y="11325"/>
                  <a:pt x="8274" y="11565"/>
                  <a:pt x="7810" y="12045"/>
                </a:cubicBezTo>
                <a:cubicBezTo>
                  <a:pt x="7250" y="12589"/>
                  <a:pt x="6513" y="12861"/>
                  <a:pt x="5777" y="12861"/>
                </a:cubicBezTo>
                <a:cubicBezTo>
                  <a:pt x="5041" y="12861"/>
                  <a:pt x="4305" y="12589"/>
                  <a:pt x="3745" y="12045"/>
                </a:cubicBezTo>
                <a:cubicBezTo>
                  <a:pt x="3329" y="11597"/>
                  <a:pt x="2753" y="11373"/>
                  <a:pt x="2145" y="11373"/>
                </a:cubicBezTo>
                <a:cubicBezTo>
                  <a:pt x="2177" y="10765"/>
                  <a:pt x="2241" y="10157"/>
                  <a:pt x="2369" y="9613"/>
                </a:cubicBezTo>
                <a:cubicBezTo>
                  <a:pt x="2977" y="9677"/>
                  <a:pt x="3585" y="9965"/>
                  <a:pt x="4033" y="10413"/>
                </a:cubicBezTo>
                <a:cubicBezTo>
                  <a:pt x="4513" y="10877"/>
                  <a:pt x="5137" y="11109"/>
                  <a:pt x="5761" y="11109"/>
                </a:cubicBezTo>
                <a:cubicBezTo>
                  <a:pt x="6385" y="11109"/>
                  <a:pt x="7009" y="10877"/>
                  <a:pt x="7490" y="10413"/>
                </a:cubicBezTo>
                <a:cubicBezTo>
                  <a:pt x="8050" y="9853"/>
                  <a:pt x="8778" y="9573"/>
                  <a:pt x="9506" y="9573"/>
                </a:cubicBezTo>
                <a:close/>
                <a:moveTo>
                  <a:pt x="9475" y="12213"/>
                </a:moveTo>
                <a:cubicBezTo>
                  <a:pt x="10213" y="12213"/>
                  <a:pt x="10954" y="12501"/>
                  <a:pt x="11522" y="13069"/>
                </a:cubicBezTo>
                <a:cubicBezTo>
                  <a:pt x="12002" y="13533"/>
                  <a:pt x="12627" y="13765"/>
                  <a:pt x="13251" y="13765"/>
                </a:cubicBezTo>
                <a:cubicBezTo>
                  <a:pt x="13875" y="13765"/>
                  <a:pt x="14499" y="13533"/>
                  <a:pt x="14979" y="13069"/>
                </a:cubicBezTo>
                <a:cubicBezTo>
                  <a:pt x="15513" y="12536"/>
                  <a:pt x="16212" y="12241"/>
                  <a:pt x="16937" y="12241"/>
                </a:cubicBezTo>
                <a:cubicBezTo>
                  <a:pt x="17169" y="12241"/>
                  <a:pt x="17403" y="12271"/>
                  <a:pt x="17636" y="12333"/>
                </a:cubicBezTo>
                <a:cubicBezTo>
                  <a:pt x="17700" y="12941"/>
                  <a:pt x="17764" y="13517"/>
                  <a:pt x="17796" y="14157"/>
                </a:cubicBezTo>
                <a:cubicBezTo>
                  <a:pt x="17520" y="14055"/>
                  <a:pt x="17231" y="14005"/>
                  <a:pt x="16944" y="14005"/>
                </a:cubicBezTo>
                <a:cubicBezTo>
                  <a:pt x="16331" y="14005"/>
                  <a:pt x="15725" y="14234"/>
                  <a:pt x="15267" y="14670"/>
                </a:cubicBezTo>
                <a:cubicBezTo>
                  <a:pt x="14707" y="15214"/>
                  <a:pt x="13979" y="15486"/>
                  <a:pt x="13251" y="15486"/>
                </a:cubicBezTo>
                <a:cubicBezTo>
                  <a:pt x="12523" y="15486"/>
                  <a:pt x="11794" y="15214"/>
                  <a:pt x="11234" y="14670"/>
                </a:cubicBezTo>
                <a:cubicBezTo>
                  <a:pt x="10754" y="14189"/>
                  <a:pt x="10130" y="13949"/>
                  <a:pt x="9506" y="13949"/>
                </a:cubicBezTo>
                <a:cubicBezTo>
                  <a:pt x="8882" y="13949"/>
                  <a:pt x="8258" y="14189"/>
                  <a:pt x="7778" y="14670"/>
                </a:cubicBezTo>
                <a:cubicBezTo>
                  <a:pt x="7234" y="15214"/>
                  <a:pt x="6505" y="15486"/>
                  <a:pt x="5773" y="15486"/>
                </a:cubicBezTo>
                <a:cubicBezTo>
                  <a:pt x="5041" y="15486"/>
                  <a:pt x="4305" y="15214"/>
                  <a:pt x="3745" y="14670"/>
                </a:cubicBezTo>
                <a:cubicBezTo>
                  <a:pt x="3322" y="14247"/>
                  <a:pt x="2756" y="13995"/>
                  <a:pt x="2156" y="13995"/>
                </a:cubicBezTo>
                <a:cubicBezTo>
                  <a:pt x="2120" y="13995"/>
                  <a:pt x="2084" y="13996"/>
                  <a:pt x="2049" y="13997"/>
                </a:cubicBezTo>
                <a:cubicBezTo>
                  <a:pt x="2049" y="13389"/>
                  <a:pt x="2049" y="12813"/>
                  <a:pt x="2081" y="12237"/>
                </a:cubicBezTo>
                <a:cubicBezTo>
                  <a:pt x="2817" y="12237"/>
                  <a:pt x="3521" y="12525"/>
                  <a:pt x="4033" y="13037"/>
                </a:cubicBezTo>
                <a:cubicBezTo>
                  <a:pt x="4513" y="13517"/>
                  <a:pt x="5137" y="13757"/>
                  <a:pt x="5761" y="13757"/>
                </a:cubicBezTo>
                <a:cubicBezTo>
                  <a:pt x="6385" y="13757"/>
                  <a:pt x="7009" y="13517"/>
                  <a:pt x="7490" y="13037"/>
                </a:cubicBezTo>
                <a:cubicBezTo>
                  <a:pt x="8042" y="12485"/>
                  <a:pt x="8757" y="12213"/>
                  <a:pt x="9475" y="12213"/>
                </a:cubicBezTo>
                <a:close/>
                <a:moveTo>
                  <a:pt x="9518" y="14854"/>
                </a:moveTo>
                <a:cubicBezTo>
                  <a:pt x="10250" y="14854"/>
                  <a:pt x="10978" y="15134"/>
                  <a:pt x="11522" y="15694"/>
                </a:cubicBezTo>
                <a:cubicBezTo>
                  <a:pt x="12002" y="16158"/>
                  <a:pt x="12627" y="16390"/>
                  <a:pt x="13251" y="16390"/>
                </a:cubicBezTo>
                <a:cubicBezTo>
                  <a:pt x="13875" y="16390"/>
                  <a:pt x="14499" y="16158"/>
                  <a:pt x="14979" y="15694"/>
                </a:cubicBezTo>
                <a:cubicBezTo>
                  <a:pt x="15504" y="15169"/>
                  <a:pt x="16223" y="14872"/>
                  <a:pt x="16953" y="14872"/>
                </a:cubicBezTo>
                <a:cubicBezTo>
                  <a:pt x="17247" y="14872"/>
                  <a:pt x="17542" y="14920"/>
                  <a:pt x="17828" y="15022"/>
                </a:cubicBezTo>
                <a:cubicBezTo>
                  <a:pt x="17828" y="15598"/>
                  <a:pt x="17828" y="16174"/>
                  <a:pt x="17764" y="16782"/>
                </a:cubicBezTo>
                <a:cubicBezTo>
                  <a:pt x="17488" y="16680"/>
                  <a:pt x="17203" y="16630"/>
                  <a:pt x="16920" y="16630"/>
                </a:cubicBezTo>
                <a:cubicBezTo>
                  <a:pt x="16316" y="16630"/>
                  <a:pt x="15725" y="16858"/>
                  <a:pt x="15267" y="17294"/>
                </a:cubicBezTo>
                <a:cubicBezTo>
                  <a:pt x="14707" y="17854"/>
                  <a:pt x="13979" y="18134"/>
                  <a:pt x="13251" y="18134"/>
                </a:cubicBezTo>
                <a:cubicBezTo>
                  <a:pt x="12523" y="18134"/>
                  <a:pt x="11794" y="17854"/>
                  <a:pt x="11234" y="17294"/>
                </a:cubicBezTo>
                <a:cubicBezTo>
                  <a:pt x="10754" y="16830"/>
                  <a:pt x="10130" y="16598"/>
                  <a:pt x="9506" y="16598"/>
                </a:cubicBezTo>
                <a:cubicBezTo>
                  <a:pt x="8882" y="16598"/>
                  <a:pt x="8258" y="16830"/>
                  <a:pt x="7778" y="17294"/>
                </a:cubicBezTo>
                <a:cubicBezTo>
                  <a:pt x="7234" y="17854"/>
                  <a:pt x="6505" y="18134"/>
                  <a:pt x="5773" y="18134"/>
                </a:cubicBezTo>
                <a:cubicBezTo>
                  <a:pt x="5041" y="18134"/>
                  <a:pt x="4305" y="17854"/>
                  <a:pt x="3745" y="17294"/>
                </a:cubicBezTo>
                <a:cubicBezTo>
                  <a:pt x="3393" y="16942"/>
                  <a:pt x="2881" y="16686"/>
                  <a:pt x="2369" y="16622"/>
                </a:cubicBezTo>
                <a:cubicBezTo>
                  <a:pt x="2273" y="16046"/>
                  <a:pt x="2209" y="15470"/>
                  <a:pt x="2145" y="14894"/>
                </a:cubicBezTo>
                <a:cubicBezTo>
                  <a:pt x="2849" y="14894"/>
                  <a:pt x="3553" y="15182"/>
                  <a:pt x="4065" y="15694"/>
                </a:cubicBezTo>
                <a:cubicBezTo>
                  <a:pt x="4529" y="16158"/>
                  <a:pt x="5145" y="16390"/>
                  <a:pt x="5765" y="16390"/>
                </a:cubicBezTo>
                <a:cubicBezTo>
                  <a:pt x="6385" y="16390"/>
                  <a:pt x="7009" y="16158"/>
                  <a:pt x="7490" y="15694"/>
                </a:cubicBezTo>
                <a:cubicBezTo>
                  <a:pt x="8050" y="15134"/>
                  <a:pt x="8786" y="14854"/>
                  <a:pt x="9518" y="14854"/>
                </a:cubicBezTo>
                <a:close/>
                <a:moveTo>
                  <a:pt x="9518" y="17478"/>
                </a:moveTo>
                <a:cubicBezTo>
                  <a:pt x="10250" y="17478"/>
                  <a:pt x="10978" y="17758"/>
                  <a:pt x="11522" y="18318"/>
                </a:cubicBezTo>
                <a:cubicBezTo>
                  <a:pt x="12002" y="18798"/>
                  <a:pt x="12627" y="19038"/>
                  <a:pt x="13251" y="19038"/>
                </a:cubicBezTo>
                <a:cubicBezTo>
                  <a:pt x="13875" y="19038"/>
                  <a:pt x="14499" y="18798"/>
                  <a:pt x="14979" y="18318"/>
                </a:cubicBezTo>
                <a:cubicBezTo>
                  <a:pt x="15504" y="17793"/>
                  <a:pt x="16208" y="17517"/>
                  <a:pt x="16943" y="17517"/>
                </a:cubicBezTo>
                <a:cubicBezTo>
                  <a:pt x="17193" y="17517"/>
                  <a:pt x="17447" y="17549"/>
                  <a:pt x="17700" y="17614"/>
                </a:cubicBezTo>
                <a:cubicBezTo>
                  <a:pt x="17636" y="18094"/>
                  <a:pt x="17604" y="18606"/>
                  <a:pt x="17507" y="19118"/>
                </a:cubicBezTo>
                <a:cubicBezTo>
                  <a:pt x="17539" y="19182"/>
                  <a:pt x="17507" y="19246"/>
                  <a:pt x="17475" y="19310"/>
                </a:cubicBezTo>
                <a:cubicBezTo>
                  <a:pt x="17298" y="19268"/>
                  <a:pt x="17120" y="19247"/>
                  <a:pt x="16943" y="19247"/>
                </a:cubicBezTo>
                <a:cubicBezTo>
                  <a:pt x="16320" y="19247"/>
                  <a:pt x="15716" y="19502"/>
                  <a:pt x="15267" y="19951"/>
                </a:cubicBezTo>
                <a:cubicBezTo>
                  <a:pt x="14707" y="20511"/>
                  <a:pt x="13979" y="20791"/>
                  <a:pt x="13251" y="20791"/>
                </a:cubicBezTo>
                <a:cubicBezTo>
                  <a:pt x="12523" y="20791"/>
                  <a:pt x="11794" y="20511"/>
                  <a:pt x="11234" y="19951"/>
                </a:cubicBezTo>
                <a:cubicBezTo>
                  <a:pt x="10754" y="19470"/>
                  <a:pt x="10130" y="19230"/>
                  <a:pt x="9506" y="19230"/>
                </a:cubicBezTo>
                <a:cubicBezTo>
                  <a:pt x="8882" y="19230"/>
                  <a:pt x="8258" y="19470"/>
                  <a:pt x="7778" y="19951"/>
                </a:cubicBezTo>
                <a:cubicBezTo>
                  <a:pt x="7234" y="20511"/>
                  <a:pt x="6505" y="20791"/>
                  <a:pt x="5773" y="20791"/>
                </a:cubicBezTo>
                <a:cubicBezTo>
                  <a:pt x="5041" y="20791"/>
                  <a:pt x="4305" y="20511"/>
                  <a:pt x="3745" y="19951"/>
                </a:cubicBezTo>
                <a:cubicBezTo>
                  <a:pt x="3585" y="19758"/>
                  <a:pt x="3361" y="19630"/>
                  <a:pt x="3137" y="19534"/>
                </a:cubicBezTo>
                <a:cubicBezTo>
                  <a:pt x="2913" y="18894"/>
                  <a:pt x="2721" y="18222"/>
                  <a:pt x="2561" y="17550"/>
                </a:cubicBezTo>
                <a:lnTo>
                  <a:pt x="2561" y="17550"/>
                </a:lnTo>
                <a:cubicBezTo>
                  <a:pt x="3137" y="17646"/>
                  <a:pt x="3649" y="17902"/>
                  <a:pt x="4065" y="18318"/>
                </a:cubicBezTo>
                <a:cubicBezTo>
                  <a:pt x="4529" y="18798"/>
                  <a:pt x="5145" y="19038"/>
                  <a:pt x="5765" y="19038"/>
                </a:cubicBezTo>
                <a:cubicBezTo>
                  <a:pt x="6385" y="19038"/>
                  <a:pt x="7009" y="18798"/>
                  <a:pt x="7490" y="18318"/>
                </a:cubicBezTo>
                <a:cubicBezTo>
                  <a:pt x="8050" y="17758"/>
                  <a:pt x="8786" y="17478"/>
                  <a:pt x="9518" y="17478"/>
                </a:cubicBezTo>
                <a:close/>
                <a:moveTo>
                  <a:pt x="9506" y="20135"/>
                </a:moveTo>
                <a:cubicBezTo>
                  <a:pt x="10234" y="20135"/>
                  <a:pt x="10962" y="20415"/>
                  <a:pt x="11522" y="20975"/>
                </a:cubicBezTo>
                <a:cubicBezTo>
                  <a:pt x="12002" y="21439"/>
                  <a:pt x="12627" y="21671"/>
                  <a:pt x="13251" y="21671"/>
                </a:cubicBezTo>
                <a:cubicBezTo>
                  <a:pt x="13875" y="21671"/>
                  <a:pt x="14499" y="21439"/>
                  <a:pt x="14979" y="20975"/>
                </a:cubicBezTo>
                <a:cubicBezTo>
                  <a:pt x="15492" y="20434"/>
                  <a:pt x="16188" y="20145"/>
                  <a:pt x="16913" y="20145"/>
                </a:cubicBezTo>
                <a:cubicBezTo>
                  <a:pt x="17046" y="20145"/>
                  <a:pt x="17181" y="20155"/>
                  <a:pt x="17315" y="20175"/>
                </a:cubicBezTo>
                <a:cubicBezTo>
                  <a:pt x="17219" y="20751"/>
                  <a:pt x="17123" y="21327"/>
                  <a:pt x="16995" y="21903"/>
                </a:cubicBezTo>
                <a:cubicBezTo>
                  <a:pt x="16955" y="21901"/>
                  <a:pt x="16915" y="21900"/>
                  <a:pt x="16875" y="21900"/>
                </a:cubicBezTo>
                <a:cubicBezTo>
                  <a:pt x="16276" y="21900"/>
                  <a:pt x="15687" y="22125"/>
                  <a:pt x="15267" y="22575"/>
                </a:cubicBezTo>
                <a:cubicBezTo>
                  <a:pt x="14707" y="23119"/>
                  <a:pt x="13979" y="23391"/>
                  <a:pt x="13251" y="23391"/>
                </a:cubicBezTo>
                <a:cubicBezTo>
                  <a:pt x="12523" y="23391"/>
                  <a:pt x="11794" y="23119"/>
                  <a:pt x="11234" y="22575"/>
                </a:cubicBezTo>
                <a:cubicBezTo>
                  <a:pt x="10754" y="22095"/>
                  <a:pt x="10130" y="21855"/>
                  <a:pt x="9506" y="21855"/>
                </a:cubicBezTo>
                <a:cubicBezTo>
                  <a:pt x="8882" y="21855"/>
                  <a:pt x="8258" y="22095"/>
                  <a:pt x="7778" y="22575"/>
                </a:cubicBezTo>
                <a:cubicBezTo>
                  <a:pt x="7255" y="23078"/>
                  <a:pt x="6554" y="23353"/>
                  <a:pt x="5836" y="23353"/>
                </a:cubicBezTo>
                <a:cubicBezTo>
                  <a:pt x="5412" y="23353"/>
                  <a:pt x="4981" y="23257"/>
                  <a:pt x="4577" y="23055"/>
                </a:cubicBezTo>
                <a:cubicBezTo>
                  <a:pt x="4321" y="22415"/>
                  <a:pt x="4033" y="21743"/>
                  <a:pt x="3713" y="20975"/>
                </a:cubicBezTo>
                <a:cubicBezTo>
                  <a:pt x="3617" y="20847"/>
                  <a:pt x="3585" y="20719"/>
                  <a:pt x="3521" y="20559"/>
                </a:cubicBezTo>
                <a:lnTo>
                  <a:pt x="3521" y="20559"/>
                </a:lnTo>
                <a:cubicBezTo>
                  <a:pt x="3713" y="20687"/>
                  <a:pt x="3873" y="20815"/>
                  <a:pt x="4033" y="20975"/>
                </a:cubicBezTo>
                <a:cubicBezTo>
                  <a:pt x="4513" y="21439"/>
                  <a:pt x="5137" y="21671"/>
                  <a:pt x="5761" y="21671"/>
                </a:cubicBezTo>
                <a:cubicBezTo>
                  <a:pt x="6385" y="21671"/>
                  <a:pt x="7009" y="21439"/>
                  <a:pt x="7490" y="20975"/>
                </a:cubicBezTo>
                <a:cubicBezTo>
                  <a:pt x="8050" y="20415"/>
                  <a:pt x="8778" y="20135"/>
                  <a:pt x="9506" y="20135"/>
                </a:cubicBezTo>
                <a:close/>
                <a:moveTo>
                  <a:pt x="9506" y="22791"/>
                </a:moveTo>
                <a:cubicBezTo>
                  <a:pt x="10234" y="22791"/>
                  <a:pt x="10962" y="23071"/>
                  <a:pt x="11522" y="23631"/>
                </a:cubicBezTo>
                <a:cubicBezTo>
                  <a:pt x="12002" y="24095"/>
                  <a:pt x="12627" y="24327"/>
                  <a:pt x="13251" y="24327"/>
                </a:cubicBezTo>
                <a:cubicBezTo>
                  <a:pt x="13875" y="24327"/>
                  <a:pt x="14499" y="24095"/>
                  <a:pt x="14979" y="23631"/>
                </a:cubicBezTo>
                <a:cubicBezTo>
                  <a:pt x="15459" y="23119"/>
                  <a:pt x="16131" y="22831"/>
                  <a:pt x="16835" y="22831"/>
                </a:cubicBezTo>
                <a:cubicBezTo>
                  <a:pt x="16707" y="23439"/>
                  <a:pt x="16579" y="24015"/>
                  <a:pt x="16483" y="24623"/>
                </a:cubicBezTo>
                <a:cubicBezTo>
                  <a:pt x="16035" y="24719"/>
                  <a:pt x="15619" y="24911"/>
                  <a:pt x="15267" y="25231"/>
                </a:cubicBezTo>
                <a:cubicBezTo>
                  <a:pt x="14707" y="25792"/>
                  <a:pt x="13979" y="26072"/>
                  <a:pt x="13251" y="26072"/>
                </a:cubicBezTo>
                <a:cubicBezTo>
                  <a:pt x="12523" y="26072"/>
                  <a:pt x="11794" y="25792"/>
                  <a:pt x="11234" y="25231"/>
                </a:cubicBezTo>
                <a:cubicBezTo>
                  <a:pt x="10754" y="24751"/>
                  <a:pt x="10130" y="24511"/>
                  <a:pt x="9506" y="24511"/>
                </a:cubicBezTo>
                <a:cubicBezTo>
                  <a:pt x="8882" y="24511"/>
                  <a:pt x="8258" y="24751"/>
                  <a:pt x="7778" y="25231"/>
                </a:cubicBezTo>
                <a:cubicBezTo>
                  <a:pt x="7238" y="25744"/>
                  <a:pt x="6539" y="26030"/>
                  <a:pt x="5815" y="26030"/>
                </a:cubicBezTo>
                <a:cubicBezTo>
                  <a:pt x="5680" y="26030"/>
                  <a:pt x="5545" y="26020"/>
                  <a:pt x="5409" y="26000"/>
                </a:cubicBezTo>
                <a:cubicBezTo>
                  <a:pt x="5313" y="25360"/>
                  <a:pt x="5153" y="24719"/>
                  <a:pt x="4929" y="24111"/>
                </a:cubicBezTo>
                <a:lnTo>
                  <a:pt x="4929" y="24111"/>
                </a:lnTo>
                <a:cubicBezTo>
                  <a:pt x="5217" y="24229"/>
                  <a:pt x="5523" y="24286"/>
                  <a:pt x="5828" y="24286"/>
                </a:cubicBezTo>
                <a:cubicBezTo>
                  <a:pt x="6437" y="24286"/>
                  <a:pt x="7042" y="24058"/>
                  <a:pt x="7490" y="23631"/>
                </a:cubicBezTo>
                <a:cubicBezTo>
                  <a:pt x="8050" y="23071"/>
                  <a:pt x="8778" y="22791"/>
                  <a:pt x="9506" y="22791"/>
                </a:cubicBezTo>
                <a:close/>
                <a:moveTo>
                  <a:pt x="9522" y="25440"/>
                </a:moveTo>
                <a:cubicBezTo>
                  <a:pt x="10242" y="25440"/>
                  <a:pt x="10962" y="25712"/>
                  <a:pt x="11522" y="26256"/>
                </a:cubicBezTo>
                <a:cubicBezTo>
                  <a:pt x="12002" y="26736"/>
                  <a:pt x="12627" y="26976"/>
                  <a:pt x="13251" y="26976"/>
                </a:cubicBezTo>
                <a:cubicBezTo>
                  <a:pt x="13875" y="26976"/>
                  <a:pt x="14499" y="26736"/>
                  <a:pt x="14979" y="26256"/>
                </a:cubicBezTo>
                <a:cubicBezTo>
                  <a:pt x="15363" y="25904"/>
                  <a:pt x="15811" y="25648"/>
                  <a:pt x="16323" y="25552"/>
                </a:cubicBezTo>
                <a:lnTo>
                  <a:pt x="16323" y="25552"/>
                </a:lnTo>
                <a:cubicBezTo>
                  <a:pt x="16227" y="26160"/>
                  <a:pt x="16131" y="26768"/>
                  <a:pt x="16035" y="27408"/>
                </a:cubicBezTo>
                <a:cubicBezTo>
                  <a:pt x="15747" y="27504"/>
                  <a:pt x="15491" y="27664"/>
                  <a:pt x="15267" y="27856"/>
                </a:cubicBezTo>
                <a:lnTo>
                  <a:pt x="15267" y="27888"/>
                </a:lnTo>
                <a:cubicBezTo>
                  <a:pt x="14707" y="28432"/>
                  <a:pt x="13979" y="28704"/>
                  <a:pt x="13251" y="28704"/>
                </a:cubicBezTo>
                <a:cubicBezTo>
                  <a:pt x="12523" y="28704"/>
                  <a:pt x="11794" y="28432"/>
                  <a:pt x="11234" y="27888"/>
                </a:cubicBezTo>
                <a:cubicBezTo>
                  <a:pt x="10754" y="27408"/>
                  <a:pt x="10130" y="27168"/>
                  <a:pt x="9506" y="27168"/>
                </a:cubicBezTo>
                <a:cubicBezTo>
                  <a:pt x="8882" y="27168"/>
                  <a:pt x="8258" y="27408"/>
                  <a:pt x="7778" y="27888"/>
                </a:cubicBezTo>
                <a:cubicBezTo>
                  <a:pt x="7246" y="28419"/>
                  <a:pt x="6520" y="28706"/>
                  <a:pt x="5768" y="28706"/>
                </a:cubicBezTo>
                <a:cubicBezTo>
                  <a:pt x="5660" y="28706"/>
                  <a:pt x="5550" y="28700"/>
                  <a:pt x="5441" y="28688"/>
                </a:cubicBezTo>
                <a:cubicBezTo>
                  <a:pt x="5537" y="28080"/>
                  <a:pt x="5537" y="27504"/>
                  <a:pt x="5505" y="26928"/>
                </a:cubicBezTo>
                <a:lnTo>
                  <a:pt x="5505" y="26928"/>
                </a:lnTo>
                <a:cubicBezTo>
                  <a:pt x="5608" y="26941"/>
                  <a:pt x="5710" y="26948"/>
                  <a:pt x="5813" y="26948"/>
                </a:cubicBezTo>
                <a:cubicBezTo>
                  <a:pt x="6450" y="26948"/>
                  <a:pt x="7081" y="26697"/>
                  <a:pt x="7522" y="26256"/>
                </a:cubicBezTo>
                <a:cubicBezTo>
                  <a:pt x="8082" y="25712"/>
                  <a:pt x="8802" y="25440"/>
                  <a:pt x="9522" y="25440"/>
                </a:cubicBezTo>
                <a:close/>
                <a:moveTo>
                  <a:pt x="9506" y="28072"/>
                </a:moveTo>
                <a:cubicBezTo>
                  <a:pt x="10234" y="28072"/>
                  <a:pt x="10962" y="28352"/>
                  <a:pt x="11522" y="28912"/>
                </a:cubicBezTo>
                <a:cubicBezTo>
                  <a:pt x="12002" y="29376"/>
                  <a:pt x="12627" y="29608"/>
                  <a:pt x="13251" y="29608"/>
                </a:cubicBezTo>
                <a:cubicBezTo>
                  <a:pt x="13875" y="29608"/>
                  <a:pt x="14499" y="29376"/>
                  <a:pt x="14979" y="28912"/>
                </a:cubicBezTo>
                <a:cubicBezTo>
                  <a:pt x="15235" y="28624"/>
                  <a:pt x="15587" y="28432"/>
                  <a:pt x="15971" y="28304"/>
                </a:cubicBezTo>
                <a:lnTo>
                  <a:pt x="15971" y="28304"/>
                </a:lnTo>
                <a:cubicBezTo>
                  <a:pt x="15939" y="28464"/>
                  <a:pt x="15939" y="28624"/>
                  <a:pt x="15907" y="28784"/>
                </a:cubicBezTo>
                <a:cubicBezTo>
                  <a:pt x="15683" y="28880"/>
                  <a:pt x="15459" y="29008"/>
                  <a:pt x="15267" y="29200"/>
                </a:cubicBezTo>
                <a:cubicBezTo>
                  <a:pt x="14707" y="29760"/>
                  <a:pt x="13979" y="30040"/>
                  <a:pt x="13251" y="30040"/>
                </a:cubicBezTo>
                <a:cubicBezTo>
                  <a:pt x="12523" y="30040"/>
                  <a:pt x="11794" y="29760"/>
                  <a:pt x="11234" y="29200"/>
                </a:cubicBezTo>
                <a:cubicBezTo>
                  <a:pt x="10754" y="28720"/>
                  <a:pt x="10130" y="28480"/>
                  <a:pt x="9506" y="28480"/>
                </a:cubicBezTo>
                <a:cubicBezTo>
                  <a:pt x="8882" y="28480"/>
                  <a:pt x="8258" y="28720"/>
                  <a:pt x="7778" y="29200"/>
                </a:cubicBezTo>
                <a:cubicBezTo>
                  <a:pt x="7257" y="29721"/>
                  <a:pt x="6563" y="30011"/>
                  <a:pt x="5845" y="30011"/>
                </a:cubicBezTo>
                <a:cubicBezTo>
                  <a:pt x="5637" y="30011"/>
                  <a:pt x="5426" y="29987"/>
                  <a:pt x="5217" y="29936"/>
                </a:cubicBezTo>
                <a:cubicBezTo>
                  <a:pt x="5249" y="29808"/>
                  <a:pt x="5281" y="29680"/>
                  <a:pt x="5313" y="29552"/>
                </a:cubicBezTo>
                <a:cubicBezTo>
                  <a:pt x="5466" y="29584"/>
                  <a:pt x="5620" y="29599"/>
                  <a:pt x="5775" y="29599"/>
                </a:cubicBezTo>
                <a:cubicBezTo>
                  <a:pt x="6401" y="29599"/>
                  <a:pt x="7028" y="29348"/>
                  <a:pt x="7490" y="28912"/>
                </a:cubicBezTo>
                <a:cubicBezTo>
                  <a:pt x="8050" y="28352"/>
                  <a:pt x="8778" y="28072"/>
                  <a:pt x="9506" y="28072"/>
                </a:cubicBezTo>
                <a:close/>
                <a:moveTo>
                  <a:pt x="9506" y="29416"/>
                </a:moveTo>
                <a:cubicBezTo>
                  <a:pt x="10234" y="29416"/>
                  <a:pt x="10962" y="29696"/>
                  <a:pt x="11522" y="30256"/>
                </a:cubicBezTo>
                <a:cubicBezTo>
                  <a:pt x="12002" y="30721"/>
                  <a:pt x="12627" y="30953"/>
                  <a:pt x="13251" y="30953"/>
                </a:cubicBezTo>
                <a:cubicBezTo>
                  <a:pt x="13875" y="30953"/>
                  <a:pt x="14499" y="30721"/>
                  <a:pt x="14979" y="30256"/>
                </a:cubicBezTo>
                <a:cubicBezTo>
                  <a:pt x="15203" y="30000"/>
                  <a:pt x="15523" y="29808"/>
                  <a:pt x="15843" y="29680"/>
                </a:cubicBezTo>
                <a:cubicBezTo>
                  <a:pt x="15843" y="29808"/>
                  <a:pt x="15843" y="29968"/>
                  <a:pt x="15843" y="30128"/>
                </a:cubicBezTo>
                <a:lnTo>
                  <a:pt x="15811" y="30128"/>
                </a:lnTo>
                <a:cubicBezTo>
                  <a:pt x="15619" y="30224"/>
                  <a:pt x="15427" y="30352"/>
                  <a:pt x="15267" y="30544"/>
                </a:cubicBezTo>
                <a:cubicBezTo>
                  <a:pt x="14707" y="31089"/>
                  <a:pt x="13979" y="31361"/>
                  <a:pt x="13251" y="31361"/>
                </a:cubicBezTo>
                <a:cubicBezTo>
                  <a:pt x="12523" y="31361"/>
                  <a:pt x="11794" y="31089"/>
                  <a:pt x="11234" y="30544"/>
                </a:cubicBezTo>
                <a:cubicBezTo>
                  <a:pt x="10754" y="30064"/>
                  <a:pt x="10130" y="29824"/>
                  <a:pt x="9506" y="29824"/>
                </a:cubicBezTo>
                <a:cubicBezTo>
                  <a:pt x="8882" y="29824"/>
                  <a:pt x="8258" y="30064"/>
                  <a:pt x="7778" y="30544"/>
                </a:cubicBezTo>
                <a:cubicBezTo>
                  <a:pt x="7249" y="31051"/>
                  <a:pt x="6539" y="31330"/>
                  <a:pt x="5825" y="31330"/>
                </a:cubicBezTo>
                <a:cubicBezTo>
                  <a:pt x="5500" y="31330"/>
                  <a:pt x="5175" y="31272"/>
                  <a:pt x="4865" y="31153"/>
                </a:cubicBezTo>
                <a:cubicBezTo>
                  <a:pt x="4897" y="31025"/>
                  <a:pt x="4961" y="30897"/>
                  <a:pt x="4993" y="30769"/>
                </a:cubicBezTo>
                <a:cubicBezTo>
                  <a:pt x="5269" y="30871"/>
                  <a:pt x="5554" y="30921"/>
                  <a:pt x="5837" y="30921"/>
                </a:cubicBezTo>
                <a:cubicBezTo>
                  <a:pt x="6440" y="30921"/>
                  <a:pt x="7032" y="30692"/>
                  <a:pt x="7490" y="30256"/>
                </a:cubicBezTo>
                <a:cubicBezTo>
                  <a:pt x="8050" y="29696"/>
                  <a:pt x="8778" y="29416"/>
                  <a:pt x="9506" y="29416"/>
                </a:cubicBezTo>
                <a:close/>
                <a:moveTo>
                  <a:pt x="9518" y="30721"/>
                </a:moveTo>
                <a:cubicBezTo>
                  <a:pt x="10250" y="30721"/>
                  <a:pt x="10978" y="30993"/>
                  <a:pt x="11522" y="31537"/>
                </a:cubicBezTo>
                <a:cubicBezTo>
                  <a:pt x="12002" y="32017"/>
                  <a:pt x="12627" y="32257"/>
                  <a:pt x="13251" y="32257"/>
                </a:cubicBezTo>
                <a:cubicBezTo>
                  <a:pt x="13875" y="32257"/>
                  <a:pt x="14499" y="32017"/>
                  <a:pt x="14979" y="31537"/>
                </a:cubicBezTo>
                <a:cubicBezTo>
                  <a:pt x="15235" y="31313"/>
                  <a:pt x="15523" y="31121"/>
                  <a:pt x="15843" y="30993"/>
                </a:cubicBezTo>
                <a:lnTo>
                  <a:pt x="15843" y="31441"/>
                </a:lnTo>
                <a:cubicBezTo>
                  <a:pt x="15651" y="31537"/>
                  <a:pt x="15427" y="31665"/>
                  <a:pt x="15267" y="31857"/>
                </a:cubicBezTo>
                <a:cubicBezTo>
                  <a:pt x="14707" y="32401"/>
                  <a:pt x="13979" y="32673"/>
                  <a:pt x="13251" y="32673"/>
                </a:cubicBezTo>
                <a:cubicBezTo>
                  <a:pt x="12523" y="32673"/>
                  <a:pt x="11794" y="32401"/>
                  <a:pt x="11234" y="31857"/>
                </a:cubicBezTo>
                <a:cubicBezTo>
                  <a:pt x="10754" y="31377"/>
                  <a:pt x="10130" y="31137"/>
                  <a:pt x="9506" y="31137"/>
                </a:cubicBezTo>
                <a:cubicBezTo>
                  <a:pt x="8882" y="31137"/>
                  <a:pt x="8258" y="31377"/>
                  <a:pt x="7778" y="31857"/>
                </a:cubicBezTo>
                <a:cubicBezTo>
                  <a:pt x="7253" y="32382"/>
                  <a:pt x="6538" y="32659"/>
                  <a:pt x="5822" y="32659"/>
                </a:cubicBezTo>
                <a:cubicBezTo>
                  <a:pt x="5359" y="32659"/>
                  <a:pt x="4895" y="32543"/>
                  <a:pt x="4481" y="32305"/>
                </a:cubicBezTo>
                <a:cubicBezTo>
                  <a:pt x="4545" y="32145"/>
                  <a:pt x="4577" y="32017"/>
                  <a:pt x="4609" y="31857"/>
                </a:cubicBezTo>
                <a:lnTo>
                  <a:pt x="4609" y="31889"/>
                </a:lnTo>
                <a:cubicBezTo>
                  <a:pt x="4988" y="32111"/>
                  <a:pt x="5411" y="32221"/>
                  <a:pt x="5830" y="32221"/>
                </a:cubicBezTo>
                <a:cubicBezTo>
                  <a:pt x="6436" y="32221"/>
                  <a:pt x="7035" y="31991"/>
                  <a:pt x="7490" y="31537"/>
                </a:cubicBezTo>
                <a:cubicBezTo>
                  <a:pt x="8050" y="30993"/>
                  <a:pt x="8786" y="30721"/>
                  <a:pt x="9518" y="30721"/>
                </a:cubicBezTo>
                <a:close/>
                <a:moveTo>
                  <a:pt x="9518" y="32041"/>
                </a:moveTo>
                <a:cubicBezTo>
                  <a:pt x="10250" y="32041"/>
                  <a:pt x="10978" y="32321"/>
                  <a:pt x="11522" y="32881"/>
                </a:cubicBezTo>
                <a:cubicBezTo>
                  <a:pt x="12002" y="33345"/>
                  <a:pt x="12627" y="33577"/>
                  <a:pt x="13251" y="33577"/>
                </a:cubicBezTo>
                <a:cubicBezTo>
                  <a:pt x="13875" y="33577"/>
                  <a:pt x="14499" y="33345"/>
                  <a:pt x="14979" y="32881"/>
                </a:cubicBezTo>
                <a:cubicBezTo>
                  <a:pt x="15235" y="32625"/>
                  <a:pt x="15523" y="32433"/>
                  <a:pt x="15875" y="32305"/>
                </a:cubicBezTo>
                <a:lnTo>
                  <a:pt x="15875" y="32593"/>
                </a:lnTo>
                <a:lnTo>
                  <a:pt x="15875" y="32753"/>
                </a:lnTo>
                <a:cubicBezTo>
                  <a:pt x="15651" y="32849"/>
                  <a:pt x="15459" y="32977"/>
                  <a:pt x="15267" y="33169"/>
                </a:cubicBezTo>
                <a:cubicBezTo>
                  <a:pt x="14707" y="33713"/>
                  <a:pt x="13979" y="33985"/>
                  <a:pt x="13251" y="33985"/>
                </a:cubicBezTo>
                <a:cubicBezTo>
                  <a:pt x="12523" y="33985"/>
                  <a:pt x="11794" y="33713"/>
                  <a:pt x="11234" y="33169"/>
                </a:cubicBezTo>
                <a:cubicBezTo>
                  <a:pt x="10754" y="32689"/>
                  <a:pt x="10130" y="32449"/>
                  <a:pt x="9506" y="32449"/>
                </a:cubicBezTo>
                <a:cubicBezTo>
                  <a:pt x="8882" y="32449"/>
                  <a:pt x="8258" y="32689"/>
                  <a:pt x="7778" y="33169"/>
                </a:cubicBezTo>
                <a:cubicBezTo>
                  <a:pt x="7223" y="33706"/>
                  <a:pt x="6499" y="33982"/>
                  <a:pt x="5766" y="33982"/>
                </a:cubicBezTo>
                <a:cubicBezTo>
                  <a:pt x="5188" y="33982"/>
                  <a:pt x="4605" y="33810"/>
                  <a:pt x="4097" y="33457"/>
                </a:cubicBezTo>
                <a:cubicBezTo>
                  <a:pt x="4161" y="33297"/>
                  <a:pt x="4193" y="33137"/>
                  <a:pt x="4257" y="32977"/>
                </a:cubicBezTo>
                <a:lnTo>
                  <a:pt x="4257" y="33009"/>
                </a:lnTo>
                <a:cubicBezTo>
                  <a:pt x="4694" y="33386"/>
                  <a:pt x="5245" y="33571"/>
                  <a:pt x="5796" y="33571"/>
                </a:cubicBezTo>
                <a:cubicBezTo>
                  <a:pt x="6415" y="33571"/>
                  <a:pt x="7033" y="33338"/>
                  <a:pt x="7490" y="32881"/>
                </a:cubicBezTo>
                <a:cubicBezTo>
                  <a:pt x="8050" y="32321"/>
                  <a:pt x="8786" y="32041"/>
                  <a:pt x="9518" y="32041"/>
                </a:cubicBezTo>
                <a:close/>
                <a:moveTo>
                  <a:pt x="9506" y="33345"/>
                </a:moveTo>
                <a:cubicBezTo>
                  <a:pt x="10234" y="33345"/>
                  <a:pt x="10962" y="33617"/>
                  <a:pt x="11522" y="34161"/>
                </a:cubicBezTo>
                <a:cubicBezTo>
                  <a:pt x="12002" y="34641"/>
                  <a:pt x="12627" y="34881"/>
                  <a:pt x="13251" y="34881"/>
                </a:cubicBezTo>
                <a:cubicBezTo>
                  <a:pt x="13875" y="34881"/>
                  <a:pt x="14499" y="34641"/>
                  <a:pt x="14979" y="34161"/>
                </a:cubicBezTo>
                <a:cubicBezTo>
                  <a:pt x="15235" y="33905"/>
                  <a:pt x="15555" y="33713"/>
                  <a:pt x="15907" y="33585"/>
                </a:cubicBezTo>
                <a:lnTo>
                  <a:pt x="15907" y="33585"/>
                </a:lnTo>
                <a:cubicBezTo>
                  <a:pt x="15939" y="33745"/>
                  <a:pt x="15907" y="33905"/>
                  <a:pt x="15875" y="34065"/>
                </a:cubicBezTo>
                <a:cubicBezTo>
                  <a:pt x="15651" y="34161"/>
                  <a:pt x="15459" y="34289"/>
                  <a:pt x="15267" y="34481"/>
                </a:cubicBezTo>
                <a:cubicBezTo>
                  <a:pt x="14707" y="35025"/>
                  <a:pt x="13979" y="35297"/>
                  <a:pt x="13251" y="35297"/>
                </a:cubicBezTo>
                <a:cubicBezTo>
                  <a:pt x="12523" y="35297"/>
                  <a:pt x="11794" y="35025"/>
                  <a:pt x="11234" y="34481"/>
                </a:cubicBezTo>
                <a:cubicBezTo>
                  <a:pt x="10754" y="34001"/>
                  <a:pt x="10130" y="33761"/>
                  <a:pt x="9506" y="33761"/>
                </a:cubicBezTo>
                <a:cubicBezTo>
                  <a:pt x="8882" y="33761"/>
                  <a:pt x="8258" y="34001"/>
                  <a:pt x="7778" y="34481"/>
                </a:cubicBezTo>
                <a:cubicBezTo>
                  <a:pt x="7224" y="35018"/>
                  <a:pt x="6494" y="35291"/>
                  <a:pt x="5764" y="35291"/>
                </a:cubicBezTo>
                <a:cubicBezTo>
                  <a:pt x="5101" y="35291"/>
                  <a:pt x="4438" y="35066"/>
                  <a:pt x="3905" y="34609"/>
                </a:cubicBezTo>
                <a:cubicBezTo>
                  <a:pt x="3905" y="34449"/>
                  <a:pt x="3937" y="34289"/>
                  <a:pt x="3969" y="34097"/>
                </a:cubicBezTo>
                <a:cubicBezTo>
                  <a:pt x="4001" y="34129"/>
                  <a:pt x="4033" y="34161"/>
                  <a:pt x="4033" y="34161"/>
                </a:cubicBezTo>
                <a:cubicBezTo>
                  <a:pt x="4513" y="34641"/>
                  <a:pt x="5137" y="34881"/>
                  <a:pt x="5761" y="34881"/>
                </a:cubicBezTo>
                <a:cubicBezTo>
                  <a:pt x="6385" y="34881"/>
                  <a:pt x="7009" y="34641"/>
                  <a:pt x="7490" y="34161"/>
                </a:cubicBezTo>
                <a:cubicBezTo>
                  <a:pt x="8050" y="33617"/>
                  <a:pt x="8778" y="33345"/>
                  <a:pt x="9506" y="33345"/>
                </a:cubicBezTo>
                <a:close/>
                <a:moveTo>
                  <a:pt x="9522" y="34665"/>
                </a:moveTo>
                <a:cubicBezTo>
                  <a:pt x="10258" y="34665"/>
                  <a:pt x="10994" y="34945"/>
                  <a:pt x="11554" y="35505"/>
                </a:cubicBezTo>
                <a:cubicBezTo>
                  <a:pt x="12018" y="35985"/>
                  <a:pt x="12635" y="36226"/>
                  <a:pt x="13255" y="36226"/>
                </a:cubicBezTo>
                <a:cubicBezTo>
                  <a:pt x="13875" y="36226"/>
                  <a:pt x="14499" y="35985"/>
                  <a:pt x="14979" y="35505"/>
                </a:cubicBezTo>
                <a:cubicBezTo>
                  <a:pt x="15235" y="35281"/>
                  <a:pt x="15523" y="35089"/>
                  <a:pt x="15843" y="34961"/>
                </a:cubicBezTo>
                <a:lnTo>
                  <a:pt x="15843" y="34961"/>
                </a:lnTo>
                <a:cubicBezTo>
                  <a:pt x="15843" y="35121"/>
                  <a:pt x="15811" y="35281"/>
                  <a:pt x="15779" y="35441"/>
                </a:cubicBezTo>
                <a:cubicBezTo>
                  <a:pt x="15587" y="35537"/>
                  <a:pt x="15427" y="35665"/>
                  <a:pt x="15267" y="35793"/>
                </a:cubicBezTo>
                <a:cubicBezTo>
                  <a:pt x="14707" y="36354"/>
                  <a:pt x="13979" y="36634"/>
                  <a:pt x="13251" y="36634"/>
                </a:cubicBezTo>
                <a:cubicBezTo>
                  <a:pt x="12523" y="36634"/>
                  <a:pt x="11794" y="36354"/>
                  <a:pt x="11234" y="35793"/>
                </a:cubicBezTo>
                <a:cubicBezTo>
                  <a:pt x="10754" y="35313"/>
                  <a:pt x="10130" y="35073"/>
                  <a:pt x="9506" y="35073"/>
                </a:cubicBezTo>
                <a:cubicBezTo>
                  <a:pt x="8882" y="35073"/>
                  <a:pt x="8258" y="35313"/>
                  <a:pt x="7778" y="35793"/>
                </a:cubicBezTo>
                <a:cubicBezTo>
                  <a:pt x="7229" y="36342"/>
                  <a:pt x="6500" y="36623"/>
                  <a:pt x="5768" y="36623"/>
                </a:cubicBezTo>
                <a:cubicBezTo>
                  <a:pt x="5091" y="36623"/>
                  <a:pt x="4411" y="36382"/>
                  <a:pt x="3873" y="35889"/>
                </a:cubicBezTo>
                <a:lnTo>
                  <a:pt x="3873" y="35377"/>
                </a:lnTo>
                <a:cubicBezTo>
                  <a:pt x="3937" y="35409"/>
                  <a:pt x="4001" y="35441"/>
                  <a:pt x="4065" y="35505"/>
                </a:cubicBezTo>
                <a:cubicBezTo>
                  <a:pt x="4529" y="35985"/>
                  <a:pt x="5153" y="36226"/>
                  <a:pt x="5777" y="36226"/>
                </a:cubicBezTo>
                <a:cubicBezTo>
                  <a:pt x="6401" y="36226"/>
                  <a:pt x="7026" y="35985"/>
                  <a:pt x="7490" y="35505"/>
                </a:cubicBezTo>
                <a:cubicBezTo>
                  <a:pt x="8050" y="34945"/>
                  <a:pt x="8786" y="34665"/>
                  <a:pt x="9522" y="34665"/>
                </a:cubicBezTo>
                <a:close/>
                <a:moveTo>
                  <a:pt x="9506" y="35977"/>
                </a:moveTo>
                <a:cubicBezTo>
                  <a:pt x="10234" y="35977"/>
                  <a:pt x="10962" y="36258"/>
                  <a:pt x="11522" y="36818"/>
                </a:cubicBezTo>
                <a:cubicBezTo>
                  <a:pt x="12002" y="37298"/>
                  <a:pt x="12627" y="37538"/>
                  <a:pt x="13251" y="37538"/>
                </a:cubicBezTo>
                <a:cubicBezTo>
                  <a:pt x="13875" y="37538"/>
                  <a:pt x="14499" y="37298"/>
                  <a:pt x="14979" y="36818"/>
                </a:cubicBezTo>
                <a:cubicBezTo>
                  <a:pt x="15171" y="36658"/>
                  <a:pt x="15363" y="36498"/>
                  <a:pt x="15587" y="36370"/>
                </a:cubicBezTo>
                <a:lnTo>
                  <a:pt x="15587" y="36370"/>
                </a:lnTo>
                <a:cubicBezTo>
                  <a:pt x="15555" y="36594"/>
                  <a:pt x="15491" y="36786"/>
                  <a:pt x="15427" y="37010"/>
                </a:cubicBezTo>
                <a:cubicBezTo>
                  <a:pt x="15363" y="37074"/>
                  <a:pt x="15331" y="37074"/>
                  <a:pt x="15267" y="37106"/>
                </a:cubicBezTo>
                <a:cubicBezTo>
                  <a:pt x="14707" y="37666"/>
                  <a:pt x="13979" y="37946"/>
                  <a:pt x="13251" y="37946"/>
                </a:cubicBezTo>
                <a:cubicBezTo>
                  <a:pt x="12523" y="37946"/>
                  <a:pt x="11794" y="37666"/>
                  <a:pt x="11234" y="37106"/>
                </a:cubicBezTo>
                <a:cubicBezTo>
                  <a:pt x="10754" y="36642"/>
                  <a:pt x="10130" y="36410"/>
                  <a:pt x="9506" y="36410"/>
                </a:cubicBezTo>
                <a:cubicBezTo>
                  <a:pt x="8882" y="36410"/>
                  <a:pt x="8258" y="36642"/>
                  <a:pt x="7778" y="37106"/>
                </a:cubicBezTo>
                <a:cubicBezTo>
                  <a:pt x="7232" y="37669"/>
                  <a:pt x="6501" y="37954"/>
                  <a:pt x="5765" y="37954"/>
                </a:cubicBezTo>
                <a:cubicBezTo>
                  <a:pt x="5206" y="37954"/>
                  <a:pt x="4645" y="37790"/>
                  <a:pt x="4161" y="37458"/>
                </a:cubicBezTo>
                <a:cubicBezTo>
                  <a:pt x="4097" y="37234"/>
                  <a:pt x="4033" y="37010"/>
                  <a:pt x="3969" y="36786"/>
                </a:cubicBezTo>
                <a:cubicBezTo>
                  <a:pt x="4001" y="36786"/>
                  <a:pt x="4033" y="36818"/>
                  <a:pt x="4065" y="36818"/>
                </a:cubicBezTo>
                <a:cubicBezTo>
                  <a:pt x="4529" y="37298"/>
                  <a:pt x="5145" y="37538"/>
                  <a:pt x="5765" y="37538"/>
                </a:cubicBezTo>
                <a:cubicBezTo>
                  <a:pt x="6385" y="37538"/>
                  <a:pt x="7009" y="37298"/>
                  <a:pt x="7490" y="36818"/>
                </a:cubicBezTo>
                <a:cubicBezTo>
                  <a:pt x="8050" y="36258"/>
                  <a:pt x="8778" y="35977"/>
                  <a:pt x="9506" y="35977"/>
                </a:cubicBezTo>
                <a:close/>
                <a:moveTo>
                  <a:pt x="9518" y="37314"/>
                </a:moveTo>
                <a:cubicBezTo>
                  <a:pt x="10250" y="37314"/>
                  <a:pt x="10978" y="37586"/>
                  <a:pt x="11522" y="38130"/>
                </a:cubicBezTo>
                <a:cubicBezTo>
                  <a:pt x="12002" y="38610"/>
                  <a:pt x="12627" y="38850"/>
                  <a:pt x="13251" y="38850"/>
                </a:cubicBezTo>
                <a:cubicBezTo>
                  <a:pt x="13875" y="38850"/>
                  <a:pt x="14499" y="38610"/>
                  <a:pt x="14979" y="38130"/>
                </a:cubicBezTo>
                <a:lnTo>
                  <a:pt x="14979" y="38130"/>
                </a:lnTo>
                <a:cubicBezTo>
                  <a:pt x="14851" y="38418"/>
                  <a:pt x="14723" y="38706"/>
                  <a:pt x="14563" y="38962"/>
                </a:cubicBezTo>
                <a:cubicBezTo>
                  <a:pt x="14142" y="39166"/>
                  <a:pt x="13690" y="39267"/>
                  <a:pt x="13243" y="39267"/>
                </a:cubicBezTo>
                <a:cubicBezTo>
                  <a:pt x="12500" y="39267"/>
                  <a:pt x="11774" y="38989"/>
                  <a:pt x="11234" y="38450"/>
                </a:cubicBezTo>
                <a:cubicBezTo>
                  <a:pt x="10754" y="37970"/>
                  <a:pt x="10130" y="37730"/>
                  <a:pt x="9506" y="37730"/>
                </a:cubicBezTo>
                <a:cubicBezTo>
                  <a:pt x="8882" y="37730"/>
                  <a:pt x="8258" y="37970"/>
                  <a:pt x="7778" y="38450"/>
                </a:cubicBezTo>
                <a:cubicBezTo>
                  <a:pt x="7262" y="38966"/>
                  <a:pt x="6557" y="39246"/>
                  <a:pt x="5839" y="39246"/>
                </a:cubicBezTo>
                <a:cubicBezTo>
                  <a:pt x="5534" y="39246"/>
                  <a:pt x="5226" y="39195"/>
                  <a:pt x="4929" y="39090"/>
                </a:cubicBezTo>
                <a:cubicBezTo>
                  <a:pt x="4801" y="38898"/>
                  <a:pt x="4673" y="38706"/>
                  <a:pt x="4577" y="38482"/>
                </a:cubicBezTo>
                <a:lnTo>
                  <a:pt x="4577" y="38482"/>
                </a:lnTo>
                <a:cubicBezTo>
                  <a:pt x="4954" y="38716"/>
                  <a:pt x="5377" y="38828"/>
                  <a:pt x="5800" y="38828"/>
                </a:cubicBezTo>
                <a:cubicBezTo>
                  <a:pt x="6418" y="38828"/>
                  <a:pt x="7033" y="38586"/>
                  <a:pt x="7490" y="38130"/>
                </a:cubicBezTo>
                <a:cubicBezTo>
                  <a:pt x="8050" y="37586"/>
                  <a:pt x="8786" y="37314"/>
                  <a:pt x="9518" y="37314"/>
                </a:cubicBezTo>
                <a:close/>
                <a:moveTo>
                  <a:pt x="9506" y="38634"/>
                </a:moveTo>
                <a:cubicBezTo>
                  <a:pt x="10234" y="38634"/>
                  <a:pt x="10962" y="38914"/>
                  <a:pt x="11522" y="39474"/>
                </a:cubicBezTo>
                <a:cubicBezTo>
                  <a:pt x="11973" y="39898"/>
                  <a:pt x="12578" y="40147"/>
                  <a:pt x="13190" y="40147"/>
                </a:cubicBezTo>
                <a:cubicBezTo>
                  <a:pt x="13317" y="40147"/>
                  <a:pt x="13444" y="40136"/>
                  <a:pt x="13571" y="40114"/>
                </a:cubicBezTo>
                <a:lnTo>
                  <a:pt x="13571" y="40114"/>
                </a:lnTo>
                <a:cubicBezTo>
                  <a:pt x="13411" y="40274"/>
                  <a:pt x="13219" y="40434"/>
                  <a:pt x="13059" y="40594"/>
                </a:cubicBezTo>
                <a:cubicBezTo>
                  <a:pt x="12355" y="40530"/>
                  <a:pt x="11714" y="40242"/>
                  <a:pt x="11234" y="39794"/>
                </a:cubicBezTo>
                <a:cubicBezTo>
                  <a:pt x="10754" y="39314"/>
                  <a:pt x="10130" y="39074"/>
                  <a:pt x="9506" y="39074"/>
                </a:cubicBezTo>
                <a:cubicBezTo>
                  <a:pt x="8882" y="39074"/>
                  <a:pt x="8258" y="39314"/>
                  <a:pt x="7778" y="39794"/>
                </a:cubicBezTo>
                <a:cubicBezTo>
                  <a:pt x="7394" y="40146"/>
                  <a:pt x="6913" y="40434"/>
                  <a:pt x="6401" y="40530"/>
                </a:cubicBezTo>
                <a:cubicBezTo>
                  <a:pt x="6209" y="40402"/>
                  <a:pt x="6017" y="40274"/>
                  <a:pt x="5857" y="40146"/>
                </a:cubicBezTo>
                <a:cubicBezTo>
                  <a:pt x="6465" y="40146"/>
                  <a:pt x="7074" y="39890"/>
                  <a:pt x="7490" y="39474"/>
                </a:cubicBezTo>
                <a:cubicBezTo>
                  <a:pt x="8050" y="38914"/>
                  <a:pt x="8778" y="38634"/>
                  <a:pt x="9506" y="38634"/>
                </a:cubicBezTo>
                <a:close/>
                <a:moveTo>
                  <a:pt x="9518" y="39946"/>
                </a:moveTo>
                <a:cubicBezTo>
                  <a:pt x="10250" y="39946"/>
                  <a:pt x="10978" y="40226"/>
                  <a:pt x="11522" y="40786"/>
                </a:cubicBezTo>
                <a:cubicBezTo>
                  <a:pt x="11682" y="40914"/>
                  <a:pt x="11842" y="41042"/>
                  <a:pt x="12034" y="41138"/>
                </a:cubicBezTo>
                <a:cubicBezTo>
                  <a:pt x="11874" y="41202"/>
                  <a:pt x="11682" y="41234"/>
                  <a:pt x="11554" y="41298"/>
                </a:cubicBezTo>
                <a:cubicBezTo>
                  <a:pt x="11426" y="41234"/>
                  <a:pt x="11330" y="41170"/>
                  <a:pt x="11234" y="41074"/>
                </a:cubicBezTo>
                <a:cubicBezTo>
                  <a:pt x="10754" y="40610"/>
                  <a:pt x="10130" y="40378"/>
                  <a:pt x="9506" y="40378"/>
                </a:cubicBezTo>
                <a:cubicBezTo>
                  <a:pt x="8882" y="40378"/>
                  <a:pt x="8258" y="40610"/>
                  <a:pt x="7778" y="41074"/>
                </a:cubicBezTo>
                <a:cubicBezTo>
                  <a:pt x="7746" y="41106"/>
                  <a:pt x="7714" y="41138"/>
                  <a:pt x="7650" y="41202"/>
                </a:cubicBezTo>
                <a:cubicBezTo>
                  <a:pt x="7490" y="41138"/>
                  <a:pt x="7330" y="41074"/>
                  <a:pt x="7170" y="41010"/>
                </a:cubicBezTo>
                <a:cubicBezTo>
                  <a:pt x="7298" y="40946"/>
                  <a:pt x="7394" y="40882"/>
                  <a:pt x="7490" y="40786"/>
                </a:cubicBezTo>
                <a:cubicBezTo>
                  <a:pt x="8050" y="40226"/>
                  <a:pt x="8786" y="39946"/>
                  <a:pt x="9518" y="39946"/>
                </a:cubicBezTo>
                <a:close/>
                <a:moveTo>
                  <a:pt x="9001" y="1"/>
                </a:moveTo>
                <a:cubicBezTo>
                  <a:pt x="8892" y="1"/>
                  <a:pt x="8783" y="4"/>
                  <a:pt x="8674" y="11"/>
                </a:cubicBezTo>
                <a:cubicBezTo>
                  <a:pt x="6785" y="139"/>
                  <a:pt x="4961" y="1451"/>
                  <a:pt x="3585" y="3756"/>
                </a:cubicBezTo>
                <a:cubicBezTo>
                  <a:pt x="1216" y="7660"/>
                  <a:pt x="0" y="14830"/>
                  <a:pt x="2945" y="21327"/>
                </a:cubicBezTo>
                <a:cubicBezTo>
                  <a:pt x="4865" y="25648"/>
                  <a:pt x="5409" y="27568"/>
                  <a:pt x="3713" y="31985"/>
                </a:cubicBezTo>
                <a:cubicBezTo>
                  <a:pt x="2625" y="34737"/>
                  <a:pt x="2849" y="37522"/>
                  <a:pt x="4257" y="39570"/>
                </a:cubicBezTo>
                <a:cubicBezTo>
                  <a:pt x="5473" y="41362"/>
                  <a:pt x="7458" y="42419"/>
                  <a:pt x="9634" y="42419"/>
                </a:cubicBezTo>
                <a:cubicBezTo>
                  <a:pt x="9707" y="42421"/>
                  <a:pt x="9781" y="42423"/>
                  <a:pt x="9854" y="42423"/>
                </a:cubicBezTo>
                <a:cubicBezTo>
                  <a:pt x="11599" y="42423"/>
                  <a:pt x="13269" y="41693"/>
                  <a:pt x="14467" y="40402"/>
                </a:cubicBezTo>
                <a:cubicBezTo>
                  <a:pt x="16099" y="38674"/>
                  <a:pt x="16899" y="35761"/>
                  <a:pt x="16675" y="32497"/>
                </a:cubicBezTo>
                <a:cubicBezTo>
                  <a:pt x="16451" y="29008"/>
                  <a:pt x="17027" y="26064"/>
                  <a:pt x="17636" y="22927"/>
                </a:cubicBezTo>
                <a:cubicBezTo>
                  <a:pt x="17892" y="21743"/>
                  <a:pt x="18116" y="20527"/>
                  <a:pt x="18308" y="19246"/>
                </a:cubicBezTo>
                <a:cubicBezTo>
                  <a:pt x="19332" y="12941"/>
                  <a:pt x="18020" y="6892"/>
                  <a:pt x="14787" y="3083"/>
                </a:cubicBezTo>
                <a:cubicBezTo>
                  <a:pt x="13087" y="1110"/>
                  <a:pt x="11013" y="1"/>
                  <a:pt x="90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42"/>
          <p:cNvSpPr/>
          <p:nvPr/>
        </p:nvSpPr>
        <p:spPr>
          <a:xfrm rot="3599939">
            <a:off x="519647" y="3255989"/>
            <a:ext cx="276260" cy="606278"/>
          </a:xfrm>
          <a:custGeom>
            <a:avLst/>
            <a:gdLst/>
            <a:ahLst/>
            <a:cxnLst/>
            <a:rect l="l" t="t" r="r" b="b"/>
            <a:pathLst>
              <a:path w="19333" h="42428" extrusionOk="0">
                <a:moveTo>
                  <a:pt x="8290" y="1328"/>
                </a:moveTo>
                <a:cubicBezTo>
                  <a:pt x="8226" y="1360"/>
                  <a:pt x="8162" y="1392"/>
                  <a:pt x="8098" y="1456"/>
                </a:cubicBezTo>
                <a:cubicBezTo>
                  <a:pt x="7746" y="1808"/>
                  <a:pt x="7298" y="2064"/>
                  <a:pt x="6818" y="2192"/>
                </a:cubicBezTo>
                <a:cubicBezTo>
                  <a:pt x="7266" y="1840"/>
                  <a:pt x="7746" y="1552"/>
                  <a:pt x="8290" y="1328"/>
                </a:cubicBezTo>
                <a:close/>
                <a:moveTo>
                  <a:pt x="10595" y="880"/>
                </a:moveTo>
                <a:cubicBezTo>
                  <a:pt x="11011" y="880"/>
                  <a:pt x="11395" y="976"/>
                  <a:pt x="11779" y="1104"/>
                </a:cubicBezTo>
                <a:lnTo>
                  <a:pt x="11779" y="1136"/>
                </a:lnTo>
                <a:cubicBezTo>
                  <a:pt x="11811" y="1136"/>
                  <a:pt x="11811" y="1136"/>
                  <a:pt x="11843" y="1168"/>
                </a:cubicBezTo>
                <a:cubicBezTo>
                  <a:pt x="12131" y="1456"/>
                  <a:pt x="12515" y="1680"/>
                  <a:pt x="12931" y="1776"/>
                </a:cubicBezTo>
                <a:cubicBezTo>
                  <a:pt x="13123" y="1936"/>
                  <a:pt x="13347" y="2096"/>
                  <a:pt x="13539" y="2288"/>
                </a:cubicBezTo>
                <a:cubicBezTo>
                  <a:pt x="12771" y="2288"/>
                  <a:pt x="12067" y="2000"/>
                  <a:pt x="11523" y="1488"/>
                </a:cubicBezTo>
                <a:cubicBezTo>
                  <a:pt x="11203" y="1168"/>
                  <a:pt x="10819" y="944"/>
                  <a:pt x="10371" y="880"/>
                </a:cubicBezTo>
                <a:close/>
                <a:moveTo>
                  <a:pt x="9827" y="1640"/>
                </a:moveTo>
                <a:cubicBezTo>
                  <a:pt x="10555" y="1640"/>
                  <a:pt x="11283" y="1920"/>
                  <a:pt x="11843" y="2481"/>
                </a:cubicBezTo>
                <a:cubicBezTo>
                  <a:pt x="12308" y="2922"/>
                  <a:pt x="12907" y="3161"/>
                  <a:pt x="13531" y="3161"/>
                </a:cubicBezTo>
                <a:cubicBezTo>
                  <a:pt x="13767" y="3161"/>
                  <a:pt x="14007" y="3127"/>
                  <a:pt x="14244" y="3057"/>
                </a:cubicBezTo>
                <a:cubicBezTo>
                  <a:pt x="14532" y="3409"/>
                  <a:pt x="14788" y="3793"/>
                  <a:pt x="15044" y="4209"/>
                </a:cubicBezTo>
                <a:cubicBezTo>
                  <a:pt x="15076" y="4273"/>
                  <a:pt x="15108" y="4369"/>
                  <a:pt x="15140" y="4433"/>
                </a:cubicBezTo>
                <a:cubicBezTo>
                  <a:pt x="14655" y="4752"/>
                  <a:pt x="14098" y="4908"/>
                  <a:pt x="13544" y="4908"/>
                </a:cubicBezTo>
                <a:cubicBezTo>
                  <a:pt x="12819" y="4908"/>
                  <a:pt x="12100" y="4639"/>
                  <a:pt x="11555" y="4113"/>
                </a:cubicBezTo>
                <a:cubicBezTo>
                  <a:pt x="11075" y="3633"/>
                  <a:pt x="10451" y="3393"/>
                  <a:pt x="9827" y="3393"/>
                </a:cubicBezTo>
                <a:cubicBezTo>
                  <a:pt x="9203" y="3393"/>
                  <a:pt x="8578" y="3633"/>
                  <a:pt x="8098" y="4113"/>
                </a:cubicBezTo>
                <a:cubicBezTo>
                  <a:pt x="7557" y="4654"/>
                  <a:pt x="6831" y="4934"/>
                  <a:pt x="6098" y="4934"/>
                </a:cubicBezTo>
                <a:cubicBezTo>
                  <a:pt x="5573" y="4934"/>
                  <a:pt x="5045" y="4791"/>
                  <a:pt x="4578" y="4497"/>
                </a:cubicBezTo>
                <a:cubicBezTo>
                  <a:pt x="4770" y="4209"/>
                  <a:pt x="4994" y="3921"/>
                  <a:pt x="5186" y="3665"/>
                </a:cubicBezTo>
                <a:cubicBezTo>
                  <a:pt x="5346" y="3441"/>
                  <a:pt x="5538" y="3313"/>
                  <a:pt x="5698" y="3121"/>
                </a:cubicBezTo>
                <a:lnTo>
                  <a:pt x="5698" y="3153"/>
                </a:lnTo>
                <a:cubicBezTo>
                  <a:pt x="5829" y="3174"/>
                  <a:pt x="5960" y="3185"/>
                  <a:pt x="6092" y="3185"/>
                </a:cubicBezTo>
                <a:cubicBezTo>
                  <a:pt x="6731" y="3185"/>
                  <a:pt x="7359" y="2932"/>
                  <a:pt x="7810" y="2481"/>
                </a:cubicBezTo>
                <a:cubicBezTo>
                  <a:pt x="8370" y="1920"/>
                  <a:pt x="9099" y="1640"/>
                  <a:pt x="9827" y="1640"/>
                </a:cubicBezTo>
                <a:close/>
                <a:moveTo>
                  <a:pt x="9827" y="4297"/>
                </a:moveTo>
                <a:cubicBezTo>
                  <a:pt x="10555" y="4297"/>
                  <a:pt x="11283" y="4577"/>
                  <a:pt x="11843" y="5137"/>
                </a:cubicBezTo>
                <a:cubicBezTo>
                  <a:pt x="12323" y="5601"/>
                  <a:pt x="12947" y="5833"/>
                  <a:pt x="13571" y="5833"/>
                </a:cubicBezTo>
                <a:cubicBezTo>
                  <a:pt x="14196" y="5833"/>
                  <a:pt x="14820" y="5601"/>
                  <a:pt x="15300" y="5137"/>
                </a:cubicBezTo>
                <a:cubicBezTo>
                  <a:pt x="15332" y="5073"/>
                  <a:pt x="15396" y="5041"/>
                  <a:pt x="15460" y="4977"/>
                </a:cubicBezTo>
                <a:cubicBezTo>
                  <a:pt x="15684" y="5425"/>
                  <a:pt x="15876" y="5873"/>
                  <a:pt x="16068" y="6385"/>
                </a:cubicBezTo>
                <a:cubicBezTo>
                  <a:pt x="15908" y="6481"/>
                  <a:pt x="15716" y="6577"/>
                  <a:pt x="15588" y="6737"/>
                </a:cubicBezTo>
                <a:cubicBezTo>
                  <a:pt x="15028" y="7281"/>
                  <a:pt x="14292" y="7553"/>
                  <a:pt x="13559" y="7553"/>
                </a:cubicBezTo>
                <a:cubicBezTo>
                  <a:pt x="12827" y="7553"/>
                  <a:pt x="12099" y="7281"/>
                  <a:pt x="11555" y="6737"/>
                </a:cubicBezTo>
                <a:cubicBezTo>
                  <a:pt x="11075" y="6257"/>
                  <a:pt x="10451" y="6017"/>
                  <a:pt x="9827" y="6017"/>
                </a:cubicBezTo>
                <a:cubicBezTo>
                  <a:pt x="9203" y="6017"/>
                  <a:pt x="8578" y="6257"/>
                  <a:pt x="8098" y="6737"/>
                </a:cubicBezTo>
                <a:cubicBezTo>
                  <a:pt x="7538" y="7281"/>
                  <a:pt x="6810" y="7553"/>
                  <a:pt x="6082" y="7553"/>
                </a:cubicBezTo>
                <a:cubicBezTo>
                  <a:pt x="5354" y="7553"/>
                  <a:pt x="4626" y="7281"/>
                  <a:pt x="4066" y="6737"/>
                </a:cubicBezTo>
                <a:cubicBezTo>
                  <a:pt x="3874" y="6545"/>
                  <a:pt x="3682" y="6417"/>
                  <a:pt x="3458" y="6321"/>
                </a:cubicBezTo>
                <a:cubicBezTo>
                  <a:pt x="3682" y="5873"/>
                  <a:pt x="3938" y="5425"/>
                  <a:pt x="4194" y="5009"/>
                </a:cubicBezTo>
                <a:cubicBezTo>
                  <a:pt x="4258" y="5041"/>
                  <a:pt x="4290" y="5073"/>
                  <a:pt x="4354" y="5137"/>
                </a:cubicBezTo>
                <a:cubicBezTo>
                  <a:pt x="4834" y="5601"/>
                  <a:pt x="5458" y="5833"/>
                  <a:pt x="6082" y="5833"/>
                </a:cubicBezTo>
                <a:cubicBezTo>
                  <a:pt x="6706" y="5833"/>
                  <a:pt x="7330" y="5601"/>
                  <a:pt x="7810" y="5137"/>
                </a:cubicBezTo>
                <a:cubicBezTo>
                  <a:pt x="8370" y="4577"/>
                  <a:pt x="9099" y="4297"/>
                  <a:pt x="9827" y="4297"/>
                </a:cubicBezTo>
                <a:close/>
                <a:moveTo>
                  <a:pt x="9807" y="6921"/>
                </a:moveTo>
                <a:cubicBezTo>
                  <a:pt x="10539" y="6921"/>
                  <a:pt x="11267" y="7201"/>
                  <a:pt x="11811" y="7761"/>
                </a:cubicBezTo>
                <a:cubicBezTo>
                  <a:pt x="12291" y="8226"/>
                  <a:pt x="12915" y="8458"/>
                  <a:pt x="13539" y="8458"/>
                </a:cubicBezTo>
                <a:cubicBezTo>
                  <a:pt x="14164" y="8458"/>
                  <a:pt x="14788" y="8226"/>
                  <a:pt x="15268" y="7761"/>
                </a:cubicBezTo>
                <a:cubicBezTo>
                  <a:pt x="15588" y="7473"/>
                  <a:pt x="15940" y="7249"/>
                  <a:pt x="16324" y="7121"/>
                </a:cubicBezTo>
                <a:cubicBezTo>
                  <a:pt x="16516" y="7633"/>
                  <a:pt x="16644" y="8210"/>
                  <a:pt x="16772" y="8754"/>
                </a:cubicBezTo>
                <a:cubicBezTo>
                  <a:pt x="16324" y="8850"/>
                  <a:pt x="15908" y="9042"/>
                  <a:pt x="15588" y="9362"/>
                </a:cubicBezTo>
                <a:cubicBezTo>
                  <a:pt x="15028" y="9922"/>
                  <a:pt x="14292" y="10202"/>
                  <a:pt x="13559" y="10202"/>
                </a:cubicBezTo>
                <a:cubicBezTo>
                  <a:pt x="12827" y="10202"/>
                  <a:pt x="12099" y="9922"/>
                  <a:pt x="11555" y="9362"/>
                </a:cubicBezTo>
                <a:cubicBezTo>
                  <a:pt x="11075" y="8898"/>
                  <a:pt x="10451" y="8666"/>
                  <a:pt x="9827" y="8666"/>
                </a:cubicBezTo>
                <a:cubicBezTo>
                  <a:pt x="9203" y="8666"/>
                  <a:pt x="8578" y="8898"/>
                  <a:pt x="8098" y="9362"/>
                </a:cubicBezTo>
                <a:cubicBezTo>
                  <a:pt x="7538" y="9922"/>
                  <a:pt x="6810" y="10202"/>
                  <a:pt x="6082" y="10202"/>
                </a:cubicBezTo>
                <a:cubicBezTo>
                  <a:pt x="5354" y="10202"/>
                  <a:pt x="4626" y="9922"/>
                  <a:pt x="4066" y="9362"/>
                </a:cubicBezTo>
                <a:cubicBezTo>
                  <a:pt x="3618" y="8946"/>
                  <a:pt x="3041" y="8722"/>
                  <a:pt x="2465" y="8722"/>
                </a:cubicBezTo>
                <a:cubicBezTo>
                  <a:pt x="2625" y="8146"/>
                  <a:pt x="2849" y="7601"/>
                  <a:pt x="3073" y="7057"/>
                </a:cubicBezTo>
                <a:cubicBezTo>
                  <a:pt x="3554" y="7185"/>
                  <a:pt x="4002" y="7409"/>
                  <a:pt x="4322" y="7761"/>
                </a:cubicBezTo>
                <a:cubicBezTo>
                  <a:pt x="4802" y="8226"/>
                  <a:pt x="5434" y="8458"/>
                  <a:pt x="6062" y="8458"/>
                </a:cubicBezTo>
                <a:cubicBezTo>
                  <a:pt x="6690" y="8458"/>
                  <a:pt x="7314" y="8226"/>
                  <a:pt x="7778" y="7761"/>
                </a:cubicBezTo>
                <a:cubicBezTo>
                  <a:pt x="8338" y="7201"/>
                  <a:pt x="9075" y="6921"/>
                  <a:pt x="9807" y="6921"/>
                </a:cubicBezTo>
                <a:close/>
                <a:moveTo>
                  <a:pt x="9796" y="9562"/>
                </a:moveTo>
                <a:cubicBezTo>
                  <a:pt x="10534" y="9562"/>
                  <a:pt x="11275" y="9850"/>
                  <a:pt x="11843" y="10418"/>
                </a:cubicBezTo>
                <a:cubicBezTo>
                  <a:pt x="12323" y="10882"/>
                  <a:pt x="12947" y="11114"/>
                  <a:pt x="13567" y="11114"/>
                </a:cubicBezTo>
                <a:cubicBezTo>
                  <a:pt x="14188" y="11114"/>
                  <a:pt x="14804" y="10882"/>
                  <a:pt x="15268" y="10418"/>
                </a:cubicBezTo>
                <a:cubicBezTo>
                  <a:pt x="15748" y="9938"/>
                  <a:pt x="16324" y="9650"/>
                  <a:pt x="16996" y="9618"/>
                </a:cubicBezTo>
                <a:cubicBezTo>
                  <a:pt x="17092" y="10162"/>
                  <a:pt x="17156" y="10770"/>
                  <a:pt x="17220" y="11346"/>
                </a:cubicBezTo>
                <a:cubicBezTo>
                  <a:pt x="16612" y="11346"/>
                  <a:pt x="16004" y="11570"/>
                  <a:pt x="15588" y="12018"/>
                </a:cubicBezTo>
                <a:cubicBezTo>
                  <a:pt x="15028" y="12578"/>
                  <a:pt x="14292" y="12858"/>
                  <a:pt x="13559" y="12858"/>
                </a:cubicBezTo>
                <a:cubicBezTo>
                  <a:pt x="12827" y="12858"/>
                  <a:pt x="12099" y="12578"/>
                  <a:pt x="11555" y="12018"/>
                </a:cubicBezTo>
                <a:cubicBezTo>
                  <a:pt x="11075" y="11538"/>
                  <a:pt x="10451" y="11298"/>
                  <a:pt x="9827" y="11298"/>
                </a:cubicBezTo>
                <a:cubicBezTo>
                  <a:pt x="9203" y="11298"/>
                  <a:pt x="8578" y="11538"/>
                  <a:pt x="8098" y="12018"/>
                </a:cubicBezTo>
                <a:cubicBezTo>
                  <a:pt x="7542" y="12574"/>
                  <a:pt x="6813" y="12846"/>
                  <a:pt x="6086" y="12846"/>
                </a:cubicBezTo>
                <a:cubicBezTo>
                  <a:pt x="5348" y="12846"/>
                  <a:pt x="4614" y="12566"/>
                  <a:pt x="4066" y="12018"/>
                </a:cubicBezTo>
                <a:cubicBezTo>
                  <a:pt x="3592" y="11570"/>
                  <a:pt x="2983" y="11315"/>
                  <a:pt x="2358" y="11315"/>
                </a:cubicBezTo>
                <a:cubicBezTo>
                  <a:pt x="2181" y="11315"/>
                  <a:pt x="2002" y="11336"/>
                  <a:pt x="1825" y="11378"/>
                </a:cubicBezTo>
                <a:cubicBezTo>
                  <a:pt x="1953" y="10770"/>
                  <a:pt x="2081" y="10162"/>
                  <a:pt x="2241" y="9586"/>
                </a:cubicBezTo>
                <a:cubicBezTo>
                  <a:pt x="2315" y="9580"/>
                  <a:pt x="2388" y="9577"/>
                  <a:pt x="2460" y="9577"/>
                </a:cubicBezTo>
                <a:cubicBezTo>
                  <a:pt x="3180" y="9577"/>
                  <a:pt x="3859" y="9863"/>
                  <a:pt x="4354" y="10386"/>
                </a:cubicBezTo>
                <a:cubicBezTo>
                  <a:pt x="4834" y="10850"/>
                  <a:pt x="5458" y="11082"/>
                  <a:pt x="6082" y="11082"/>
                </a:cubicBezTo>
                <a:cubicBezTo>
                  <a:pt x="6706" y="11082"/>
                  <a:pt x="7330" y="10850"/>
                  <a:pt x="7810" y="10386"/>
                </a:cubicBezTo>
                <a:cubicBezTo>
                  <a:pt x="8362" y="9834"/>
                  <a:pt x="9078" y="9562"/>
                  <a:pt x="9796" y="9562"/>
                </a:cubicBezTo>
                <a:close/>
                <a:moveTo>
                  <a:pt x="9827" y="12202"/>
                </a:moveTo>
                <a:cubicBezTo>
                  <a:pt x="10555" y="12202"/>
                  <a:pt x="11283" y="12482"/>
                  <a:pt x="11843" y="13042"/>
                </a:cubicBezTo>
                <a:cubicBezTo>
                  <a:pt x="12323" y="13523"/>
                  <a:pt x="12947" y="13763"/>
                  <a:pt x="13571" y="13763"/>
                </a:cubicBezTo>
                <a:cubicBezTo>
                  <a:pt x="14196" y="13763"/>
                  <a:pt x="14820" y="13523"/>
                  <a:pt x="15300" y="13042"/>
                </a:cubicBezTo>
                <a:cubicBezTo>
                  <a:pt x="15812" y="12530"/>
                  <a:pt x="16516" y="12242"/>
                  <a:pt x="17252" y="12242"/>
                </a:cubicBezTo>
                <a:cubicBezTo>
                  <a:pt x="17284" y="12818"/>
                  <a:pt x="17316" y="13395"/>
                  <a:pt x="17284" y="14003"/>
                </a:cubicBezTo>
                <a:cubicBezTo>
                  <a:pt x="17248" y="14001"/>
                  <a:pt x="17212" y="14000"/>
                  <a:pt x="17177" y="14000"/>
                </a:cubicBezTo>
                <a:cubicBezTo>
                  <a:pt x="16576" y="14000"/>
                  <a:pt x="16011" y="14252"/>
                  <a:pt x="15588" y="14675"/>
                </a:cubicBezTo>
                <a:cubicBezTo>
                  <a:pt x="15028" y="15219"/>
                  <a:pt x="14292" y="15491"/>
                  <a:pt x="13559" y="15491"/>
                </a:cubicBezTo>
                <a:cubicBezTo>
                  <a:pt x="12827" y="15491"/>
                  <a:pt x="12099" y="15219"/>
                  <a:pt x="11555" y="14675"/>
                </a:cubicBezTo>
                <a:cubicBezTo>
                  <a:pt x="11075" y="14195"/>
                  <a:pt x="10451" y="13955"/>
                  <a:pt x="9827" y="13955"/>
                </a:cubicBezTo>
                <a:cubicBezTo>
                  <a:pt x="9203" y="13955"/>
                  <a:pt x="8578" y="14195"/>
                  <a:pt x="8098" y="14675"/>
                </a:cubicBezTo>
                <a:cubicBezTo>
                  <a:pt x="7538" y="15219"/>
                  <a:pt x="6810" y="15491"/>
                  <a:pt x="6082" y="15491"/>
                </a:cubicBezTo>
                <a:cubicBezTo>
                  <a:pt x="5354" y="15491"/>
                  <a:pt x="4626" y="15219"/>
                  <a:pt x="4066" y="14675"/>
                </a:cubicBezTo>
                <a:cubicBezTo>
                  <a:pt x="3615" y="14224"/>
                  <a:pt x="3021" y="13990"/>
                  <a:pt x="2418" y="13990"/>
                </a:cubicBezTo>
                <a:cubicBezTo>
                  <a:pt x="2121" y="13990"/>
                  <a:pt x="1822" y="14047"/>
                  <a:pt x="1537" y="14163"/>
                </a:cubicBezTo>
                <a:cubicBezTo>
                  <a:pt x="1569" y="13523"/>
                  <a:pt x="1601" y="12914"/>
                  <a:pt x="1697" y="12306"/>
                </a:cubicBezTo>
                <a:cubicBezTo>
                  <a:pt x="1906" y="12256"/>
                  <a:pt x="2120" y="12231"/>
                  <a:pt x="2334" y="12231"/>
                </a:cubicBezTo>
                <a:cubicBezTo>
                  <a:pt x="3070" y="12231"/>
                  <a:pt x="3808" y="12522"/>
                  <a:pt x="4354" y="13042"/>
                </a:cubicBezTo>
                <a:cubicBezTo>
                  <a:pt x="4834" y="13523"/>
                  <a:pt x="5458" y="13763"/>
                  <a:pt x="6082" y="13763"/>
                </a:cubicBezTo>
                <a:cubicBezTo>
                  <a:pt x="6706" y="13763"/>
                  <a:pt x="7330" y="13523"/>
                  <a:pt x="7810" y="13042"/>
                </a:cubicBezTo>
                <a:cubicBezTo>
                  <a:pt x="8370" y="12482"/>
                  <a:pt x="9099" y="12202"/>
                  <a:pt x="9827" y="12202"/>
                </a:cubicBezTo>
                <a:close/>
                <a:moveTo>
                  <a:pt x="9827" y="14859"/>
                </a:moveTo>
                <a:cubicBezTo>
                  <a:pt x="10555" y="14859"/>
                  <a:pt x="11283" y="15139"/>
                  <a:pt x="11843" y="15699"/>
                </a:cubicBezTo>
                <a:cubicBezTo>
                  <a:pt x="12323" y="16163"/>
                  <a:pt x="12947" y="16395"/>
                  <a:pt x="13571" y="16395"/>
                </a:cubicBezTo>
                <a:cubicBezTo>
                  <a:pt x="14196" y="16395"/>
                  <a:pt x="14820" y="16163"/>
                  <a:pt x="15300" y="15699"/>
                </a:cubicBezTo>
                <a:cubicBezTo>
                  <a:pt x="15812" y="15187"/>
                  <a:pt x="16484" y="14899"/>
                  <a:pt x="17188" y="14899"/>
                </a:cubicBezTo>
                <a:cubicBezTo>
                  <a:pt x="17156" y="15475"/>
                  <a:pt x="17092" y="16051"/>
                  <a:pt x="16964" y="16627"/>
                </a:cubicBezTo>
                <a:cubicBezTo>
                  <a:pt x="16452" y="16691"/>
                  <a:pt x="15972" y="16915"/>
                  <a:pt x="15588" y="17299"/>
                </a:cubicBezTo>
                <a:cubicBezTo>
                  <a:pt x="15028" y="17859"/>
                  <a:pt x="14300" y="18139"/>
                  <a:pt x="13571" y="18139"/>
                </a:cubicBezTo>
                <a:cubicBezTo>
                  <a:pt x="12843" y="18139"/>
                  <a:pt x="12115" y="17859"/>
                  <a:pt x="11555" y="17299"/>
                </a:cubicBezTo>
                <a:cubicBezTo>
                  <a:pt x="11075" y="16819"/>
                  <a:pt x="10451" y="16579"/>
                  <a:pt x="9827" y="16579"/>
                </a:cubicBezTo>
                <a:cubicBezTo>
                  <a:pt x="9203" y="16579"/>
                  <a:pt x="8578" y="16819"/>
                  <a:pt x="8098" y="17299"/>
                </a:cubicBezTo>
                <a:cubicBezTo>
                  <a:pt x="7538" y="17859"/>
                  <a:pt x="6810" y="18139"/>
                  <a:pt x="6082" y="18139"/>
                </a:cubicBezTo>
                <a:cubicBezTo>
                  <a:pt x="5354" y="18139"/>
                  <a:pt x="4626" y="17859"/>
                  <a:pt x="4066" y="17299"/>
                </a:cubicBezTo>
                <a:cubicBezTo>
                  <a:pt x="3618" y="16873"/>
                  <a:pt x="3041" y="16645"/>
                  <a:pt x="2451" y="16645"/>
                </a:cubicBezTo>
                <a:cubicBezTo>
                  <a:pt x="2156" y="16645"/>
                  <a:pt x="1857" y="16702"/>
                  <a:pt x="1569" y="16819"/>
                </a:cubicBezTo>
                <a:cubicBezTo>
                  <a:pt x="1537" y="16211"/>
                  <a:pt x="1505" y="15603"/>
                  <a:pt x="1505" y="15027"/>
                </a:cubicBezTo>
                <a:cubicBezTo>
                  <a:pt x="1787" y="14936"/>
                  <a:pt x="2078" y="14891"/>
                  <a:pt x="2366" y="14891"/>
                </a:cubicBezTo>
                <a:cubicBezTo>
                  <a:pt x="3091" y="14891"/>
                  <a:pt x="3804" y="15172"/>
                  <a:pt x="4354" y="15699"/>
                </a:cubicBezTo>
                <a:cubicBezTo>
                  <a:pt x="4834" y="16163"/>
                  <a:pt x="5458" y="16395"/>
                  <a:pt x="6082" y="16395"/>
                </a:cubicBezTo>
                <a:cubicBezTo>
                  <a:pt x="6706" y="16395"/>
                  <a:pt x="7330" y="16163"/>
                  <a:pt x="7810" y="15699"/>
                </a:cubicBezTo>
                <a:cubicBezTo>
                  <a:pt x="8370" y="15139"/>
                  <a:pt x="9099" y="14859"/>
                  <a:pt x="9827" y="14859"/>
                </a:cubicBezTo>
                <a:close/>
                <a:moveTo>
                  <a:pt x="9827" y="17483"/>
                </a:moveTo>
                <a:cubicBezTo>
                  <a:pt x="10555" y="17483"/>
                  <a:pt x="11283" y="17763"/>
                  <a:pt x="11843" y="18323"/>
                </a:cubicBezTo>
                <a:cubicBezTo>
                  <a:pt x="12323" y="18804"/>
                  <a:pt x="12947" y="19044"/>
                  <a:pt x="13571" y="19044"/>
                </a:cubicBezTo>
                <a:cubicBezTo>
                  <a:pt x="14196" y="19044"/>
                  <a:pt x="14820" y="18804"/>
                  <a:pt x="15300" y="18323"/>
                </a:cubicBezTo>
                <a:cubicBezTo>
                  <a:pt x="15684" y="17907"/>
                  <a:pt x="16196" y="17651"/>
                  <a:pt x="16772" y="17555"/>
                </a:cubicBezTo>
                <a:lnTo>
                  <a:pt x="16772" y="17555"/>
                </a:lnTo>
                <a:cubicBezTo>
                  <a:pt x="16612" y="18227"/>
                  <a:pt x="16420" y="18868"/>
                  <a:pt x="16196" y="19540"/>
                </a:cubicBezTo>
                <a:cubicBezTo>
                  <a:pt x="15972" y="19636"/>
                  <a:pt x="15748" y="19764"/>
                  <a:pt x="15588" y="19924"/>
                </a:cubicBezTo>
                <a:cubicBezTo>
                  <a:pt x="15028" y="20484"/>
                  <a:pt x="14292" y="20764"/>
                  <a:pt x="13559" y="20764"/>
                </a:cubicBezTo>
                <a:cubicBezTo>
                  <a:pt x="12827" y="20764"/>
                  <a:pt x="12099" y="20484"/>
                  <a:pt x="11555" y="19924"/>
                </a:cubicBezTo>
                <a:cubicBezTo>
                  <a:pt x="11075" y="19460"/>
                  <a:pt x="10451" y="19228"/>
                  <a:pt x="9827" y="19228"/>
                </a:cubicBezTo>
                <a:cubicBezTo>
                  <a:pt x="9203" y="19228"/>
                  <a:pt x="8578" y="19460"/>
                  <a:pt x="8098" y="19924"/>
                </a:cubicBezTo>
                <a:cubicBezTo>
                  <a:pt x="7538" y="20484"/>
                  <a:pt x="6810" y="20764"/>
                  <a:pt x="6082" y="20764"/>
                </a:cubicBezTo>
                <a:cubicBezTo>
                  <a:pt x="5354" y="20764"/>
                  <a:pt x="4626" y="20484"/>
                  <a:pt x="4066" y="19924"/>
                </a:cubicBezTo>
                <a:cubicBezTo>
                  <a:pt x="3618" y="19501"/>
                  <a:pt x="3016" y="19252"/>
                  <a:pt x="2410" y="19252"/>
                </a:cubicBezTo>
                <a:cubicBezTo>
                  <a:pt x="2235" y="19252"/>
                  <a:pt x="2061" y="19273"/>
                  <a:pt x="1889" y="19316"/>
                </a:cubicBezTo>
                <a:cubicBezTo>
                  <a:pt x="1857" y="19252"/>
                  <a:pt x="1825" y="19220"/>
                  <a:pt x="1825" y="19156"/>
                </a:cubicBezTo>
                <a:cubicBezTo>
                  <a:pt x="1729" y="18612"/>
                  <a:pt x="1697" y="18131"/>
                  <a:pt x="1633" y="17619"/>
                </a:cubicBezTo>
                <a:cubicBezTo>
                  <a:pt x="1890" y="17545"/>
                  <a:pt x="2150" y="17509"/>
                  <a:pt x="2405" y="17509"/>
                </a:cubicBezTo>
                <a:cubicBezTo>
                  <a:pt x="3135" y="17509"/>
                  <a:pt x="3832" y="17802"/>
                  <a:pt x="4354" y="18323"/>
                </a:cubicBezTo>
                <a:cubicBezTo>
                  <a:pt x="4834" y="18804"/>
                  <a:pt x="5458" y="19044"/>
                  <a:pt x="6082" y="19044"/>
                </a:cubicBezTo>
                <a:cubicBezTo>
                  <a:pt x="6706" y="19044"/>
                  <a:pt x="7330" y="18804"/>
                  <a:pt x="7810" y="18323"/>
                </a:cubicBezTo>
                <a:cubicBezTo>
                  <a:pt x="8370" y="17763"/>
                  <a:pt x="9099" y="17483"/>
                  <a:pt x="9827" y="17483"/>
                </a:cubicBezTo>
                <a:close/>
                <a:moveTo>
                  <a:pt x="2366" y="20162"/>
                </a:moveTo>
                <a:cubicBezTo>
                  <a:pt x="3096" y="20162"/>
                  <a:pt x="3826" y="20449"/>
                  <a:pt x="4386" y="20980"/>
                </a:cubicBezTo>
                <a:cubicBezTo>
                  <a:pt x="4850" y="21460"/>
                  <a:pt x="5474" y="21700"/>
                  <a:pt x="6098" y="21700"/>
                </a:cubicBezTo>
                <a:cubicBezTo>
                  <a:pt x="6722" y="21700"/>
                  <a:pt x="7346" y="21460"/>
                  <a:pt x="7810" y="20980"/>
                </a:cubicBezTo>
                <a:cubicBezTo>
                  <a:pt x="8370" y="20436"/>
                  <a:pt x="9107" y="20164"/>
                  <a:pt x="9839" y="20164"/>
                </a:cubicBezTo>
                <a:cubicBezTo>
                  <a:pt x="10571" y="20164"/>
                  <a:pt x="11299" y="20436"/>
                  <a:pt x="11843" y="20980"/>
                </a:cubicBezTo>
                <a:cubicBezTo>
                  <a:pt x="12323" y="21460"/>
                  <a:pt x="12947" y="21700"/>
                  <a:pt x="13571" y="21700"/>
                </a:cubicBezTo>
                <a:cubicBezTo>
                  <a:pt x="14196" y="21700"/>
                  <a:pt x="14820" y="21460"/>
                  <a:pt x="15300" y="20980"/>
                </a:cubicBezTo>
                <a:cubicBezTo>
                  <a:pt x="15460" y="20852"/>
                  <a:pt x="15652" y="20692"/>
                  <a:pt x="15844" y="20596"/>
                </a:cubicBezTo>
                <a:lnTo>
                  <a:pt x="15844" y="20596"/>
                </a:lnTo>
                <a:cubicBezTo>
                  <a:pt x="15780" y="20724"/>
                  <a:pt x="15748" y="20884"/>
                  <a:pt x="15684" y="21012"/>
                </a:cubicBezTo>
                <a:cubicBezTo>
                  <a:pt x="15300" y="21748"/>
                  <a:pt x="15012" y="22452"/>
                  <a:pt x="14756" y="23092"/>
                </a:cubicBezTo>
                <a:cubicBezTo>
                  <a:pt x="14367" y="23293"/>
                  <a:pt x="13947" y="23389"/>
                  <a:pt x="13529" y="23389"/>
                </a:cubicBezTo>
                <a:cubicBezTo>
                  <a:pt x="12813" y="23389"/>
                  <a:pt x="12101" y="23106"/>
                  <a:pt x="11555" y="22580"/>
                </a:cubicBezTo>
                <a:cubicBezTo>
                  <a:pt x="11075" y="22116"/>
                  <a:pt x="10451" y="21884"/>
                  <a:pt x="9831" y="21884"/>
                </a:cubicBezTo>
                <a:cubicBezTo>
                  <a:pt x="9211" y="21884"/>
                  <a:pt x="8594" y="22116"/>
                  <a:pt x="8130" y="22580"/>
                </a:cubicBezTo>
                <a:cubicBezTo>
                  <a:pt x="7570" y="23140"/>
                  <a:pt x="6834" y="23420"/>
                  <a:pt x="6098" y="23420"/>
                </a:cubicBezTo>
                <a:cubicBezTo>
                  <a:pt x="5362" y="23420"/>
                  <a:pt x="4626" y="23140"/>
                  <a:pt x="4066" y="22580"/>
                </a:cubicBezTo>
                <a:cubicBezTo>
                  <a:pt x="3646" y="22160"/>
                  <a:pt x="3085" y="21937"/>
                  <a:pt x="2489" y="21937"/>
                </a:cubicBezTo>
                <a:cubicBezTo>
                  <a:pt x="2450" y="21937"/>
                  <a:pt x="2409" y="21938"/>
                  <a:pt x="2369" y="21940"/>
                </a:cubicBezTo>
                <a:cubicBezTo>
                  <a:pt x="2241" y="21364"/>
                  <a:pt x="2145" y="20788"/>
                  <a:pt x="2049" y="20180"/>
                </a:cubicBezTo>
                <a:cubicBezTo>
                  <a:pt x="2154" y="20168"/>
                  <a:pt x="2260" y="20162"/>
                  <a:pt x="2366" y="20162"/>
                </a:cubicBezTo>
                <a:close/>
                <a:moveTo>
                  <a:pt x="9827" y="22764"/>
                </a:moveTo>
                <a:cubicBezTo>
                  <a:pt x="10555" y="22764"/>
                  <a:pt x="11283" y="23044"/>
                  <a:pt x="11843" y="23604"/>
                </a:cubicBezTo>
                <a:cubicBezTo>
                  <a:pt x="12293" y="24055"/>
                  <a:pt x="12902" y="24290"/>
                  <a:pt x="13514" y="24290"/>
                </a:cubicBezTo>
                <a:cubicBezTo>
                  <a:pt x="13816" y="24290"/>
                  <a:pt x="14118" y="24233"/>
                  <a:pt x="14404" y="24117"/>
                </a:cubicBezTo>
                <a:lnTo>
                  <a:pt x="14404" y="24117"/>
                </a:lnTo>
                <a:cubicBezTo>
                  <a:pt x="14180" y="24725"/>
                  <a:pt x="14020" y="25365"/>
                  <a:pt x="13924" y="26005"/>
                </a:cubicBezTo>
                <a:cubicBezTo>
                  <a:pt x="13788" y="26025"/>
                  <a:pt x="13652" y="26035"/>
                  <a:pt x="13516" y="26035"/>
                </a:cubicBezTo>
                <a:cubicBezTo>
                  <a:pt x="12786" y="26035"/>
                  <a:pt x="12068" y="25750"/>
                  <a:pt x="11555" y="25237"/>
                </a:cubicBezTo>
                <a:cubicBezTo>
                  <a:pt x="11075" y="24757"/>
                  <a:pt x="10451" y="24517"/>
                  <a:pt x="9827" y="24517"/>
                </a:cubicBezTo>
                <a:cubicBezTo>
                  <a:pt x="9203" y="24517"/>
                  <a:pt x="8578" y="24757"/>
                  <a:pt x="8098" y="25237"/>
                </a:cubicBezTo>
                <a:cubicBezTo>
                  <a:pt x="7538" y="25781"/>
                  <a:pt x="6810" y="26053"/>
                  <a:pt x="6082" y="26053"/>
                </a:cubicBezTo>
                <a:cubicBezTo>
                  <a:pt x="5354" y="26053"/>
                  <a:pt x="4626" y="25781"/>
                  <a:pt x="4066" y="25237"/>
                </a:cubicBezTo>
                <a:cubicBezTo>
                  <a:pt x="3714" y="24917"/>
                  <a:pt x="3297" y="24693"/>
                  <a:pt x="2849" y="24629"/>
                </a:cubicBezTo>
                <a:cubicBezTo>
                  <a:pt x="2753" y="24021"/>
                  <a:pt x="2625" y="23412"/>
                  <a:pt x="2529" y="22804"/>
                </a:cubicBezTo>
                <a:lnTo>
                  <a:pt x="2529" y="22804"/>
                </a:lnTo>
                <a:cubicBezTo>
                  <a:pt x="3201" y="22836"/>
                  <a:pt x="3874" y="23124"/>
                  <a:pt x="4354" y="23604"/>
                </a:cubicBezTo>
                <a:cubicBezTo>
                  <a:pt x="4834" y="24085"/>
                  <a:pt x="5458" y="24325"/>
                  <a:pt x="6082" y="24325"/>
                </a:cubicBezTo>
                <a:cubicBezTo>
                  <a:pt x="6706" y="24325"/>
                  <a:pt x="7330" y="24085"/>
                  <a:pt x="7810" y="23604"/>
                </a:cubicBezTo>
                <a:cubicBezTo>
                  <a:pt x="8370" y="23044"/>
                  <a:pt x="9099" y="22764"/>
                  <a:pt x="9827" y="22764"/>
                </a:cubicBezTo>
                <a:close/>
                <a:moveTo>
                  <a:pt x="9827" y="25389"/>
                </a:moveTo>
                <a:cubicBezTo>
                  <a:pt x="10555" y="25389"/>
                  <a:pt x="11283" y="25669"/>
                  <a:pt x="11843" y="26229"/>
                </a:cubicBezTo>
                <a:cubicBezTo>
                  <a:pt x="12284" y="26670"/>
                  <a:pt x="12891" y="26921"/>
                  <a:pt x="13521" y="26921"/>
                </a:cubicBezTo>
                <a:cubicBezTo>
                  <a:pt x="13623" y="26921"/>
                  <a:pt x="13725" y="26914"/>
                  <a:pt x="13827" y="26901"/>
                </a:cubicBezTo>
                <a:lnTo>
                  <a:pt x="13827" y="26901"/>
                </a:lnTo>
                <a:cubicBezTo>
                  <a:pt x="13763" y="27477"/>
                  <a:pt x="13795" y="28053"/>
                  <a:pt x="13891" y="28661"/>
                </a:cubicBezTo>
                <a:cubicBezTo>
                  <a:pt x="13782" y="28673"/>
                  <a:pt x="13673" y="28679"/>
                  <a:pt x="13565" y="28679"/>
                </a:cubicBezTo>
                <a:cubicBezTo>
                  <a:pt x="12813" y="28679"/>
                  <a:pt x="12086" y="28393"/>
                  <a:pt x="11555" y="27861"/>
                </a:cubicBezTo>
                <a:cubicBezTo>
                  <a:pt x="11075" y="27381"/>
                  <a:pt x="10451" y="27141"/>
                  <a:pt x="9827" y="27141"/>
                </a:cubicBezTo>
                <a:cubicBezTo>
                  <a:pt x="9203" y="27141"/>
                  <a:pt x="8578" y="27381"/>
                  <a:pt x="8098" y="27861"/>
                </a:cubicBezTo>
                <a:cubicBezTo>
                  <a:pt x="7538" y="28405"/>
                  <a:pt x="6810" y="28677"/>
                  <a:pt x="6082" y="28677"/>
                </a:cubicBezTo>
                <a:cubicBezTo>
                  <a:pt x="5354" y="28677"/>
                  <a:pt x="4626" y="28405"/>
                  <a:pt x="4066" y="27861"/>
                </a:cubicBezTo>
                <a:cubicBezTo>
                  <a:pt x="3842" y="27637"/>
                  <a:pt x="3586" y="27477"/>
                  <a:pt x="3297" y="27381"/>
                </a:cubicBezTo>
                <a:cubicBezTo>
                  <a:pt x="3201" y="26773"/>
                  <a:pt x="3105" y="26165"/>
                  <a:pt x="3009" y="25525"/>
                </a:cubicBezTo>
                <a:lnTo>
                  <a:pt x="3009" y="25525"/>
                </a:lnTo>
                <a:cubicBezTo>
                  <a:pt x="3522" y="25653"/>
                  <a:pt x="3970" y="25877"/>
                  <a:pt x="4354" y="26229"/>
                </a:cubicBezTo>
                <a:cubicBezTo>
                  <a:pt x="4834" y="26709"/>
                  <a:pt x="5458" y="26949"/>
                  <a:pt x="6082" y="26949"/>
                </a:cubicBezTo>
                <a:cubicBezTo>
                  <a:pt x="6706" y="26949"/>
                  <a:pt x="7330" y="26709"/>
                  <a:pt x="7810" y="26229"/>
                </a:cubicBezTo>
                <a:cubicBezTo>
                  <a:pt x="8370" y="25669"/>
                  <a:pt x="9099" y="25389"/>
                  <a:pt x="9827" y="25389"/>
                </a:cubicBezTo>
                <a:close/>
                <a:moveTo>
                  <a:pt x="9827" y="28069"/>
                </a:moveTo>
                <a:cubicBezTo>
                  <a:pt x="10555" y="28069"/>
                  <a:pt x="11283" y="28341"/>
                  <a:pt x="11843" y="28885"/>
                </a:cubicBezTo>
                <a:cubicBezTo>
                  <a:pt x="12298" y="29340"/>
                  <a:pt x="12913" y="29576"/>
                  <a:pt x="13530" y="29576"/>
                </a:cubicBezTo>
                <a:cubicBezTo>
                  <a:pt x="13694" y="29576"/>
                  <a:pt x="13858" y="29559"/>
                  <a:pt x="14020" y="29526"/>
                </a:cubicBezTo>
                <a:cubicBezTo>
                  <a:pt x="14052" y="29654"/>
                  <a:pt x="14084" y="29814"/>
                  <a:pt x="14116" y="29942"/>
                </a:cubicBezTo>
                <a:cubicBezTo>
                  <a:pt x="13915" y="29983"/>
                  <a:pt x="13713" y="30004"/>
                  <a:pt x="13513" y="30004"/>
                </a:cubicBezTo>
                <a:cubicBezTo>
                  <a:pt x="12786" y="30004"/>
                  <a:pt x="12082" y="29732"/>
                  <a:pt x="11555" y="29205"/>
                </a:cubicBezTo>
                <a:cubicBezTo>
                  <a:pt x="11075" y="28725"/>
                  <a:pt x="10451" y="28485"/>
                  <a:pt x="9827" y="28485"/>
                </a:cubicBezTo>
                <a:cubicBezTo>
                  <a:pt x="9203" y="28485"/>
                  <a:pt x="8578" y="28725"/>
                  <a:pt x="8098" y="29205"/>
                </a:cubicBezTo>
                <a:cubicBezTo>
                  <a:pt x="7538" y="29766"/>
                  <a:pt x="6810" y="30046"/>
                  <a:pt x="6082" y="30046"/>
                </a:cubicBezTo>
                <a:cubicBezTo>
                  <a:pt x="5354" y="30046"/>
                  <a:pt x="4626" y="29766"/>
                  <a:pt x="4066" y="29205"/>
                </a:cubicBezTo>
                <a:cubicBezTo>
                  <a:pt x="3874" y="29013"/>
                  <a:pt x="3650" y="28885"/>
                  <a:pt x="3394" y="28789"/>
                </a:cubicBezTo>
                <a:cubicBezTo>
                  <a:pt x="3394" y="28629"/>
                  <a:pt x="3394" y="28469"/>
                  <a:pt x="3362" y="28309"/>
                </a:cubicBezTo>
                <a:lnTo>
                  <a:pt x="3362" y="28309"/>
                </a:lnTo>
                <a:cubicBezTo>
                  <a:pt x="3746" y="28437"/>
                  <a:pt x="4066" y="28629"/>
                  <a:pt x="4354" y="28885"/>
                </a:cubicBezTo>
                <a:cubicBezTo>
                  <a:pt x="4834" y="29365"/>
                  <a:pt x="5458" y="29606"/>
                  <a:pt x="6082" y="29606"/>
                </a:cubicBezTo>
                <a:cubicBezTo>
                  <a:pt x="6706" y="29606"/>
                  <a:pt x="7330" y="29365"/>
                  <a:pt x="7810" y="28885"/>
                </a:cubicBezTo>
                <a:cubicBezTo>
                  <a:pt x="8370" y="28341"/>
                  <a:pt x="9099" y="28069"/>
                  <a:pt x="9827" y="28069"/>
                </a:cubicBezTo>
                <a:close/>
                <a:moveTo>
                  <a:pt x="9827" y="29357"/>
                </a:moveTo>
                <a:cubicBezTo>
                  <a:pt x="10555" y="29357"/>
                  <a:pt x="11283" y="29638"/>
                  <a:pt x="11843" y="30198"/>
                </a:cubicBezTo>
                <a:cubicBezTo>
                  <a:pt x="12301" y="30634"/>
                  <a:pt x="12892" y="30862"/>
                  <a:pt x="13496" y="30862"/>
                </a:cubicBezTo>
                <a:cubicBezTo>
                  <a:pt x="13779" y="30862"/>
                  <a:pt x="14064" y="30812"/>
                  <a:pt x="14340" y="30710"/>
                </a:cubicBezTo>
                <a:cubicBezTo>
                  <a:pt x="14372" y="30838"/>
                  <a:pt x="14436" y="30998"/>
                  <a:pt x="14468" y="31126"/>
                </a:cubicBezTo>
                <a:cubicBezTo>
                  <a:pt x="14158" y="31246"/>
                  <a:pt x="13833" y="31303"/>
                  <a:pt x="13508" y="31303"/>
                </a:cubicBezTo>
                <a:cubicBezTo>
                  <a:pt x="12793" y="31303"/>
                  <a:pt x="12083" y="31024"/>
                  <a:pt x="11555" y="30518"/>
                </a:cubicBezTo>
                <a:lnTo>
                  <a:pt x="11555" y="30486"/>
                </a:lnTo>
                <a:cubicBezTo>
                  <a:pt x="11075" y="30022"/>
                  <a:pt x="10451" y="29790"/>
                  <a:pt x="9827" y="29790"/>
                </a:cubicBezTo>
                <a:cubicBezTo>
                  <a:pt x="9203" y="29790"/>
                  <a:pt x="8578" y="30022"/>
                  <a:pt x="8098" y="30486"/>
                </a:cubicBezTo>
                <a:cubicBezTo>
                  <a:pt x="7538" y="31046"/>
                  <a:pt x="6810" y="31326"/>
                  <a:pt x="6082" y="31326"/>
                </a:cubicBezTo>
                <a:cubicBezTo>
                  <a:pt x="5354" y="31326"/>
                  <a:pt x="4626" y="31046"/>
                  <a:pt x="4066" y="30486"/>
                </a:cubicBezTo>
                <a:cubicBezTo>
                  <a:pt x="3906" y="30326"/>
                  <a:pt x="3714" y="30198"/>
                  <a:pt x="3522" y="30102"/>
                </a:cubicBezTo>
                <a:cubicBezTo>
                  <a:pt x="3522" y="29942"/>
                  <a:pt x="3522" y="29782"/>
                  <a:pt x="3490" y="29622"/>
                </a:cubicBezTo>
                <a:lnTo>
                  <a:pt x="3490" y="29622"/>
                </a:lnTo>
                <a:cubicBezTo>
                  <a:pt x="3810" y="29750"/>
                  <a:pt x="4098" y="29942"/>
                  <a:pt x="4354" y="30198"/>
                </a:cubicBezTo>
                <a:cubicBezTo>
                  <a:pt x="4834" y="30678"/>
                  <a:pt x="5458" y="30918"/>
                  <a:pt x="6082" y="30918"/>
                </a:cubicBezTo>
                <a:cubicBezTo>
                  <a:pt x="6706" y="30918"/>
                  <a:pt x="7330" y="30678"/>
                  <a:pt x="7810" y="30198"/>
                </a:cubicBezTo>
                <a:cubicBezTo>
                  <a:pt x="8370" y="29638"/>
                  <a:pt x="9099" y="29357"/>
                  <a:pt x="9827" y="29357"/>
                </a:cubicBezTo>
                <a:close/>
                <a:moveTo>
                  <a:pt x="9807" y="30702"/>
                </a:moveTo>
                <a:cubicBezTo>
                  <a:pt x="10539" y="30702"/>
                  <a:pt x="11267" y="30982"/>
                  <a:pt x="11811" y="31542"/>
                </a:cubicBezTo>
                <a:cubicBezTo>
                  <a:pt x="12284" y="31996"/>
                  <a:pt x="12880" y="32226"/>
                  <a:pt x="13481" y="32226"/>
                </a:cubicBezTo>
                <a:cubicBezTo>
                  <a:pt x="13895" y="32226"/>
                  <a:pt x="14312" y="32116"/>
                  <a:pt x="14692" y="31894"/>
                </a:cubicBezTo>
                <a:cubicBezTo>
                  <a:pt x="14756" y="32022"/>
                  <a:pt x="14788" y="32118"/>
                  <a:pt x="14852" y="32278"/>
                </a:cubicBezTo>
                <a:cubicBezTo>
                  <a:pt x="14852" y="32278"/>
                  <a:pt x="14852" y="32310"/>
                  <a:pt x="14852" y="32310"/>
                </a:cubicBezTo>
                <a:cubicBezTo>
                  <a:pt x="14425" y="32549"/>
                  <a:pt x="13958" y="32664"/>
                  <a:pt x="13495" y="32664"/>
                </a:cubicBezTo>
                <a:cubicBezTo>
                  <a:pt x="12778" y="32664"/>
                  <a:pt x="12068" y="32387"/>
                  <a:pt x="11523" y="31862"/>
                </a:cubicBezTo>
                <a:cubicBezTo>
                  <a:pt x="11059" y="31382"/>
                  <a:pt x="10435" y="31142"/>
                  <a:pt x="9811" y="31142"/>
                </a:cubicBezTo>
                <a:cubicBezTo>
                  <a:pt x="9187" y="31142"/>
                  <a:pt x="8562" y="31382"/>
                  <a:pt x="8098" y="31862"/>
                </a:cubicBezTo>
                <a:cubicBezTo>
                  <a:pt x="7538" y="32406"/>
                  <a:pt x="6802" y="32678"/>
                  <a:pt x="6070" y="32678"/>
                </a:cubicBezTo>
                <a:cubicBezTo>
                  <a:pt x="5338" y="32678"/>
                  <a:pt x="4610" y="32406"/>
                  <a:pt x="4066" y="31862"/>
                </a:cubicBezTo>
                <a:cubicBezTo>
                  <a:pt x="3874" y="31670"/>
                  <a:pt x="3682" y="31542"/>
                  <a:pt x="3490" y="31446"/>
                </a:cubicBezTo>
                <a:lnTo>
                  <a:pt x="3490" y="30998"/>
                </a:lnTo>
                <a:cubicBezTo>
                  <a:pt x="3810" y="31126"/>
                  <a:pt x="4098" y="31318"/>
                  <a:pt x="4354" y="31542"/>
                </a:cubicBezTo>
                <a:cubicBezTo>
                  <a:pt x="4818" y="32022"/>
                  <a:pt x="5442" y="32262"/>
                  <a:pt x="6066" y="32262"/>
                </a:cubicBezTo>
                <a:cubicBezTo>
                  <a:pt x="6690" y="32262"/>
                  <a:pt x="7314" y="32022"/>
                  <a:pt x="7778" y="31542"/>
                </a:cubicBezTo>
                <a:cubicBezTo>
                  <a:pt x="8338" y="30982"/>
                  <a:pt x="9075" y="30702"/>
                  <a:pt x="9807" y="30702"/>
                </a:cubicBezTo>
                <a:close/>
                <a:moveTo>
                  <a:pt x="9815" y="32046"/>
                </a:moveTo>
                <a:cubicBezTo>
                  <a:pt x="10547" y="32046"/>
                  <a:pt x="11283" y="32326"/>
                  <a:pt x="11843" y="32886"/>
                </a:cubicBezTo>
                <a:cubicBezTo>
                  <a:pt x="12300" y="33343"/>
                  <a:pt x="12909" y="33576"/>
                  <a:pt x="13524" y="33576"/>
                </a:cubicBezTo>
                <a:cubicBezTo>
                  <a:pt x="14071" y="33576"/>
                  <a:pt x="14623" y="33391"/>
                  <a:pt x="15076" y="33014"/>
                </a:cubicBezTo>
                <a:cubicBezTo>
                  <a:pt x="15140" y="33142"/>
                  <a:pt x="15172" y="33302"/>
                  <a:pt x="15236" y="33462"/>
                </a:cubicBezTo>
                <a:cubicBezTo>
                  <a:pt x="14728" y="33815"/>
                  <a:pt x="14145" y="33988"/>
                  <a:pt x="13567" y="33988"/>
                </a:cubicBezTo>
                <a:cubicBezTo>
                  <a:pt x="12834" y="33988"/>
                  <a:pt x="12110" y="33711"/>
                  <a:pt x="11555" y="33174"/>
                </a:cubicBezTo>
                <a:cubicBezTo>
                  <a:pt x="11075" y="32694"/>
                  <a:pt x="10451" y="32454"/>
                  <a:pt x="9827" y="32454"/>
                </a:cubicBezTo>
                <a:cubicBezTo>
                  <a:pt x="9203" y="32454"/>
                  <a:pt x="8578" y="32694"/>
                  <a:pt x="8098" y="33174"/>
                </a:cubicBezTo>
                <a:cubicBezTo>
                  <a:pt x="7538" y="33718"/>
                  <a:pt x="6810" y="33990"/>
                  <a:pt x="6082" y="33990"/>
                </a:cubicBezTo>
                <a:cubicBezTo>
                  <a:pt x="5354" y="33990"/>
                  <a:pt x="4626" y="33718"/>
                  <a:pt x="4066" y="33174"/>
                </a:cubicBezTo>
                <a:cubicBezTo>
                  <a:pt x="3874" y="32982"/>
                  <a:pt x="3682" y="32854"/>
                  <a:pt x="3458" y="32758"/>
                </a:cubicBezTo>
                <a:lnTo>
                  <a:pt x="3458" y="32598"/>
                </a:lnTo>
                <a:lnTo>
                  <a:pt x="3458" y="32310"/>
                </a:lnTo>
                <a:cubicBezTo>
                  <a:pt x="3778" y="32438"/>
                  <a:pt x="4098" y="32630"/>
                  <a:pt x="4354" y="32886"/>
                </a:cubicBezTo>
                <a:cubicBezTo>
                  <a:pt x="4818" y="33350"/>
                  <a:pt x="5442" y="33582"/>
                  <a:pt x="6070" y="33582"/>
                </a:cubicBezTo>
                <a:cubicBezTo>
                  <a:pt x="6698" y="33582"/>
                  <a:pt x="7330" y="33350"/>
                  <a:pt x="7810" y="32886"/>
                </a:cubicBezTo>
                <a:cubicBezTo>
                  <a:pt x="8354" y="32326"/>
                  <a:pt x="9083" y="32046"/>
                  <a:pt x="9815" y="32046"/>
                </a:cubicBezTo>
                <a:close/>
                <a:moveTo>
                  <a:pt x="9827" y="33358"/>
                </a:moveTo>
                <a:cubicBezTo>
                  <a:pt x="10555" y="33358"/>
                  <a:pt x="11283" y="33638"/>
                  <a:pt x="11843" y="34198"/>
                </a:cubicBezTo>
                <a:cubicBezTo>
                  <a:pt x="12323" y="34678"/>
                  <a:pt x="12947" y="34919"/>
                  <a:pt x="13571" y="34919"/>
                </a:cubicBezTo>
                <a:cubicBezTo>
                  <a:pt x="14196" y="34919"/>
                  <a:pt x="14820" y="34678"/>
                  <a:pt x="15300" y="34198"/>
                </a:cubicBezTo>
                <a:lnTo>
                  <a:pt x="15364" y="34134"/>
                </a:lnTo>
                <a:cubicBezTo>
                  <a:pt x="15396" y="34294"/>
                  <a:pt x="15396" y="34454"/>
                  <a:pt x="15428" y="34614"/>
                </a:cubicBezTo>
                <a:lnTo>
                  <a:pt x="15396" y="34614"/>
                </a:lnTo>
                <a:cubicBezTo>
                  <a:pt x="14858" y="35075"/>
                  <a:pt x="14187" y="35308"/>
                  <a:pt x="13518" y="35308"/>
                </a:cubicBezTo>
                <a:cubicBezTo>
                  <a:pt x="12794" y="35308"/>
                  <a:pt x="12072" y="35035"/>
                  <a:pt x="11523" y="34486"/>
                </a:cubicBezTo>
                <a:cubicBezTo>
                  <a:pt x="11043" y="34006"/>
                  <a:pt x="10419" y="33766"/>
                  <a:pt x="9795" y="33766"/>
                </a:cubicBezTo>
                <a:cubicBezTo>
                  <a:pt x="9171" y="33766"/>
                  <a:pt x="8546" y="34006"/>
                  <a:pt x="8066" y="34486"/>
                </a:cubicBezTo>
                <a:cubicBezTo>
                  <a:pt x="7522" y="35047"/>
                  <a:pt x="6794" y="35327"/>
                  <a:pt x="6062" y="35327"/>
                </a:cubicBezTo>
                <a:cubicBezTo>
                  <a:pt x="5330" y="35327"/>
                  <a:pt x="4594" y="35047"/>
                  <a:pt x="4034" y="34486"/>
                </a:cubicBezTo>
                <a:cubicBezTo>
                  <a:pt x="3874" y="34326"/>
                  <a:pt x="3650" y="34166"/>
                  <a:pt x="3426" y="34070"/>
                </a:cubicBezTo>
                <a:lnTo>
                  <a:pt x="3426" y="33622"/>
                </a:lnTo>
                <a:cubicBezTo>
                  <a:pt x="3778" y="33750"/>
                  <a:pt x="4098" y="33942"/>
                  <a:pt x="4354" y="34198"/>
                </a:cubicBezTo>
                <a:cubicBezTo>
                  <a:pt x="4834" y="34678"/>
                  <a:pt x="5458" y="34919"/>
                  <a:pt x="6082" y="34919"/>
                </a:cubicBezTo>
                <a:cubicBezTo>
                  <a:pt x="6706" y="34919"/>
                  <a:pt x="7330" y="34678"/>
                  <a:pt x="7810" y="34198"/>
                </a:cubicBezTo>
                <a:cubicBezTo>
                  <a:pt x="8370" y="33638"/>
                  <a:pt x="9099" y="33358"/>
                  <a:pt x="9827" y="33358"/>
                </a:cubicBezTo>
                <a:close/>
                <a:moveTo>
                  <a:pt x="9807" y="34670"/>
                </a:moveTo>
                <a:cubicBezTo>
                  <a:pt x="10539" y="34670"/>
                  <a:pt x="11267" y="34951"/>
                  <a:pt x="11811" y="35511"/>
                </a:cubicBezTo>
                <a:cubicBezTo>
                  <a:pt x="12291" y="35991"/>
                  <a:pt x="12915" y="36231"/>
                  <a:pt x="13539" y="36231"/>
                </a:cubicBezTo>
                <a:cubicBezTo>
                  <a:pt x="14164" y="36231"/>
                  <a:pt x="14788" y="35991"/>
                  <a:pt x="15268" y="35511"/>
                </a:cubicBezTo>
                <a:cubicBezTo>
                  <a:pt x="15332" y="35447"/>
                  <a:pt x="15396" y="35415"/>
                  <a:pt x="15460" y="35383"/>
                </a:cubicBezTo>
                <a:cubicBezTo>
                  <a:pt x="15492" y="35543"/>
                  <a:pt x="15492" y="35735"/>
                  <a:pt x="15492" y="35895"/>
                </a:cubicBezTo>
                <a:lnTo>
                  <a:pt x="15460" y="35895"/>
                </a:lnTo>
                <a:cubicBezTo>
                  <a:pt x="14906" y="36387"/>
                  <a:pt x="14226" y="36628"/>
                  <a:pt x="13549" y="36628"/>
                </a:cubicBezTo>
                <a:cubicBezTo>
                  <a:pt x="12817" y="36628"/>
                  <a:pt x="12088" y="36347"/>
                  <a:pt x="11523" y="35799"/>
                </a:cubicBezTo>
                <a:cubicBezTo>
                  <a:pt x="11043" y="35319"/>
                  <a:pt x="10419" y="35079"/>
                  <a:pt x="9795" y="35079"/>
                </a:cubicBezTo>
                <a:cubicBezTo>
                  <a:pt x="9171" y="35079"/>
                  <a:pt x="8546" y="35319"/>
                  <a:pt x="8066" y="35799"/>
                </a:cubicBezTo>
                <a:cubicBezTo>
                  <a:pt x="7522" y="36359"/>
                  <a:pt x="6794" y="36639"/>
                  <a:pt x="6062" y="36639"/>
                </a:cubicBezTo>
                <a:cubicBezTo>
                  <a:pt x="5330" y="36639"/>
                  <a:pt x="4594" y="36359"/>
                  <a:pt x="4034" y="35799"/>
                </a:cubicBezTo>
                <a:cubicBezTo>
                  <a:pt x="3906" y="35671"/>
                  <a:pt x="3746" y="35543"/>
                  <a:pt x="3554" y="35447"/>
                </a:cubicBezTo>
                <a:cubicBezTo>
                  <a:pt x="3522" y="35287"/>
                  <a:pt x="3522" y="35127"/>
                  <a:pt x="3490" y="34967"/>
                </a:cubicBezTo>
                <a:lnTo>
                  <a:pt x="3490" y="34967"/>
                </a:lnTo>
                <a:cubicBezTo>
                  <a:pt x="3810" y="35095"/>
                  <a:pt x="4098" y="35287"/>
                  <a:pt x="4354" y="35511"/>
                </a:cubicBezTo>
                <a:cubicBezTo>
                  <a:pt x="4818" y="35991"/>
                  <a:pt x="5442" y="36231"/>
                  <a:pt x="6066" y="36231"/>
                </a:cubicBezTo>
                <a:cubicBezTo>
                  <a:pt x="6690" y="36231"/>
                  <a:pt x="7314" y="35991"/>
                  <a:pt x="7778" y="35511"/>
                </a:cubicBezTo>
                <a:cubicBezTo>
                  <a:pt x="8338" y="34951"/>
                  <a:pt x="9075" y="34670"/>
                  <a:pt x="9807" y="34670"/>
                </a:cubicBezTo>
                <a:close/>
                <a:moveTo>
                  <a:pt x="9815" y="35983"/>
                </a:moveTo>
                <a:cubicBezTo>
                  <a:pt x="10547" y="35983"/>
                  <a:pt x="11283" y="36263"/>
                  <a:pt x="11843" y="36823"/>
                </a:cubicBezTo>
                <a:cubicBezTo>
                  <a:pt x="12323" y="37287"/>
                  <a:pt x="12947" y="37519"/>
                  <a:pt x="13567" y="37519"/>
                </a:cubicBezTo>
                <a:cubicBezTo>
                  <a:pt x="14188" y="37519"/>
                  <a:pt x="14804" y="37287"/>
                  <a:pt x="15268" y="36823"/>
                </a:cubicBezTo>
                <a:cubicBezTo>
                  <a:pt x="15300" y="36791"/>
                  <a:pt x="15332" y="36759"/>
                  <a:pt x="15364" y="36759"/>
                </a:cubicBezTo>
                <a:cubicBezTo>
                  <a:pt x="15300" y="36983"/>
                  <a:pt x="15268" y="37207"/>
                  <a:pt x="15172" y="37431"/>
                </a:cubicBezTo>
                <a:lnTo>
                  <a:pt x="15172" y="37463"/>
                </a:lnTo>
                <a:cubicBezTo>
                  <a:pt x="14684" y="37797"/>
                  <a:pt x="14118" y="37962"/>
                  <a:pt x="13554" y="37962"/>
                </a:cubicBezTo>
                <a:cubicBezTo>
                  <a:pt x="12823" y="37962"/>
                  <a:pt x="12097" y="37685"/>
                  <a:pt x="11555" y="37143"/>
                </a:cubicBezTo>
                <a:cubicBezTo>
                  <a:pt x="11075" y="36663"/>
                  <a:pt x="10451" y="36423"/>
                  <a:pt x="9827" y="36423"/>
                </a:cubicBezTo>
                <a:cubicBezTo>
                  <a:pt x="9203" y="36423"/>
                  <a:pt x="8578" y="36663"/>
                  <a:pt x="8098" y="37143"/>
                </a:cubicBezTo>
                <a:cubicBezTo>
                  <a:pt x="7538" y="37703"/>
                  <a:pt x="6810" y="37983"/>
                  <a:pt x="6082" y="37983"/>
                </a:cubicBezTo>
                <a:cubicBezTo>
                  <a:pt x="5354" y="37983"/>
                  <a:pt x="4626" y="37703"/>
                  <a:pt x="4066" y="37143"/>
                </a:cubicBezTo>
                <a:cubicBezTo>
                  <a:pt x="4002" y="37079"/>
                  <a:pt x="3970" y="37047"/>
                  <a:pt x="3906" y="37015"/>
                </a:cubicBezTo>
                <a:cubicBezTo>
                  <a:pt x="3842" y="36823"/>
                  <a:pt x="3778" y="36631"/>
                  <a:pt x="3746" y="36407"/>
                </a:cubicBezTo>
                <a:lnTo>
                  <a:pt x="3746" y="36407"/>
                </a:lnTo>
                <a:cubicBezTo>
                  <a:pt x="3970" y="36503"/>
                  <a:pt x="4162" y="36631"/>
                  <a:pt x="4354" y="36823"/>
                </a:cubicBezTo>
                <a:cubicBezTo>
                  <a:pt x="4834" y="37287"/>
                  <a:pt x="5458" y="37519"/>
                  <a:pt x="6082" y="37519"/>
                </a:cubicBezTo>
                <a:cubicBezTo>
                  <a:pt x="6706" y="37519"/>
                  <a:pt x="7330" y="37287"/>
                  <a:pt x="7810" y="36823"/>
                </a:cubicBezTo>
                <a:cubicBezTo>
                  <a:pt x="8354" y="36263"/>
                  <a:pt x="9083" y="35983"/>
                  <a:pt x="9815" y="35983"/>
                </a:cubicBezTo>
                <a:close/>
                <a:moveTo>
                  <a:pt x="9795" y="37327"/>
                </a:moveTo>
                <a:cubicBezTo>
                  <a:pt x="10523" y="37327"/>
                  <a:pt x="11251" y="37607"/>
                  <a:pt x="11811" y="38167"/>
                </a:cubicBezTo>
                <a:cubicBezTo>
                  <a:pt x="12268" y="38624"/>
                  <a:pt x="12883" y="38865"/>
                  <a:pt x="13501" y="38865"/>
                </a:cubicBezTo>
                <a:cubicBezTo>
                  <a:pt x="13923" y="38865"/>
                  <a:pt x="14347" y="38753"/>
                  <a:pt x="14724" y="38519"/>
                </a:cubicBezTo>
                <a:lnTo>
                  <a:pt x="14724" y="38519"/>
                </a:lnTo>
                <a:cubicBezTo>
                  <a:pt x="14628" y="38743"/>
                  <a:pt x="14500" y="38935"/>
                  <a:pt x="14372" y="39127"/>
                </a:cubicBezTo>
                <a:cubicBezTo>
                  <a:pt x="14089" y="39218"/>
                  <a:pt x="13799" y="39263"/>
                  <a:pt x="13511" y="39263"/>
                </a:cubicBezTo>
                <a:cubicBezTo>
                  <a:pt x="12786" y="39263"/>
                  <a:pt x="12073" y="38982"/>
                  <a:pt x="11523" y="38455"/>
                </a:cubicBezTo>
                <a:cubicBezTo>
                  <a:pt x="11043" y="37975"/>
                  <a:pt x="10419" y="37735"/>
                  <a:pt x="9795" y="37735"/>
                </a:cubicBezTo>
                <a:cubicBezTo>
                  <a:pt x="9171" y="37735"/>
                  <a:pt x="8546" y="37975"/>
                  <a:pt x="8066" y="38455"/>
                </a:cubicBezTo>
                <a:cubicBezTo>
                  <a:pt x="7525" y="38996"/>
                  <a:pt x="6796" y="39286"/>
                  <a:pt x="6060" y="39286"/>
                </a:cubicBezTo>
                <a:cubicBezTo>
                  <a:pt x="5620" y="39286"/>
                  <a:pt x="5177" y="39183"/>
                  <a:pt x="4770" y="38967"/>
                </a:cubicBezTo>
                <a:cubicBezTo>
                  <a:pt x="4610" y="38711"/>
                  <a:pt x="4450" y="38455"/>
                  <a:pt x="4322" y="38167"/>
                </a:cubicBezTo>
                <a:lnTo>
                  <a:pt x="4322" y="38167"/>
                </a:lnTo>
                <a:cubicBezTo>
                  <a:pt x="4802" y="38647"/>
                  <a:pt x="5426" y="38887"/>
                  <a:pt x="6050" y="38887"/>
                </a:cubicBezTo>
                <a:cubicBezTo>
                  <a:pt x="6674" y="38887"/>
                  <a:pt x="7298" y="38647"/>
                  <a:pt x="7778" y="38167"/>
                </a:cubicBezTo>
                <a:cubicBezTo>
                  <a:pt x="8338" y="37607"/>
                  <a:pt x="9067" y="37327"/>
                  <a:pt x="9795" y="37327"/>
                </a:cubicBezTo>
                <a:close/>
                <a:moveTo>
                  <a:pt x="9807" y="38639"/>
                </a:moveTo>
                <a:cubicBezTo>
                  <a:pt x="10539" y="38639"/>
                  <a:pt x="11267" y="38919"/>
                  <a:pt x="11811" y="39479"/>
                </a:cubicBezTo>
                <a:cubicBezTo>
                  <a:pt x="12259" y="39895"/>
                  <a:pt x="12867" y="40151"/>
                  <a:pt x="13475" y="40151"/>
                </a:cubicBezTo>
                <a:cubicBezTo>
                  <a:pt x="13315" y="40280"/>
                  <a:pt x="13123" y="40408"/>
                  <a:pt x="12963" y="40536"/>
                </a:cubicBezTo>
                <a:lnTo>
                  <a:pt x="12931" y="40536"/>
                </a:lnTo>
                <a:cubicBezTo>
                  <a:pt x="12419" y="40440"/>
                  <a:pt x="11907" y="40151"/>
                  <a:pt x="11523" y="39799"/>
                </a:cubicBezTo>
                <a:cubicBezTo>
                  <a:pt x="11043" y="39319"/>
                  <a:pt x="10419" y="39079"/>
                  <a:pt x="9795" y="39079"/>
                </a:cubicBezTo>
                <a:cubicBezTo>
                  <a:pt x="9171" y="39079"/>
                  <a:pt x="8546" y="39319"/>
                  <a:pt x="8066" y="39799"/>
                </a:cubicBezTo>
                <a:cubicBezTo>
                  <a:pt x="7586" y="40247"/>
                  <a:pt x="6946" y="40536"/>
                  <a:pt x="6274" y="40600"/>
                </a:cubicBezTo>
                <a:cubicBezTo>
                  <a:pt x="6082" y="40440"/>
                  <a:pt x="5890" y="40280"/>
                  <a:pt x="5730" y="40119"/>
                </a:cubicBezTo>
                <a:lnTo>
                  <a:pt x="5730" y="40119"/>
                </a:lnTo>
                <a:cubicBezTo>
                  <a:pt x="5862" y="40141"/>
                  <a:pt x="5993" y="40152"/>
                  <a:pt x="6122" y="40152"/>
                </a:cubicBezTo>
                <a:cubicBezTo>
                  <a:pt x="6745" y="40152"/>
                  <a:pt x="7328" y="39904"/>
                  <a:pt x="7778" y="39479"/>
                </a:cubicBezTo>
                <a:cubicBezTo>
                  <a:pt x="8338" y="38919"/>
                  <a:pt x="9075" y="38639"/>
                  <a:pt x="9807" y="38639"/>
                </a:cubicBezTo>
                <a:close/>
                <a:moveTo>
                  <a:pt x="9807" y="39983"/>
                </a:moveTo>
                <a:cubicBezTo>
                  <a:pt x="10539" y="39983"/>
                  <a:pt x="11267" y="40264"/>
                  <a:pt x="11811" y="40824"/>
                </a:cubicBezTo>
                <a:cubicBezTo>
                  <a:pt x="11939" y="40888"/>
                  <a:pt x="12035" y="40952"/>
                  <a:pt x="12131" y="41016"/>
                </a:cubicBezTo>
                <a:cubicBezTo>
                  <a:pt x="12003" y="41112"/>
                  <a:pt x="11843" y="41144"/>
                  <a:pt x="11683" y="41208"/>
                </a:cubicBezTo>
                <a:cubicBezTo>
                  <a:pt x="11619" y="41176"/>
                  <a:pt x="11587" y="41112"/>
                  <a:pt x="11555" y="41080"/>
                </a:cubicBezTo>
                <a:lnTo>
                  <a:pt x="11523" y="41112"/>
                </a:lnTo>
                <a:cubicBezTo>
                  <a:pt x="11043" y="40632"/>
                  <a:pt x="10419" y="40392"/>
                  <a:pt x="9795" y="40392"/>
                </a:cubicBezTo>
                <a:cubicBezTo>
                  <a:pt x="9171" y="40392"/>
                  <a:pt x="8546" y="40632"/>
                  <a:pt x="8066" y="41112"/>
                </a:cubicBezTo>
                <a:cubicBezTo>
                  <a:pt x="8002" y="41176"/>
                  <a:pt x="7906" y="41240"/>
                  <a:pt x="7778" y="41304"/>
                </a:cubicBezTo>
                <a:cubicBezTo>
                  <a:pt x="7618" y="41272"/>
                  <a:pt x="7458" y="41208"/>
                  <a:pt x="7298" y="41176"/>
                </a:cubicBezTo>
                <a:cubicBezTo>
                  <a:pt x="7490" y="41080"/>
                  <a:pt x="7650" y="40952"/>
                  <a:pt x="7778" y="40824"/>
                </a:cubicBezTo>
                <a:cubicBezTo>
                  <a:pt x="8338" y="40264"/>
                  <a:pt x="9075" y="39983"/>
                  <a:pt x="9807" y="39983"/>
                </a:cubicBezTo>
                <a:close/>
                <a:moveTo>
                  <a:pt x="10286" y="1"/>
                </a:moveTo>
                <a:cubicBezTo>
                  <a:pt x="8274" y="1"/>
                  <a:pt x="6257" y="1109"/>
                  <a:pt x="4578" y="3089"/>
                </a:cubicBezTo>
                <a:cubicBezTo>
                  <a:pt x="1345" y="6897"/>
                  <a:pt x="1" y="12946"/>
                  <a:pt x="993" y="19284"/>
                </a:cubicBezTo>
                <a:cubicBezTo>
                  <a:pt x="1185" y="20564"/>
                  <a:pt x="1441" y="21780"/>
                  <a:pt x="1665" y="22932"/>
                </a:cubicBezTo>
                <a:cubicBezTo>
                  <a:pt x="2305" y="26069"/>
                  <a:pt x="2881" y="29045"/>
                  <a:pt x="2625" y="32534"/>
                </a:cubicBezTo>
                <a:cubicBezTo>
                  <a:pt x="2401" y="35799"/>
                  <a:pt x="3233" y="38679"/>
                  <a:pt x="4866" y="40440"/>
                </a:cubicBezTo>
                <a:cubicBezTo>
                  <a:pt x="6062" y="41728"/>
                  <a:pt x="7728" y="42428"/>
                  <a:pt x="9470" y="42428"/>
                </a:cubicBezTo>
                <a:cubicBezTo>
                  <a:pt x="9546" y="42428"/>
                  <a:pt x="9622" y="42427"/>
                  <a:pt x="9699" y="42424"/>
                </a:cubicBezTo>
                <a:cubicBezTo>
                  <a:pt x="11843" y="42424"/>
                  <a:pt x="13859" y="41368"/>
                  <a:pt x="15076" y="39575"/>
                </a:cubicBezTo>
                <a:cubicBezTo>
                  <a:pt x="16484" y="37495"/>
                  <a:pt x="16676" y="34742"/>
                  <a:pt x="15620" y="31958"/>
                </a:cubicBezTo>
                <a:cubicBezTo>
                  <a:pt x="13924" y="27573"/>
                  <a:pt x="14436" y="25653"/>
                  <a:pt x="16388" y="21332"/>
                </a:cubicBezTo>
                <a:cubicBezTo>
                  <a:pt x="19333" y="14835"/>
                  <a:pt x="18116" y="7665"/>
                  <a:pt x="15748" y="3761"/>
                </a:cubicBezTo>
                <a:cubicBezTo>
                  <a:pt x="14372" y="1456"/>
                  <a:pt x="12547" y="144"/>
                  <a:pt x="10691" y="16"/>
                </a:cubicBezTo>
                <a:cubicBezTo>
                  <a:pt x="10556" y="6"/>
                  <a:pt x="10421" y="1"/>
                  <a:pt x="10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42"/>
          <p:cNvSpPr/>
          <p:nvPr/>
        </p:nvSpPr>
        <p:spPr>
          <a:xfrm rot="2819522">
            <a:off x="1363770" y="3458497"/>
            <a:ext cx="276263" cy="606243"/>
          </a:xfrm>
          <a:custGeom>
            <a:avLst/>
            <a:gdLst/>
            <a:ahLst/>
            <a:cxnLst/>
            <a:rect l="l" t="t" r="r" b="b"/>
            <a:pathLst>
              <a:path w="19332" h="42423" extrusionOk="0">
                <a:moveTo>
                  <a:pt x="11042" y="1323"/>
                </a:moveTo>
                <a:lnTo>
                  <a:pt x="11042" y="1323"/>
                </a:lnTo>
                <a:cubicBezTo>
                  <a:pt x="11586" y="1547"/>
                  <a:pt x="12066" y="1835"/>
                  <a:pt x="12547" y="2155"/>
                </a:cubicBezTo>
                <a:cubicBezTo>
                  <a:pt x="12034" y="2027"/>
                  <a:pt x="11586" y="1803"/>
                  <a:pt x="11234" y="1451"/>
                </a:cubicBezTo>
                <a:cubicBezTo>
                  <a:pt x="11170" y="1387"/>
                  <a:pt x="11106" y="1387"/>
                  <a:pt x="11042" y="1323"/>
                </a:cubicBezTo>
                <a:close/>
                <a:moveTo>
                  <a:pt x="8962" y="843"/>
                </a:moveTo>
                <a:cubicBezTo>
                  <a:pt x="8514" y="939"/>
                  <a:pt x="8130" y="1131"/>
                  <a:pt x="7778" y="1451"/>
                </a:cubicBezTo>
                <a:cubicBezTo>
                  <a:pt x="7266" y="1963"/>
                  <a:pt x="6529" y="2251"/>
                  <a:pt x="5793" y="2251"/>
                </a:cubicBezTo>
                <a:cubicBezTo>
                  <a:pt x="5985" y="2091"/>
                  <a:pt x="6209" y="1899"/>
                  <a:pt x="6401" y="1739"/>
                </a:cubicBezTo>
                <a:lnTo>
                  <a:pt x="6401" y="1771"/>
                </a:lnTo>
                <a:cubicBezTo>
                  <a:pt x="6817" y="1643"/>
                  <a:pt x="7202" y="1451"/>
                  <a:pt x="7490" y="1163"/>
                </a:cubicBezTo>
                <a:lnTo>
                  <a:pt x="7554" y="1131"/>
                </a:lnTo>
                <a:cubicBezTo>
                  <a:pt x="7906" y="971"/>
                  <a:pt x="8322" y="875"/>
                  <a:pt x="8738" y="843"/>
                </a:cubicBezTo>
                <a:close/>
                <a:moveTo>
                  <a:pt x="9538" y="1635"/>
                </a:moveTo>
                <a:cubicBezTo>
                  <a:pt x="10266" y="1635"/>
                  <a:pt x="10994" y="1915"/>
                  <a:pt x="11554" y="2475"/>
                </a:cubicBezTo>
                <a:cubicBezTo>
                  <a:pt x="11999" y="2920"/>
                  <a:pt x="12614" y="3151"/>
                  <a:pt x="13243" y="3151"/>
                </a:cubicBezTo>
                <a:cubicBezTo>
                  <a:pt x="13384" y="3151"/>
                  <a:pt x="13526" y="3139"/>
                  <a:pt x="13667" y="3115"/>
                </a:cubicBezTo>
                <a:cubicBezTo>
                  <a:pt x="13827" y="3307"/>
                  <a:pt x="13987" y="3435"/>
                  <a:pt x="14179" y="3628"/>
                </a:cubicBezTo>
                <a:cubicBezTo>
                  <a:pt x="14403" y="3884"/>
                  <a:pt x="14563" y="4204"/>
                  <a:pt x="14787" y="4460"/>
                </a:cubicBezTo>
                <a:cubicBezTo>
                  <a:pt x="14320" y="4753"/>
                  <a:pt x="13791" y="4897"/>
                  <a:pt x="13267" y="4897"/>
                </a:cubicBezTo>
                <a:cubicBezTo>
                  <a:pt x="12533" y="4897"/>
                  <a:pt x="11807" y="4617"/>
                  <a:pt x="11266" y="4076"/>
                </a:cubicBezTo>
                <a:cubicBezTo>
                  <a:pt x="10786" y="3596"/>
                  <a:pt x="10162" y="3355"/>
                  <a:pt x="9538" y="3355"/>
                </a:cubicBezTo>
                <a:cubicBezTo>
                  <a:pt x="8914" y="3355"/>
                  <a:pt x="8290" y="3596"/>
                  <a:pt x="7810" y="4076"/>
                </a:cubicBezTo>
                <a:cubicBezTo>
                  <a:pt x="7267" y="4618"/>
                  <a:pt x="6552" y="4895"/>
                  <a:pt x="5830" y="4895"/>
                </a:cubicBezTo>
                <a:cubicBezTo>
                  <a:pt x="5273" y="4895"/>
                  <a:pt x="4713" y="4730"/>
                  <a:pt x="4225" y="4396"/>
                </a:cubicBezTo>
                <a:cubicBezTo>
                  <a:pt x="4257" y="4332"/>
                  <a:pt x="4289" y="4236"/>
                  <a:pt x="4321" y="4172"/>
                </a:cubicBezTo>
                <a:cubicBezTo>
                  <a:pt x="4577" y="3788"/>
                  <a:pt x="4833" y="3403"/>
                  <a:pt x="5121" y="3019"/>
                </a:cubicBezTo>
                <a:cubicBezTo>
                  <a:pt x="5364" y="3103"/>
                  <a:pt x="5615" y="3144"/>
                  <a:pt x="5865" y="3144"/>
                </a:cubicBezTo>
                <a:cubicBezTo>
                  <a:pt x="6471" y="3144"/>
                  <a:pt x="7068" y="2906"/>
                  <a:pt x="7522" y="2475"/>
                </a:cubicBezTo>
                <a:cubicBezTo>
                  <a:pt x="8082" y="1915"/>
                  <a:pt x="8810" y="1635"/>
                  <a:pt x="9538" y="1635"/>
                </a:cubicBezTo>
                <a:close/>
                <a:moveTo>
                  <a:pt x="9506" y="4292"/>
                </a:moveTo>
                <a:cubicBezTo>
                  <a:pt x="10234" y="4292"/>
                  <a:pt x="10962" y="4572"/>
                  <a:pt x="11522" y="5132"/>
                </a:cubicBezTo>
                <a:cubicBezTo>
                  <a:pt x="12002" y="5596"/>
                  <a:pt x="12627" y="5828"/>
                  <a:pt x="13251" y="5828"/>
                </a:cubicBezTo>
                <a:cubicBezTo>
                  <a:pt x="13875" y="5828"/>
                  <a:pt x="14499" y="5596"/>
                  <a:pt x="14979" y="5132"/>
                </a:cubicBezTo>
                <a:cubicBezTo>
                  <a:pt x="15043" y="5068"/>
                  <a:pt x="15075" y="5036"/>
                  <a:pt x="15139" y="5004"/>
                </a:cubicBezTo>
                <a:cubicBezTo>
                  <a:pt x="15395" y="5420"/>
                  <a:pt x="15651" y="5868"/>
                  <a:pt x="15875" y="6316"/>
                </a:cubicBezTo>
                <a:cubicBezTo>
                  <a:pt x="15651" y="6412"/>
                  <a:pt x="15459" y="6572"/>
                  <a:pt x="15267" y="6732"/>
                </a:cubicBezTo>
                <a:cubicBezTo>
                  <a:pt x="14707" y="7292"/>
                  <a:pt x="13979" y="7572"/>
                  <a:pt x="13251" y="7572"/>
                </a:cubicBezTo>
                <a:cubicBezTo>
                  <a:pt x="12523" y="7572"/>
                  <a:pt x="11794" y="7292"/>
                  <a:pt x="11234" y="6732"/>
                </a:cubicBezTo>
                <a:cubicBezTo>
                  <a:pt x="10754" y="6252"/>
                  <a:pt x="10130" y="6012"/>
                  <a:pt x="9506" y="6012"/>
                </a:cubicBezTo>
                <a:cubicBezTo>
                  <a:pt x="8882" y="6012"/>
                  <a:pt x="8258" y="6252"/>
                  <a:pt x="7778" y="6732"/>
                </a:cubicBezTo>
                <a:cubicBezTo>
                  <a:pt x="7218" y="7292"/>
                  <a:pt x="6489" y="7572"/>
                  <a:pt x="5761" y="7572"/>
                </a:cubicBezTo>
                <a:cubicBezTo>
                  <a:pt x="5033" y="7572"/>
                  <a:pt x="4305" y="7292"/>
                  <a:pt x="3745" y="6732"/>
                </a:cubicBezTo>
                <a:cubicBezTo>
                  <a:pt x="3617" y="6572"/>
                  <a:pt x="3425" y="6476"/>
                  <a:pt x="3265" y="6380"/>
                </a:cubicBezTo>
                <a:cubicBezTo>
                  <a:pt x="3425" y="5900"/>
                  <a:pt x="3649" y="5420"/>
                  <a:pt x="3873" y="4972"/>
                </a:cubicBezTo>
                <a:cubicBezTo>
                  <a:pt x="3937" y="5036"/>
                  <a:pt x="4001" y="5068"/>
                  <a:pt x="4033" y="5100"/>
                </a:cubicBezTo>
                <a:lnTo>
                  <a:pt x="4033" y="5132"/>
                </a:lnTo>
                <a:cubicBezTo>
                  <a:pt x="4513" y="5596"/>
                  <a:pt x="5137" y="5828"/>
                  <a:pt x="5761" y="5828"/>
                </a:cubicBezTo>
                <a:cubicBezTo>
                  <a:pt x="6385" y="5828"/>
                  <a:pt x="7009" y="5596"/>
                  <a:pt x="7490" y="5132"/>
                </a:cubicBezTo>
                <a:cubicBezTo>
                  <a:pt x="8050" y="4572"/>
                  <a:pt x="8778" y="4292"/>
                  <a:pt x="9506" y="4292"/>
                </a:cubicBezTo>
                <a:close/>
                <a:moveTo>
                  <a:pt x="9506" y="6916"/>
                </a:moveTo>
                <a:cubicBezTo>
                  <a:pt x="10234" y="6916"/>
                  <a:pt x="10962" y="7196"/>
                  <a:pt x="11522" y="7756"/>
                </a:cubicBezTo>
                <a:cubicBezTo>
                  <a:pt x="12002" y="8236"/>
                  <a:pt x="12627" y="8476"/>
                  <a:pt x="13251" y="8476"/>
                </a:cubicBezTo>
                <a:cubicBezTo>
                  <a:pt x="13875" y="8476"/>
                  <a:pt x="14499" y="8236"/>
                  <a:pt x="14979" y="7756"/>
                </a:cubicBezTo>
                <a:cubicBezTo>
                  <a:pt x="15331" y="7404"/>
                  <a:pt x="15779" y="7180"/>
                  <a:pt x="16227" y="7052"/>
                </a:cubicBezTo>
                <a:cubicBezTo>
                  <a:pt x="16483" y="7596"/>
                  <a:pt x="16675" y="8140"/>
                  <a:pt x="16867" y="8684"/>
                </a:cubicBezTo>
                <a:cubicBezTo>
                  <a:pt x="16259" y="8684"/>
                  <a:pt x="15683" y="8940"/>
                  <a:pt x="15267" y="9357"/>
                </a:cubicBezTo>
                <a:cubicBezTo>
                  <a:pt x="14707" y="9917"/>
                  <a:pt x="13979" y="10197"/>
                  <a:pt x="13251" y="10197"/>
                </a:cubicBezTo>
                <a:cubicBezTo>
                  <a:pt x="12523" y="10197"/>
                  <a:pt x="11794" y="9917"/>
                  <a:pt x="11234" y="9357"/>
                </a:cubicBezTo>
                <a:cubicBezTo>
                  <a:pt x="10754" y="8876"/>
                  <a:pt x="10130" y="8636"/>
                  <a:pt x="9506" y="8636"/>
                </a:cubicBezTo>
                <a:cubicBezTo>
                  <a:pt x="8882" y="8636"/>
                  <a:pt x="8258" y="8876"/>
                  <a:pt x="7778" y="9357"/>
                </a:cubicBezTo>
                <a:cubicBezTo>
                  <a:pt x="7218" y="9917"/>
                  <a:pt x="6489" y="10197"/>
                  <a:pt x="5761" y="10197"/>
                </a:cubicBezTo>
                <a:cubicBezTo>
                  <a:pt x="5033" y="10197"/>
                  <a:pt x="4305" y="9917"/>
                  <a:pt x="3745" y="9357"/>
                </a:cubicBezTo>
                <a:cubicBezTo>
                  <a:pt x="3425" y="9037"/>
                  <a:pt x="3009" y="8812"/>
                  <a:pt x="2561" y="8748"/>
                </a:cubicBezTo>
                <a:cubicBezTo>
                  <a:pt x="2689" y="8172"/>
                  <a:pt x="2817" y="7628"/>
                  <a:pt x="3009" y="7116"/>
                </a:cubicBezTo>
                <a:cubicBezTo>
                  <a:pt x="3393" y="7244"/>
                  <a:pt x="3745" y="7468"/>
                  <a:pt x="4033" y="7756"/>
                </a:cubicBezTo>
                <a:cubicBezTo>
                  <a:pt x="4513" y="8236"/>
                  <a:pt x="5137" y="8476"/>
                  <a:pt x="5761" y="8476"/>
                </a:cubicBezTo>
                <a:cubicBezTo>
                  <a:pt x="6385" y="8476"/>
                  <a:pt x="7009" y="8236"/>
                  <a:pt x="7490" y="7756"/>
                </a:cubicBezTo>
                <a:cubicBezTo>
                  <a:pt x="8050" y="7196"/>
                  <a:pt x="8778" y="6916"/>
                  <a:pt x="9506" y="6916"/>
                </a:cubicBezTo>
                <a:close/>
                <a:moveTo>
                  <a:pt x="9506" y="9573"/>
                </a:moveTo>
                <a:cubicBezTo>
                  <a:pt x="10234" y="9573"/>
                  <a:pt x="10962" y="9853"/>
                  <a:pt x="11522" y="10413"/>
                </a:cubicBezTo>
                <a:cubicBezTo>
                  <a:pt x="12002" y="10877"/>
                  <a:pt x="12627" y="11109"/>
                  <a:pt x="13251" y="11109"/>
                </a:cubicBezTo>
                <a:cubicBezTo>
                  <a:pt x="13875" y="11109"/>
                  <a:pt x="14499" y="10877"/>
                  <a:pt x="14979" y="10413"/>
                </a:cubicBezTo>
                <a:cubicBezTo>
                  <a:pt x="15502" y="9889"/>
                  <a:pt x="16184" y="9604"/>
                  <a:pt x="16880" y="9604"/>
                </a:cubicBezTo>
                <a:cubicBezTo>
                  <a:pt x="16951" y="9604"/>
                  <a:pt x="17021" y="9607"/>
                  <a:pt x="17091" y="9613"/>
                </a:cubicBezTo>
                <a:cubicBezTo>
                  <a:pt x="17251" y="10189"/>
                  <a:pt x="17411" y="10797"/>
                  <a:pt x="17507" y="11405"/>
                </a:cubicBezTo>
                <a:cubicBezTo>
                  <a:pt x="17321" y="11360"/>
                  <a:pt x="17133" y="11338"/>
                  <a:pt x="16947" y="11338"/>
                </a:cubicBezTo>
                <a:cubicBezTo>
                  <a:pt x="16332" y="11338"/>
                  <a:pt x="15734" y="11579"/>
                  <a:pt x="15267" y="12045"/>
                </a:cubicBezTo>
                <a:cubicBezTo>
                  <a:pt x="14723" y="12589"/>
                  <a:pt x="13995" y="12861"/>
                  <a:pt x="13263" y="12861"/>
                </a:cubicBezTo>
                <a:cubicBezTo>
                  <a:pt x="12531" y="12861"/>
                  <a:pt x="11794" y="12589"/>
                  <a:pt x="11234" y="12045"/>
                </a:cubicBezTo>
                <a:cubicBezTo>
                  <a:pt x="10754" y="11565"/>
                  <a:pt x="10130" y="11325"/>
                  <a:pt x="9510" y="11325"/>
                </a:cubicBezTo>
                <a:cubicBezTo>
                  <a:pt x="8890" y="11325"/>
                  <a:pt x="8274" y="11565"/>
                  <a:pt x="7810" y="12045"/>
                </a:cubicBezTo>
                <a:cubicBezTo>
                  <a:pt x="7250" y="12589"/>
                  <a:pt x="6513" y="12861"/>
                  <a:pt x="5777" y="12861"/>
                </a:cubicBezTo>
                <a:cubicBezTo>
                  <a:pt x="5041" y="12861"/>
                  <a:pt x="4305" y="12589"/>
                  <a:pt x="3745" y="12045"/>
                </a:cubicBezTo>
                <a:cubicBezTo>
                  <a:pt x="3329" y="11597"/>
                  <a:pt x="2753" y="11373"/>
                  <a:pt x="2145" y="11373"/>
                </a:cubicBezTo>
                <a:cubicBezTo>
                  <a:pt x="2177" y="10765"/>
                  <a:pt x="2241" y="10157"/>
                  <a:pt x="2369" y="9613"/>
                </a:cubicBezTo>
                <a:cubicBezTo>
                  <a:pt x="2977" y="9677"/>
                  <a:pt x="3585" y="9965"/>
                  <a:pt x="4033" y="10413"/>
                </a:cubicBezTo>
                <a:cubicBezTo>
                  <a:pt x="4513" y="10877"/>
                  <a:pt x="5137" y="11109"/>
                  <a:pt x="5761" y="11109"/>
                </a:cubicBezTo>
                <a:cubicBezTo>
                  <a:pt x="6385" y="11109"/>
                  <a:pt x="7009" y="10877"/>
                  <a:pt x="7490" y="10413"/>
                </a:cubicBezTo>
                <a:cubicBezTo>
                  <a:pt x="8050" y="9853"/>
                  <a:pt x="8778" y="9573"/>
                  <a:pt x="9506" y="9573"/>
                </a:cubicBezTo>
                <a:close/>
                <a:moveTo>
                  <a:pt x="9475" y="12213"/>
                </a:moveTo>
                <a:cubicBezTo>
                  <a:pt x="10213" y="12213"/>
                  <a:pt x="10954" y="12501"/>
                  <a:pt x="11522" y="13069"/>
                </a:cubicBezTo>
                <a:cubicBezTo>
                  <a:pt x="12002" y="13533"/>
                  <a:pt x="12627" y="13765"/>
                  <a:pt x="13251" y="13765"/>
                </a:cubicBezTo>
                <a:cubicBezTo>
                  <a:pt x="13875" y="13765"/>
                  <a:pt x="14499" y="13533"/>
                  <a:pt x="14979" y="13069"/>
                </a:cubicBezTo>
                <a:cubicBezTo>
                  <a:pt x="15513" y="12536"/>
                  <a:pt x="16212" y="12241"/>
                  <a:pt x="16937" y="12241"/>
                </a:cubicBezTo>
                <a:cubicBezTo>
                  <a:pt x="17169" y="12241"/>
                  <a:pt x="17403" y="12271"/>
                  <a:pt x="17636" y="12333"/>
                </a:cubicBezTo>
                <a:cubicBezTo>
                  <a:pt x="17700" y="12941"/>
                  <a:pt x="17764" y="13517"/>
                  <a:pt x="17796" y="14157"/>
                </a:cubicBezTo>
                <a:cubicBezTo>
                  <a:pt x="17520" y="14055"/>
                  <a:pt x="17231" y="14005"/>
                  <a:pt x="16944" y="14005"/>
                </a:cubicBezTo>
                <a:cubicBezTo>
                  <a:pt x="16331" y="14005"/>
                  <a:pt x="15725" y="14234"/>
                  <a:pt x="15267" y="14670"/>
                </a:cubicBezTo>
                <a:cubicBezTo>
                  <a:pt x="14707" y="15214"/>
                  <a:pt x="13979" y="15486"/>
                  <a:pt x="13251" y="15486"/>
                </a:cubicBezTo>
                <a:cubicBezTo>
                  <a:pt x="12523" y="15486"/>
                  <a:pt x="11794" y="15214"/>
                  <a:pt x="11234" y="14670"/>
                </a:cubicBezTo>
                <a:cubicBezTo>
                  <a:pt x="10754" y="14189"/>
                  <a:pt x="10130" y="13949"/>
                  <a:pt x="9506" y="13949"/>
                </a:cubicBezTo>
                <a:cubicBezTo>
                  <a:pt x="8882" y="13949"/>
                  <a:pt x="8258" y="14189"/>
                  <a:pt x="7778" y="14670"/>
                </a:cubicBezTo>
                <a:cubicBezTo>
                  <a:pt x="7234" y="15214"/>
                  <a:pt x="6505" y="15486"/>
                  <a:pt x="5773" y="15486"/>
                </a:cubicBezTo>
                <a:cubicBezTo>
                  <a:pt x="5041" y="15486"/>
                  <a:pt x="4305" y="15214"/>
                  <a:pt x="3745" y="14670"/>
                </a:cubicBezTo>
                <a:cubicBezTo>
                  <a:pt x="3322" y="14247"/>
                  <a:pt x="2756" y="13995"/>
                  <a:pt x="2156" y="13995"/>
                </a:cubicBezTo>
                <a:cubicBezTo>
                  <a:pt x="2120" y="13995"/>
                  <a:pt x="2084" y="13996"/>
                  <a:pt x="2049" y="13997"/>
                </a:cubicBezTo>
                <a:cubicBezTo>
                  <a:pt x="2049" y="13389"/>
                  <a:pt x="2049" y="12813"/>
                  <a:pt x="2081" y="12237"/>
                </a:cubicBezTo>
                <a:cubicBezTo>
                  <a:pt x="2817" y="12237"/>
                  <a:pt x="3521" y="12525"/>
                  <a:pt x="4033" y="13037"/>
                </a:cubicBezTo>
                <a:cubicBezTo>
                  <a:pt x="4513" y="13517"/>
                  <a:pt x="5137" y="13757"/>
                  <a:pt x="5761" y="13757"/>
                </a:cubicBezTo>
                <a:cubicBezTo>
                  <a:pt x="6385" y="13757"/>
                  <a:pt x="7009" y="13517"/>
                  <a:pt x="7490" y="13037"/>
                </a:cubicBezTo>
                <a:cubicBezTo>
                  <a:pt x="8042" y="12485"/>
                  <a:pt x="8757" y="12213"/>
                  <a:pt x="9475" y="12213"/>
                </a:cubicBezTo>
                <a:close/>
                <a:moveTo>
                  <a:pt x="9518" y="14854"/>
                </a:moveTo>
                <a:cubicBezTo>
                  <a:pt x="10250" y="14854"/>
                  <a:pt x="10978" y="15134"/>
                  <a:pt x="11522" y="15694"/>
                </a:cubicBezTo>
                <a:cubicBezTo>
                  <a:pt x="12002" y="16158"/>
                  <a:pt x="12627" y="16390"/>
                  <a:pt x="13251" y="16390"/>
                </a:cubicBezTo>
                <a:cubicBezTo>
                  <a:pt x="13875" y="16390"/>
                  <a:pt x="14499" y="16158"/>
                  <a:pt x="14979" y="15694"/>
                </a:cubicBezTo>
                <a:cubicBezTo>
                  <a:pt x="15504" y="15169"/>
                  <a:pt x="16223" y="14872"/>
                  <a:pt x="16953" y="14872"/>
                </a:cubicBezTo>
                <a:cubicBezTo>
                  <a:pt x="17247" y="14872"/>
                  <a:pt x="17542" y="14920"/>
                  <a:pt x="17828" y="15022"/>
                </a:cubicBezTo>
                <a:cubicBezTo>
                  <a:pt x="17828" y="15598"/>
                  <a:pt x="17828" y="16174"/>
                  <a:pt x="17764" y="16782"/>
                </a:cubicBezTo>
                <a:cubicBezTo>
                  <a:pt x="17488" y="16680"/>
                  <a:pt x="17203" y="16630"/>
                  <a:pt x="16920" y="16630"/>
                </a:cubicBezTo>
                <a:cubicBezTo>
                  <a:pt x="16316" y="16630"/>
                  <a:pt x="15725" y="16858"/>
                  <a:pt x="15267" y="17294"/>
                </a:cubicBezTo>
                <a:cubicBezTo>
                  <a:pt x="14707" y="17854"/>
                  <a:pt x="13979" y="18134"/>
                  <a:pt x="13251" y="18134"/>
                </a:cubicBezTo>
                <a:cubicBezTo>
                  <a:pt x="12523" y="18134"/>
                  <a:pt x="11794" y="17854"/>
                  <a:pt x="11234" y="17294"/>
                </a:cubicBezTo>
                <a:cubicBezTo>
                  <a:pt x="10754" y="16830"/>
                  <a:pt x="10130" y="16598"/>
                  <a:pt x="9506" y="16598"/>
                </a:cubicBezTo>
                <a:cubicBezTo>
                  <a:pt x="8882" y="16598"/>
                  <a:pt x="8258" y="16830"/>
                  <a:pt x="7778" y="17294"/>
                </a:cubicBezTo>
                <a:cubicBezTo>
                  <a:pt x="7234" y="17854"/>
                  <a:pt x="6505" y="18134"/>
                  <a:pt x="5773" y="18134"/>
                </a:cubicBezTo>
                <a:cubicBezTo>
                  <a:pt x="5041" y="18134"/>
                  <a:pt x="4305" y="17854"/>
                  <a:pt x="3745" y="17294"/>
                </a:cubicBezTo>
                <a:cubicBezTo>
                  <a:pt x="3393" y="16942"/>
                  <a:pt x="2881" y="16686"/>
                  <a:pt x="2369" y="16622"/>
                </a:cubicBezTo>
                <a:cubicBezTo>
                  <a:pt x="2273" y="16046"/>
                  <a:pt x="2209" y="15470"/>
                  <a:pt x="2145" y="14894"/>
                </a:cubicBezTo>
                <a:cubicBezTo>
                  <a:pt x="2849" y="14894"/>
                  <a:pt x="3553" y="15182"/>
                  <a:pt x="4065" y="15694"/>
                </a:cubicBezTo>
                <a:cubicBezTo>
                  <a:pt x="4529" y="16158"/>
                  <a:pt x="5145" y="16390"/>
                  <a:pt x="5765" y="16390"/>
                </a:cubicBezTo>
                <a:cubicBezTo>
                  <a:pt x="6385" y="16390"/>
                  <a:pt x="7009" y="16158"/>
                  <a:pt x="7490" y="15694"/>
                </a:cubicBezTo>
                <a:cubicBezTo>
                  <a:pt x="8050" y="15134"/>
                  <a:pt x="8786" y="14854"/>
                  <a:pt x="9518" y="14854"/>
                </a:cubicBezTo>
                <a:close/>
                <a:moveTo>
                  <a:pt x="9518" y="17478"/>
                </a:moveTo>
                <a:cubicBezTo>
                  <a:pt x="10250" y="17478"/>
                  <a:pt x="10978" y="17758"/>
                  <a:pt x="11522" y="18318"/>
                </a:cubicBezTo>
                <a:cubicBezTo>
                  <a:pt x="12002" y="18798"/>
                  <a:pt x="12627" y="19038"/>
                  <a:pt x="13251" y="19038"/>
                </a:cubicBezTo>
                <a:cubicBezTo>
                  <a:pt x="13875" y="19038"/>
                  <a:pt x="14499" y="18798"/>
                  <a:pt x="14979" y="18318"/>
                </a:cubicBezTo>
                <a:cubicBezTo>
                  <a:pt x="15504" y="17793"/>
                  <a:pt x="16208" y="17517"/>
                  <a:pt x="16943" y="17517"/>
                </a:cubicBezTo>
                <a:cubicBezTo>
                  <a:pt x="17193" y="17517"/>
                  <a:pt x="17447" y="17549"/>
                  <a:pt x="17700" y="17614"/>
                </a:cubicBezTo>
                <a:cubicBezTo>
                  <a:pt x="17636" y="18094"/>
                  <a:pt x="17604" y="18606"/>
                  <a:pt x="17507" y="19118"/>
                </a:cubicBezTo>
                <a:cubicBezTo>
                  <a:pt x="17539" y="19182"/>
                  <a:pt x="17507" y="19246"/>
                  <a:pt x="17475" y="19310"/>
                </a:cubicBezTo>
                <a:cubicBezTo>
                  <a:pt x="17298" y="19268"/>
                  <a:pt x="17120" y="19247"/>
                  <a:pt x="16943" y="19247"/>
                </a:cubicBezTo>
                <a:cubicBezTo>
                  <a:pt x="16320" y="19247"/>
                  <a:pt x="15716" y="19502"/>
                  <a:pt x="15267" y="19951"/>
                </a:cubicBezTo>
                <a:cubicBezTo>
                  <a:pt x="14707" y="20511"/>
                  <a:pt x="13979" y="20791"/>
                  <a:pt x="13251" y="20791"/>
                </a:cubicBezTo>
                <a:cubicBezTo>
                  <a:pt x="12523" y="20791"/>
                  <a:pt x="11794" y="20511"/>
                  <a:pt x="11234" y="19951"/>
                </a:cubicBezTo>
                <a:cubicBezTo>
                  <a:pt x="10754" y="19470"/>
                  <a:pt x="10130" y="19230"/>
                  <a:pt x="9506" y="19230"/>
                </a:cubicBezTo>
                <a:cubicBezTo>
                  <a:pt x="8882" y="19230"/>
                  <a:pt x="8258" y="19470"/>
                  <a:pt x="7778" y="19951"/>
                </a:cubicBezTo>
                <a:cubicBezTo>
                  <a:pt x="7234" y="20511"/>
                  <a:pt x="6505" y="20791"/>
                  <a:pt x="5773" y="20791"/>
                </a:cubicBezTo>
                <a:cubicBezTo>
                  <a:pt x="5041" y="20791"/>
                  <a:pt x="4305" y="20511"/>
                  <a:pt x="3745" y="19951"/>
                </a:cubicBezTo>
                <a:cubicBezTo>
                  <a:pt x="3585" y="19758"/>
                  <a:pt x="3361" y="19630"/>
                  <a:pt x="3137" y="19534"/>
                </a:cubicBezTo>
                <a:cubicBezTo>
                  <a:pt x="2913" y="18894"/>
                  <a:pt x="2721" y="18222"/>
                  <a:pt x="2561" y="17550"/>
                </a:cubicBezTo>
                <a:lnTo>
                  <a:pt x="2561" y="17550"/>
                </a:lnTo>
                <a:cubicBezTo>
                  <a:pt x="3137" y="17646"/>
                  <a:pt x="3649" y="17902"/>
                  <a:pt x="4065" y="18318"/>
                </a:cubicBezTo>
                <a:cubicBezTo>
                  <a:pt x="4529" y="18798"/>
                  <a:pt x="5145" y="19038"/>
                  <a:pt x="5765" y="19038"/>
                </a:cubicBezTo>
                <a:cubicBezTo>
                  <a:pt x="6385" y="19038"/>
                  <a:pt x="7009" y="18798"/>
                  <a:pt x="7490" y="18318"/>
                </a:cubicBezTo>
                <a:cubicBezTo>
                  <a:pt x="8050" y="17758"/>
                  <a:pt x="8786" y="17478"/>
                  <a:pt x="9518" y="17478"/>
                </a:cubicBezTo>
                <a:close/>
                <a:moveTo>
                  <a:pt x="9506" y="20135"/>
                </a:moveTo>
                <a:cubicBezTo>
                  <a:pt x="10234" y="20135"/>
                  <a:pt x="10962" y="20415"/>
                  <a:pt x="11522" y="20975"/>
                </a:cubicBezTo>
                <a:cubicBezTo>
                  <a:pt x="12002" y="21439"/>
                  <a:pt x="12627" y="21671"/>
                  <a:pt x="13251" y="21671"/>
                </a:cubicBezTo>
                <a:cubicBezTo>
                  <a:pt x="13875" y="21671"/>
                  <a:pt x="14499" y="21439"/>
                  <a:pt x="14979" y="20975"/>
                </a:cubicBezTo>
                <a:cubicBezTo>
                  <a:pt x="15492" y="20434"/>
                  <a:pt x="16188" y="20145"/>
                  <a:pt x="16913" y="20145"/>
                </a:cubicBezTo>
                <a:cubicBezTo>
                  <a:pt x="17046" y="20145"/>
                  <a:pt x="17181" y="20155"/>
                  <a:pt x="17315" y="20175"/>
                </a:cubicBezTo>
                <a:cubicBezTo>
                  <a:pt x="17219" y="20751"/>
                  <a:pt x="17123" y="21327"/>
                  <a:pt x="16995" y="21903"/>
                </a:cubicBezTo>
                <a:cubicBezTo>
                  <a:pt x="16955" y="21901"/>
                  <a:pt x="16915" y="21900"/>
                  <a:pt x="16875" y="21900"/>
                </a:cubicBezTo>
                <a:cubicBezTo>
                  <a:pt x="16276" y="21900"/>
                  <a:pt x="15687" y="22125"/>
                  <a:pt x="15267" y="22575"/>
                </a:cubicBezTo>
                <a:cubicBezTo>
                  <a:pt x="14707" y="23119"/>
                  <a:pt x="13979" y="23391"/>
                  <a:pt x="13251" y="23391"/>
                </a:cubicBezTo>
                <a:cubicBezTo>
                  <a:pt x="12523" y="23391"/>
                  <a:pt x="11794" y="23119"/>
                  <a:pt x="11234" y="22575"/>
                </a:cubicBezTo>
                <a:cubicBezTo>
                  <a:pt x="10754" y="22095"/>
                  <a:pt x="10130" y="21855"/>
                  <a:pt x="9506" y="21855"/>
                </a:cubicBezTo>
                <a:cubicBezTo>
                  <a:pt x="8882" y="21855"/>
                  <a:pt x="8258" y="22095"/>
                  <a:pt x="7778" y="22575"/>
                </a:cubicBezTo>
                <a:cubicBezTo>
                  <a:pt x="7255" y="23078"/>
                  <a:pt x="6554" y="23353"/>
                  <a:pt x="5836" y="23353"/>
                </a:cubicBezTo>
                <a:cubicBezTo>
                  <a:pt x="5412" y="23353"/>
                  <a:pt x="4981" y="23257"/>
                  <a:pt x="4577" y="23055"/>
                </a:cubicBezTo>
                <a:cubicBezTo>
                  <a:pt x="4321" y="22415"/>
                  <a:pt x="4033" y="21743"/>
                  <a:pt x="3713" y="20975"/>
                </a:cubicBezTo>
                <a:cubicBezTo>
                  <a:pt x="3617" y="20847"/>
                  <a:pt x="3585" y="20719"/>
                  <a:pt x="3521" y="20559"/>
                </a:cubicBezTo>
                <a:lnTo>
                  <a:pt x="3521" y="20559"/>
                </a:lnTo>
                <a:cubicBezTo>
                  <a:pt x="3713" y="20687"/>
                  <a:pt x="3873" y="20815"/>
                  <a:pt x="4033" y="20975"/>
                </a:cubicBezTo>
                <a:cubicBezTo>
                  <a:pt x="4513" y="21439"/>
                  <a:pt x="5137" y="21671"/>
                  <a:pt x="5761" y="21671"/>
                </a:cubicBezTo>
                <a:cubicBezTo>
                  <a:pt x="6385" y="21671"/>
                  <a:pt x="7009" y="21439"/>
                  <a:pt x="7490" y="20975"/>
                </a:cubicBezTo>
                <a:cubicBezTo>
                  <a:pt x="8050" y="20415"/>
                  <a:pt x="8778" y="20135"/>
                  <a:pt x="9506" y="20135"/>
                </a:cubicBezTo>
                <a:close/>
                <a:moveTo>
                  <a:pt x="9506" y="22791"/>
                </a:moveTo>
                <a:cubicBezTo>
                  <a:pt x="10234" y="22791"/>
                  <a:pt x="10962" y="23071"/>
                  <a:pt x="11522" y="23631"/>
                </a:cubicBezTo>
                <a:cubicBezTo>
                  <a:pt x="12002" y="24095"/>
                  <a:pt x="12627" y="24327"/>
                  <a:pt x="13251" y="24327"/>
                </a:cubicBezTo>
                <a:cubicBezTo>
                  <a:pt x="13875" y="24327"/>
                  <a:pt x="14499" y="24095"/>
                  <a:pt x="14979" y="23631"/>
                </a:cubicBezTo>
                <a:cubicBezTo>
                  <a:pt x="15459" y="23119"/>
                  <a:pt x="16131" y="22831"/>
                  <a:pt x="16835" y="22831"/>
                </a:cubicBezTo>
                <a:cubicBezTo>
                  <a:pt x="16707" y="23439"/>
                  <a:pt x="16579" y="24015"/>
                  <a:pt x="16483" y="24623"/>
                </a:cubicBezTo>
                <a:cubicBezTo>
                  <a:pt x="16035" y="24719"/>
                  <a:pt x="15619" y="24911"/>
                  <a:pt x="15267" y="25231"/>
                </a:cubicBezTo>
                <a:cubicBezTo>
                  <a:pt x="14707" y="25792"/>
                  <a:pt x="13979" y="26072"/>
                  <a:pt x="13251" y="26072"/>
                </a:cubicBezTo>
                <a:cubicBezTo>
                  <a:pt x="12523" y="26072"/>
                  <a:pt x="11794" y="25792"/>
                  <a:pt x="11234" y="25231"/>
                </a:cubicBezTo>
                <a:cubicBezTo>
                  <a:pt x="10754" y="24751"/>
                  <a:pt x="10130" y="24511"/>
                  <a:pt x="9506" y="24511"/>
                </a:cubicBezTo>
                <a:cubicBezTo>
                  <a:pt x="8882" y="24511"/>
                  <a:pt x="8258" y="24751"/>
                  <a:pt x="7778" y="25231"/>
                </a:cubicBezTo>
                <a:cubicBezTo>
                  <a:pt x="7238" y="25744"/>
                  <a:pt x="6539" y="26030"/>
                  <a:pt x="5815" y="26030"/>
                </a:cubicBezTo>
                <a:cubicBezTo>
                  <a:pt x="5680" y="26030"/>
                  <a:pt x="5545" y="26020"/>
                  <a:pt x="5409" y="26000"/>
                </a:cubicBezTo>
                <a:cubicBezTo>
                  <a:pt x="5313" y="25360"/>
                  <a:pt x="5153" y="24719"/>
                  <a:pt x="4929" y="24111"/>
                </a:cubicBezTo>
                <a:lnTo>
                  <a:pt x="4929" y="24111"/>
                </a:lnTo>
                <a:cubicBezTo>
                  <a:pt x="5217" y="24229"/>
                  <a:pt x="5523" y="24286"/>
                  <a:pt x="5828" y="24286"/>
                </a:cubicBezTo>
                <a:cubicBezTo>
                  <a:pt x="6437" y="24286"/>
                  <a:pt x="7042" y="24058"/>
                  <a:pt x="7490" y="23631"/>
                </a:cubicBezTo>
                <a:cubicBezTo>
                  <a:pt x="8050" y="23071"/>
                  <a:pt x="8778" y="22791"/>
                  <a:pt x="9506" y="22791"/>
                </a:cubicBezTo>
                <a:close/>
                <a:moveTo>
                  <a:pt x="9522" y="25440"/>
                </a:moveTo>
                <a:cubicBezTo>
                  <a:pt x="10242" y="25440"/>
                  <a:pt x="10962" y="25712"/>
                  <a:pt x="11522" y="26256"/>
                </a:cubicBezTo>
                <a:cubicBezTo>
                  <a:pt x="12002" y="26736"/>
                  <a:pt x="12627" y="26976"/>
                  <a:pt x="13251" y="26976"/>
                </a:cubicBezTo>
                <a:cubicBezTo>
                  <a:pt x="13875" y="26976"/>
                  <a:pt x="14499" y="26736"/>
                  <a:pt x="14979" y="26256"/>
                </a:cubicBezTo>
                <a:cubicBezTo>
                  <a:pt x="15363" y="25904"/>
                  <a:pt x="15811" y="25648"/>
                  <a:pt x="16323" y="25552"/>
                </a:cubicBezTo>
                <a:lnTo>
                  <a:pt x="16323" y="25552"/>
                </a:lnTo>
                <a:cubicBezTo>
                  <a:pt x="16227" y="26160"/>
                  <a:pt x="16131" y="26768"/>
                  <a:pt x="16035" y="27408"/>
                </a:cubicBezTo>
                <a:cubicBezTo>
                  <a:pt x="15747" y="27504"/>
                  <a:pt x="15491" y="27664"/>
                  <a:pt x="15267" y="27856"/>
                </a:cubicBezTo>
                <a:lnTo>
                  <a:pt x="15267" y="27888"/>
                </a:lnTo>
                <a:cubicBezTo>
                  <a:pt x="14707" y="28432"/>
                  <a:pt x="13979" y="28704"/>
                  <a:pt x="13251" y="28704"/>
                </a:cubicBezTo>
                <a:cubicBezTo>
                  <a:pt x="12523" y="28704"/>
                  <a:pt x="11794" y="28432"/>
                  <a:pt x="11234" y="27888"/>
                </a:cubicBezTo>
                <a:cubicBezTo>
                  <a:pt x="10754" y="27408"/>
                  <a:pt x="10130" y="27168"/>
                  <a:pt x="9506" y="27168"/>
                </a:cubicBezTo>
                <a:cubicBezTo>
                  <a:pt x="8882" y="27168"/>
                  <a:pt x="8258" y="27408"/>
                  <a:pt x="7778" y="27888"/>
                </a:cubicBezTo>
                <a:cubicBezTo>
                  <a:pt x="7246" y="28419"/>
                  <a:pt x="6520" y="28706"/>
                  <a:pt x="5768" y="28706"/>
                </a:cubicBezTo>
                <a:cubicBezTo>
                  <a:pt x="5660" y="28706"/>
                  <a:pt x="5550" y="28700"/>
                  <a:pt x="5441" y="28688"/>
                </a:cubicBezTo>
                <a:cubicBezTo>
                  <a:pt x="5537" y="28080"/>
                  <a:pt x="5537" y="27504"/>
                  <a:pt x="5505" y="26928"/>
                </a:cubicBezTo>
                <a:lnTo>
                  <a:pt x="5505" y="26928"/>
                </a:lnTo>
                <a:cubicBezTo>
                  <a:pt x="5608" y="26941"/>
                  <a:pt x="5710" y="26948"/>
                  <a:pt x="5813" y="26948"/>
                </a:cubicBezTo>
                <a:cubicBezTo>
                  <a:pt x="6450" y="26948"/>
                  <a:pt x="7081" y="26697"/>
                  <a:pt x="7522" y="26256"/>
                </a:cubicBezTo>
                <a:cubicBezTo>
                  <a:pt x="8082" y="25712"/>
                  <a:pt x="8802" y="25440"/>
                  <a:pt x="9522" y="25440"/>
                </a:cubicBezTo>
                <a:close/>
                <a:moveTo>
                  <a:pt x="9506" y="28072"/>
                </a:moveTo>
                <a:cubicBezTo>
                  <a:pt x="10234" y="28072"/>
                  <a:pt x="10962" y="28352"/>
                  <a:pt x="11522" y="28912"/>
                </a:cubicBezTo>
                <a:cubicBezTo>
                  <a:pt x="12002" y="29376"/>
                  <a:pt x="12627" y="29608"/>
                  <a:pt x="13251" y="29608"/>
                </a:cubicBezTo>
                <a:cubicBezTo>
                  <a:pt x="13875" y="29608"/>
                  <a:pt x="14499" y="29376"/>
                  <a:pt x="14979" y="28912"/>
                </a:cubicBezTo>
                <a:cubicBezTo>
                  <a:pt x="15235" y="28624"/>
                  <a:pt x="15587" y="28432"/>
                  <a:pt x="15971" y="28304"/>
                </a:cubicBezTo>
                <a:lnTo>
                  <a:pt x="15971" y="28304"/>
                </a:lnTo>
                <a:cubicBezTo>
                  <a:pt x="15939" y="28464"/>
                  <a:pt x="15939" y="28624"/>
                  <a:pt x="15907" y="28784"/>
                </a:cubicBezTo>
                <a:cubicBezTo>
                  <a:pt x="15683" y="28880"/>
                  <a:pt x="15459" y="29008"/>
                  <a:pt x="15267" y="29200"/>
                </a:cubicBezTo>
                <a:cubicBezTo>
                  <a:pt x="14707" y="29760"/>
                  <a:pt x="13979" y="30040"/>
                  <a:pt x="13251" y="30040"/>
                </a:cubicBezTo>
                <a:cubicBezTo>
                  <a:pt x="12523" y="30040"/>
                  <a:pt x="11794" y="29760"/>
                  <a:pt x="11234" y="29200"/>
                </a:cubicBezTo>
                <a:cubicBezTo>
                  <a:pt x="10754" y="28720"/>
                  <a:pt x="10130" y="28480"/>
                  <a:pt x="9506" y="28480"/>
                </a:cubicBezTo>
                <a:cubicBezTo>
                  <a:pt x="8882" y="28480"/>
                  <a:pt x="8258" y="28720"/>
                  <a:pt x="7778" y="29200"/>
                </a:cubicBezTo>
                <a:cubicBezTo>
                  <a:pt x="7257" y="29721"/>
                  <a:pt x="6563" y="30011"/>
                  <a:pt x="5845" y="30011"/>
                </a:cubicBezTo>
                <a:cubicBezTo>
                  <a:pt x="5637" y="30011"/>
                  <a:pt x="5426" y="29987"/>
                  <a:pt x="5217" y="29936"/>
                </a:cubicBezTo>
                <a:cubicBezTo>
                  <a:pt x="5249" y="29808"/>
                  <a:pt x="5281" y="29680"/>
                  <a:pt x="5313" y="29552"/>
                </a:cubicBezTo>
                <a:cubicBezTo>
                  <a:pt x="5466" y="29584"/>
                  <a:pt x="5620" y="29599"/>
                  <a:pt x="5775" y="29599"/>
                </a:cubicBezTo>
                <a:cubicBezTo>
                  <a:pt x="6401" y="29599"/>
                  <a:pt x="7028" y="29348"/>
                  <a:pt x="7490" y="28912"/>
                </a:cubicBezTo>
                <a:cubicBezTo>
                  <a:pt x="8050" y="28352"/>
                  <a:pt x="8778" y="28072"/>
                  <a:pt x="9506" y="28072"/>
                </a:cubicBezTo>
                <a:close/>
                <a:moveTo>
                  <a:pt x="9506" y="29416"/>
                </a:moveTo>
                <a:cubicBezTo>
                  <a:pt x="10234" y="29416"/>
                  <a:pt x="10962" y="29696"/>
                  <a:pt x="11522" y="30256"/>
                </a:cubicBezTo>
                <a:cubicBezTo>
                  <a:pt x="12002" y="30721"/>
                  <a:pt x="12627" y="30953"/>
                  <a:pt x="13251" y="30953"/>
                </a:cubicBezTo>
                <a:cubicBezTo>
                  <a:pt x="13875" y="30953"/>
                  <a:pt x="14499" y="30721"/>
                  <a:pt x="14979" y="30256"/>
                </a:cubicBezTo>
                <a:cubicBezTo>
                  <a:pt x="15203" y="30000"/>
                  <a:pt x="15523" y="29808"/>
                  <a:pt x="15843" y="29680"/>
                </a:cubicBezTo>
                <a:cubicBezTo>
                  <a:pt x="15843" y="29808"/>
                  <a:pt x="15843" y="29968"/>
                  <a:pt x="15843" y="30128"/>
                </a:cubicBezTo>
                <a:lnTo>
                  <a:pt x="15811" y="30128"/>
                </a:lnTo>
                <a:cubicBezTo>
                  <a:pt x="15619" y="30224"/>
                  <a:pt x="15427" y="30352"/>
                  <a:pt x="15267" y="30544"/>
                </a:cubicBezTo>
                <a:cubicBezTo>
                  <a:pt x="14707" y="31089"/>
                  <a:pt x="13979" y="31361"/>
                  <a:pt x="13251" y="31361"/>
                </a:cubicBezTo>
                <a:cubicBezTo>
                  <a:pt x="12523" y="31361"/>
                  <a:pt x="11794" y="31089"/>
                  <a:pt x="11234" y="30544"/>
                </a:cubicBezTo>
                <a:cubicBezTo>
                  <a:pt x="10754" y="30064"/>
                  <a:pt x="10130" y="29824"/>
                  <a:pt x="9506" y="29824"/>
                </a:cubicBezTo>
                <a:cubicBezTo>
                  <a:pt x="8882" y="29824"/>
                  <a:pt x="8258" y="30064"/>
                  <a:pt x="7778" y="30544"/>
                </a:cubicBezTo>
                <a:cubicBezTo>
                  <a:pt x="7249" y="31051"/>
                  <a:pt x="6539" y="31330"/>
                  <a:pt x="5825" y="31330"/>
                </a:cubicBezTo>
                <a:cubicBezTo>
                  <a:pt x="5500" y="31330"/>
                  <a:pt x="5175" y="31272"/>
                  <a:pt x="4865" y="31153"/>
                </a:cubicBezTo>
                <a:cubicBezTo>
                  <a:pt x="4897" y="31025"/>
                  <a:pt x="4961" y="30897"/>
                  <a:pt x="4993" y="30769"/>
                </a:cubicBezTo>
                <a:cubicBezTo>
                  <a:pt x="5269" y="30871"/>
                  <a:pt x="5554" y="30921"/>
                  <a:pt x="5837" y="30921"/>
                </a:cubicBezTo>
                <a:cubicBezTo>
                  <a:pt x="6440" y="30921"/>
                  <a:pt x="7032" y="30692"/>
                  <a:pt x="7490" y="30256"/>
                </a:cubicBezTo>
                <a:cubicBezTo>
                  <a:pt x="8050" y="29696"/>
                  <a:pt x="8778" y="29416"/>
                  <a:pt x="9506" y="29416"/>
                </a:cubicBezTo>
                <a:close/>
                <a:moveTo>
                  <a:pt x="9518" y="30721"/>
                </a:moveTo>
                <a:cubicBezTo>
                  <a:pt x="10250" y="30721"/>
                  <a:pt x="10978" y="30993"/>
                  <a:pt x="11522" y="31537"/>
                </a:cubicBezTo>
                <a:cubicBezTo>
                  <a:pt x="12002" y="32017"/>
                  <a:pt x="12627" y="32257"/>
                  <a:pt x="13251" y="32257"/>
                </a:cubicBezTo>
                <a:cubicBezTo>
                  <a:pt x="13875" y="32257"/>
                  <a:pt x="14499" y="32017"/>
                  <a:pt x="14979" y="31537"/>
                </a:cubicBezTo>
                <a:cubicBezTo>
                  <a:pt x="15235" y="31313"/>
                  <a:pt x="15523" y="31121"/>
                  <a:pt x="15843" y="30993"/>
                </a:cubicBezTo>
                <a:lnTo>
                  <a:pt x="15843" y="31441"/>
                </a:lnTo>
                <a:cubicBezTo>
                  <a:pt x="15651" y="31537"/>
                  <a:pt x="15427" y="31665"/>
                  <a:pt x="15267" y="31857"/>
                </a:cubicBezTo>
                <a:cubicBezTo>
                  <a:pt x="14707" y="32401"/>
                  <a:pt x="13979" y="32673"/>
                  <a:pt x="13251" y="32673"/>
                </a:cubicBezTo>
                <a:cubicBezTo>
                  <a:pt x="12523" y="32673"/>
                  <a:pt x="11794" y="32401"/>
                  <a:pt x="11234" y="31857"/>
                </a:cubicBezTo>
                <a:cubicBezTo>
                  <a:pt x="10754" y="31377"/>
                  <a:pt x="10130" y="31137"/>
                  <a:pt x="9506" y="31137"/>
                </a:cubicBezTo>
                <a:cubicBezTo>
                  <a:pt x="8882" y="31137"/>
                  <a:pt x="8258" y="31377"/>
                  <a:pt x="7778" y="31857"/>
                </a:cubicBezTo>
                <a:cubicBezTo>
                  <a:pt x="7253" y="32382"/>
                  <a:pt x="6538" y="32659"/>
                  <a:pt x="5822" y="32659"/>
                </a:cubicBezTo>
                <a:cubicBezTo>
                  <a:pt x="5359" y="32659"/>
                  <a:pt x="4895" y="32543"/>
                  <a:pt x="4481" y="32305"/>
                </a:cubicBezTo>
                <a:cubicBezTo>
                  <a:pt x="4545" y="32145"/>
                  <a:pt x="4577" y="32017"/>
                  <a:pt x="4609" y="31857"/>
                </a:cubicBezTo>
                <a:lnTo>
                  <a:pt x="4609" y="31889"/>
                </a:lnTo>
                <a:cubicBezTo>
                  <a:pt x="4988" y="32111"/>
                  <a:pt x="5411" y="32221"/>
                  <a:pt x="5830" y="32221"/>
                </a:cubicBezTo>
                <a:cubicBezTo>
                  <a:pt x="6436" y="32221"/>
                  <a:pt x="7035" y="31991"/>
                  <a:pt x="7490" y="31537"/>
                </a:cubicBezTo>
                <a:cubicBezTo>
                  <a:pt x="8050" y="30993"/>
                  <a:pt x="8786" y="30721"/>
                  <a:pt x="9518" y="30721"/>
                </a:cubicBezTo>
                <a:close/>
                <a:moveTo>
                  <a:pt x="9518" y="32041"/>
                </a:moveTo>
                <a:cubicBezTo>
                  <a:pt x="10250" y="32041"/>
                  <a:pt x="10978" y="32321"/>
                  <a:pt x="11522" y="32881"/>
                </a:cubicBezTo>
                <a:cubicBezTo>
                  <a:pt x="12002" y="33345"/>
                  <a:pt x="12627" y="33577"/>
                  <a:pt x="13251" y="33577"/>
                </a:cubicBezTo>
                <a:cubicBezTo>
                  <a:pt x="13875" y="33577"/>
                  <a:pt x="14499" y="33345"/>
                  <a:pt x="14979" y="32881"/>
                </a:cubicBezTo>
                <a:cubicBezTo>
                  <a:pt x="15235" y="32625"/>
                  <a:pt x="15523" y="32433"/>
                  <a:pt x="15875" y="32305"/>
                </a:cubicBezTo>
                <a:lnTo>
                  <a:pt x="15875" y="32593"/>
                </a:lnTo>
                <a:lnTo>
                  <a:pt x="15875" y="32753"/>
                </a:lnTo>
                <a:cubicBezTo>
                  <a:pt x="15651" y="32849"/>
                  <a:pt x="15459" y="32977"/>
                  <a:pt x="15267" y="33169"/>
                </a:cubicBezTo>
                <a:cubicBezTo>
                  <a:pt x="14707" y="33713"/>
                  <a:pt x="13979" y="33985"/>
                  <a:pt x="13251" y="33985"/>
                </a:cubicBezTo>
                <a:cubicBezTo>
                  <a:pt x="12523" y="33985"/>
                  <a:pt x="11794" y="33713"/>
                  <a:pt x="11234" y="33169"/>
                </a:cubicBezTo>
                <a:cubicBezTo>
                  <a:pt x="10754" y="32689"/>
                  <a:pt x="10130" y="32449"/>
                  <a:pt x="9506" y="32449"/>
                </a:cubicBezTo>
                <a:cubicBezTo>
                  <a:pt x="8882" y="32449"/>
                  <a:pt x="8258" y="32689"/>
                  <a:pt x="7778" y="33169"/>
                </a:cubicBezTo>
                <a:cubicBezTo>
                  <a:pt x="7223" y="33706"/>
                  <a:pt x="6499" y="33982"/>
                  <a:pt x="5766" y="33982"/>
                </a:cubicBezTo>
                <a:cubicBezTo>
                  <a:pt x="5188" y="33982"/>
                  <a:pt x="4605" y="33810"/>
                  <a:pt x="4097" y="33457"/>
                </a:cubicBezTo>
                <a:cubicBezTo>
                  <a:pt x="4161" y="33297"/>
                  <a:pt x="4193" y="33137"/>
                  <a:pt x="4257" y="32977"/>
                </a:cubicBezTo>
                <a:lnTo>
                  <a:pt x="4257" y="33009"/>
                </a:lnTo>
                <a:cubicBezTo>
                  <a:pt x="4694" y="33386"/>
                  <a:pt x="5245" y="33571"/>
                  <a:pt x="5796" y="33571"/>
                </a:cubicBezTo>
                <a:cubicBezTo>
                  <a:pt x="6415" y="33571"/>
                  <a:pt x="7033" y="33338"/>
                  <a:pt x="7490" y="32881"/>
                </a:cubicBezTo>
                <a:cubicBezTo>
                  <a:pt x="8050" y="32321"/>
                  <a:pt x="8786" y="32041"/>
                  <a:pt x="9518" y="32041"/>
                </a:cubicBezTo>
                <a:close/>
                <a:moveTo>
                  <a:pt x="9506" y="33345"/>
                </a:moveTo>
                <a:cubicBezTo>
                  <a:pt x="10234" y="33345"/>
                  <a:pt x="10962" y="33617"/>
                  <a:pt x="11522" y="34161"/>
                </a:cubicBezTo>
                <a:cubicBezTo>
                  <a:pt x="12002" y="34641"/>
                  <a:pt x="12627" y="34881"/>
                  <a:pt x="13251" y="34881"/>
                </a:cubicBezTo>
                <a:cubicBezTo>
                  <a:pt x="13875" y="34881"/>
                  <a:pt x="14499" y="34641"/>
                  <a:pt x="14979" y="34161"/>
                </a:cubicBezTo>
                <a:cubicBezTo>
                  <a:pt x="15235" y="33905"/>
                  <a:pt x="15555" y="33713"/>
                  <a:pt x="15907" y="33585"/>
                </a:cubicBezTo>
                <a:lnTo>
                  <a:pt x="15907" y="33585"/>
                </a:lnTo>
                <a:cubicBezTo>
                  <a:pt x="15939" y="33745"/>
                  <a:pt x="15907" y="33905"/>
                  <a:pt x="15875" y="34065"/>
                </a:cubicBezTo>
                <a:cubicBezTo>
                  <a:pt x="15651" y="34161"/>
                  <a:pt x="15459" y="34289"/>
                  <a:pt x="15267" y="34481"/>
                </a:cubicBezTo>
                <a:cubicBezTo>
                  <a:pt x="14707" y="35025"/>
                  <a:pt x="13979" y="35297"/>
                  <a:pt x="13251" y="35297"/>
                </a:cubicBezTo>
                <a:cubicBezTo>
                  <a:pt x="12523" y="35297"/>
                  <a:pt x="11794" y="35025"/>
                  <a:pt x="11234" y="34481"/>
                </a:cubicBezTo>
                <a:cubicBezTo>
                  <a:pt x="10754" y="34001"/>
                  <a:pt x="10130" y="33761"/>
                  <a:pt x="9506" y="33761"/>
                </a:cubicBezTo>
                <a:cubicBezTo>
                  <a:pt x="8882" y="33761"/>
                  <a:pt x="8258" y="34001"/>
                  <a:pt x="7778" y="34481"/>
                </a:cubicBezTo>
                <a:cubicBezTo>
                  <a:pt x="7224" y="35018"/>
                  <a:pt x="6494" y="35291"/>
                  <a:pt x="5764" y="35291"/>
                </a:cubicBezTo>
                <a:cubicBezTo>
                  <a:pt x="5101" y="35291"/>
                  <a:pt x="4438" y="35066"/>
                  <a:pt x="3905" y="34609"/>
                </a:cubicBezTo>
                <a:cubicBezTo>
                  <a:pt x="3905" y="34449"/>
                  <a:pt x="3937" y="34289"/>
                  <a:pt x="3969" y="34097"/>
                </a:cubicBezTo>
                <a:cubicBezTo>
                  <a:pt x="4001" y="34129"/>
                  <a:pt x="4033" y="34161"/>
                  <a:pt x="4033" y="34161"/>
                </a:cubicBezTo>
                <a:cubicBezTo>
                  <a:pt x="4513" y="34641"/>
                  <a:pt x="5137" y="34881"/>
                  <a:pt x="5761" y="34881"/>
                </a:cubicBezTo>
                <a:cubicBezTo>
                  <a:pt x="6385" y="34881"/>
                  <a:pt x="7009" y="34641"/>
                  <a:pt x="7490" y="34161"/>
                </a:cubicBezTo>
                <a:cubicBezTo>
                  <a:pt x="8050" y="33617"/>
                  <a:pt x="8778" y="33345"/>
                  <a:pt x="9506" y="33345"/>
                </a:cubicBezTo>
                <a:close/>
                <a:moveTo>
                  <a:pt x="9522" y="34665"/>
                </a:moveTo>
                <a:cubicBezTo>
                  <a:pt x="10258" y="34665"/>
                  <a:pt x="10994" y="34945"/>
                  <a:pt x="11554" y="35505"/>
                </a:cubicBezTo>
                <a:cubicBezTo>
                  <a:pt x="12018" y="35985"/>
                  <a:pt x="12635" y="36226"/>
                  <a:pt x="13255" y="36226"/>
                </a:cubicBezTo>
                <a:cubicBezTo>
                  <a:pt x="13875" y="36226"/>
                  <a:pt x="14499" y="35985"/>
                  <a:pt x="14979" y="35505"/>
                </a:cubicBezTo>
                <a:cubicBezTo>
                  <a:pt x="15235" y="35281"/>
                  <a:pt x="15523" y="35089"/>
                  <a:pt x="15843" y="34961"/>
                </a:cubicBezTo>
                <a:lnTo>
                  <a:pt x="15843" y="34961"/>
                </a:lnTo>
                <a:cubicBezTo>
                  <a:pt x="15843" y="35121"/>
                  <a:pt x="15811" y="35281"/>
                  <a:pt x="15779" y="35441"/>
                </a:cubicBezTo>
                <a:cubicBezTo>
                  <a:pt x="15587" y="35537"/>
                  <a:pt x="15427" y="35665"/>
                  <a:pt x="15267" y="35793"/>
                </a:cubicBezTo>
                <a:cubicBezTo>
                  <a:pt x="14707" y="36354"/>
                  <a:pt x="13979" y="36634"/>
                  <a:pt x="13251" y="36634"/>
                </a:cubicBezTo>
                <a:cubicBezTo>
                  <a:pt x="12523" y="36634"/>
                  <a:pt x="11794" y="36354"/>
                  <a:pt x="11234" y="35793"/>
                </a:cubicBezTo>
                <a:cubicBezTo>
                  <a:pt x="10754" y="35313"/>
                  <a:pt x="10130" y="35073"/>
                  <a:pt x="9506" y="35073"/>
                </a:cubicBezTo>
                <a:cubicBezTo>
                  <a:pt x="8882" y="35073"/>
                  <a:pt x="8258" y="35313"/>
                  <a:pt x="7778" y="35793"/>
                </a:cubicBezTo>
                <a:cubicBezTo>
                  <a:pt x="7229" y="36342"/>
                  <a:pt x="6500" y="36623"/>
                  <a:pt x="5768" y="36623"/>
                </a:cubicBezTo>
                <a:cubicBezTo>
                  <a:pt x="5091" y="36623"/>
                  <a:pt x="4411" y="36382"/>
                  <a:pt x="3873" y="35889"/>
                </a:cubicBezTo>
                <a:lnTo>
                  <a:pt x="3873" y="35377"/>
                </a:lnTo>
                <a:cubicBezTo>
                  <a:pt x="3937" y="35409"/>
                  <a:pt x="4001" y="35441"/>
                  <a:pt x="4065" y="35505"/>
                </a:cubicBezTo>
                <a:cubicBezTo>
                  <a:pt x="4529" y="35985"/>
                  <a:pt x="5153" y="36226"/>
                  <a:pt x="5777" y="36226"/>
                </a:cubicBezTo>
                <a:cubicBezTo>
                  <a:pt x="6401" y="36226"/>
                  <a:pt x="7026" y="35985"/>
                  <a:pt x="7490" y="35505"/>
                </a:cubicBezTo>
                <a:cubicBezTo>
                  <a:pt x="8050" y="34945"/>
                  <a:pt x="8786" y="34665"/>
                  <a:pt x="9522" y="34665"/>
                </a:cubicBezTo>
                <a:close/>
                <a:moveTo>
                  <a:pt x="9506" y="35977"/>
                </a:moveTo>
                <a:cubicBezTo>
                  <a:pt x="10234" y="35977"/>
                  <a:pt x="10962" y="36258"/>
                  <a:pt x="11522" y="36818"/>
                </a:cubicBezTo>
                <a:cubicBezTo>
                  <a:pt x="12002" y="37298"/>
                  <a:pt x="12627" y="37538"/>
                  <a:pt x="13251" y="37538"/>
                </a:cubicBezTo>
                <a:cubicBezTo>
                  <a:pt x="13875" y="37538"/>
                  <a:pt x="14499" y="37298"/>
                  <a:pt x="14979" y="36818"/>
                </a:cubicBezTo>
                <a:cubicBezTo>
                  <a:pt x="15171" y="36658"/>
                  <a:pt x="15363" y="36498"/>
                  <a:pt x="15587" y="36370"/>
                </a:cubicBezTo>
                <a:lnTo>
                  <a:pt x="15587" y="36370"/>
                </a:lnTo>
                <a:cubicBezTo>
                  <a:pt x="15555" y="36594"/>
                  <a:pt x="15491" y="36786"/>
                  <a:pt x="15427" y="37010"/>
                </a:cubicBezTo>
                <a:cubicBezTo>
                  <a:pt x="15363" y="37074"/>
                  <a:pt x="15331" y="37074"/>
                  <a:pt x="15267" y="37106"/>
                </a:cubicBezTo>
                <a:cubicBezTo>
                  <a:pt x="14707" y="37666"/>
                  <a:pt x="13979" y="37946"/>
                  <a:pt x="13251" y="37946"/>
                </a:cubicBezTo>
                <a:cubicBezTo>
                  <a:pt x="12523" y="37946"/>
                  <a:pt x="11794" y="37666"/>
                  <a:pt x="11234" y="37106"/>
                </a:cubicBezTo>
                <a:cubicBezTo>
                  <a:pt x="10754" y="36642"/>
                  <a:pt x="10130" y="36410"/>
                  <a:pt x="9506" y="36410"/>
                </a:cubicBezTo>
                <a:cubicBezTo>
                  <a:pt x="8882" y="36410"/>
                  <a:pt x="8258" y="36642"/>
                  <a:pt x="7778" y="37106"/>
                </a:cubicBezTo>
                <a:cubicBezTo>
                  <a:pt x="7232" y="37669"/>
                  <a:pt x="6501" y="37954"/>
                  <a:pt x="5765" y="37954"/>
                </a:cubicBezTo>
                <a:cubicBezTo>
                  <a:pt x="5206" y="37954"/>
                  <a:pt x="4645" y="37790"/>
                  <a:pt x="4161" y="37458"/>
                </a:cubicBezTo>
                <a:cubicBezTo>
                  <a:pt x="4097" y="37234"/>
                  <a:pt x="4033" y="37010"/>
                  <a:pt x="3969" y="36786"/>
                </a:cubicBezTo>
                <a:cubicBezTo>
                  <a:pt x="4001" y="36786"/>
                  <a:pt x="4033" y="36818"/>
                  <a:pt x="4065" y="36818"/>
                </a:cubicBezTo>
                <a:cubicBezTo>
                  <a:pt x="4529" y="37298"/>
                  <a:pt x="5145" y="37538"/>
                  <a:pt x="5765" y="37538"/>
                </a:cubicBezTo>
                <a:cubicBezTo>
                  <a:pt x="6385" y="37538"/>
                  <a:pt x="7009" y="37298"/>
                  <a:pt x="7490" y="36818"/>
                </a:cubicBezTo>
                <a:cubicBezTo>
                  <a:pt x="8050" y="36258"/>
                  <a:pt x="8778" y="35977"/>
                  <a:pt x="9506" y="35977"/>
                </a:cubicBezTo>
                <a:close/>
                <a:moveTo>
                  <a:pt x="9518" y="37314"/>
                </a:moveTo>
                <a:cubicBezTo>
                  <a:pt x="10250" y="37314"/>
                  <a:pt x="10978" y="37586"/>
                  <a:pt x="11522" y="38130"/>
                </a:cubicBezTo>
                <a:cubicBezTo>
                  <a:pt x="12002" y="38610"/>
                  <a:pt x="12627" y="38850"/>
                  <a:pt x="13251" y="38850"/>
                </a:cubicBezTo>
                <a:cubicBezTo>
                  <a:pt x="13875" y="38850"/>
                  <a:pt x="14499" y="38610"/>
                  <a:pt x="14979" y="38130"/>
                </a:cubicBezTo>
                <a:lnTo>
                  <a:pt x="14979" y="38130"/>
                </a:lnTo>
                <a:cubicBezTo>
                  <a:pt x="14851" y="38418"/>
                  <a:pt x="14723" y="38706"/>
                  <a:pt x="14563" y="38962"/>
                </a:cubicBezTo>
                <a:cubicBezTo>
                  <a:pt x="14142" y="39166"/>
                  <a:pt x="13690" y="39267"/>
                  <a:pt x="13243" y="39267"/>
                </a:cubicBezTo>
                <a:cubicBezTo>
                  <a:pt x="12500" y="39267"/>
                  <a:pt x="11774" y="38989"/>
                  <a:pt x="11234" y="38450"/>
                </a:cubicBezTo>
                <a:cubicBezTo>
                  <a:pt x="10754" y="37970"/>
                  <a:pt x="10130" y="37730"/>
                  <a:pt x="9506" y="37730"/>
                </a:cubicBezTo>
                <a:cubicBezTo>
                  <a:pt x="8882" y="37730"/>
                  <a:pt x="8258" y="37970"/>
                  <a:pt x="7778" y="38450"/>
                </a:cubicBezTo>
                <a:cubicBezTo>
                  <a:pt x="7262" y="38966"/>
                  <a:pt x="6557" y="39246"/>
                  <a:pt x="5839" y="39246"/>
                </a:cubicBezTo>
                <a:cubicBezTo>
                  <a:pt x="5534" y="39246"/>
                  <a:pt x="5226" y="39195"/>
                  <a:pt x="4929" y="39090"/>
                </a:cubicBezTo>
                <a:cubicBezTo>
                  <a:pt x="4801" y="38898"/>
                  <a:pt x="4673" y="38706"/>
                  <a:pt x="4577" y="38482"/>
                </a:cubicBezTo>
                <a:lnTo>
                  <a:pt x="4577" y="38482"/>
                </a:lnTo>
                <a:cubicBezTo>
                  <a:pt x="4954" y="38716"/>
                  <a:pt x="5377" y="38828"/>
                  <a:pt x="5800" y="38828"/>
                </a:cubicBezTo>
                <a:cubicBezTo>
                  <a:pt x="6418" y="38828"/>
                  <a:pt x="7033" y="38586"/>
                  <a:pt x="7490" y="38130"/>
                </a:cubicBezTo>
                <a:cubicBezTo>
                  <a:pt x="8050" y="37586"/>
                  <a:pt x="8786" y="37314"/>
                  <a:pt x="9518" y="37314"/>
                </a:cubicBezTo>
                <a:close/>
                <a:moveTo>
                  <a:pt x="9506" y="38634"/>
                </a:moveTo>
                <a:cubicBezTo>
                  <a:pt x="10234" y="38634"/>
                  <a:pt x="10962" y="38914"/>
                  <a:pt x="11522" y="39474"/>
                </a:cubicBezTo>
                <a:cubicBezTo>
                  <a:pt x="11973" y="39898"/>
                  <a:pt x="12578" y="40147"/>
                  <a:pt x="13190" y="40147"/>
                </a:cubicBezTo>
                <a:cubicBezTo>
                  <a:pt x="13317" y="40147"/>
                  <a:pt x="13444" y="40136"/>
                  <a:pt x="13571" y="40114"/>
                </a:cubicBezTo>
                <a:lnTo>
                  <a:pt x="13571" y="40114"/>
                </a:lnTo>
                <a:cubicBezTo>
                  <a:pt x="13411" y="40274"/>
                  <a:pt x="13219" y="40434"/>
                  <a:pt x="13059" y="40594"/>
                </a:cubicBezTo>
                <a:cubicBezTo>
                  <a:pt x="12355" y="40530"/>
                  <a:pt x="11714" y="40242"/>
                  <a:pt x="11234" y="39794"/>
                </a:cubicBezTo>
                <a:cubicBezTo>
                  <a:pt x="10754" y="39314"/>
                  <a:pt x="10130" y="39074"/>
                  <a:pt x="9506" y="39074"/>
                </a:cubicBezTo>
                <a:cubicBezTo>
                  <a:pt x="8882" y="39074"/>
                  <a:pt x="8258" y="39314"/>
                  <a:pt x="7778" y="39794"/>
                </a:cubicBezTo>
                <a:cubicBezTo>
                  <a:pt x="7394" y="40146"/>
                  <a:pt x="6913" y="40434"/>
                  <a:pt x="6401" y="40530"/>
                </a:cubicBezTo>
                <a:cubicBezTo>
                  <a:pt x="6209" y="40402"/>
                  <a:pt x="6017" y="40274"/>
                  <a:pt x="5857" y="40146"/>
                </a:cubicBezTo>
                <a:cubicBezTo>
                  <a:pt x="6465" y="40146"/>
                  <a:pt x="7074" y="39890"/>
                  <a:pt x="7490" y="39474"/>
                </a:cubicBezTo>
                <a:cubicBezTo>
                  <a:pt x="8050" y="38914"/>
                  <a:pt x="8778" y="38634"/>
                  <a:pt x="9506" y="38634"/>
                </a:cubicBezTo>
                <a:close/>
                <a:moveTo>
                  <a:pt x="9518" y="39946"/>
                </a:moveTo>
                <a:cubicBezTo>
                  <a:pt x="10250" y="39946"/>
                  <a:pt x="10978" y="40226"/>
                  <a:pt x="11522" y="40786"/>
                </a:cubicBezTo>
                <a:cubicBezTo>
                  <a:pt x="11682" y="40914"/>
                  <a:pt x="11842" y="41042"/>
                  <a:pt x="12034" y="41138"/>
                </a:cubicBezTo>
                <a:cubicBezTo>
                  <a:pt x="11874" y="41202"/>
                  <a:pt x="11682" y="41234"/>
                  <a:pt x="11554" y="41298"/>
                </a:cubicBezTo>
                <a:cubicBezTo>
                  <a:pt x="11426" y="41234"/>
                  <a:pt x="11330" y="41170"/>
                  <a:pt x="11234" y="41074"/>
                </a:cubicBezTo>
                <a:cubicBezTo>
                  <a:pt x="10754" y="40610"/>
                  <a:pt x="10130" y="40378"/>
                  <a:pt x="9506" y="40378"/>
                </a:cubicBezTo>
                <a:cubicBezTo>
                  <a:pt x="8882" y="40378"/>
                  <a:pt x="8258" y="40610"/>
                  <a:pt x="7778" y="41074"/>
                </a:cubicBezTo>
                <a:cubicBezTo>
                  <a:pt x="7746" y="41106"/>
                  <a:pt x="7714" y="41138"/>
                  <a:pt x="7650" y="41202"/>
                </a:cubicBezTo>
                <a:cubicBezTo>
                  <a:pt x="7490" y="41138"/>
                  <a:pt x="7330" y="41074"/>
                  <a:pt x="7170" y="41010"/>
                </a:cubicBezTo>
                <a:cubicBezTo>
                  <a:pt x="7298" y="40946"/>
                  <a:pt x="7394" y="40882"/>
                  <a:pt x="7490" y="40786"/>
                </a:cubicBezTo>
                <a:cubicBezTo>
                  <a:pt x="8050" y="40226"/>
                  <a:pt x="8786" y="39946"/>
                  <a:pt x="9518" y="39946"/>
                </a:cubicBezTo>
                <a:close/>
                <a:moveTo>
                  <a:pt x="9001" y="1"/>
                </a:moveTo>
                <a:cubicBezTo>
                  <a:pt x="8892" y="1"/>
                  <a:pt x="8783" y="4"/>
                  <a:pt x="8674" y="11"/>
                </a:cubicBezTo>
                <a:cubicBezTo>
                  <a:pt x="6785" y="139"/>
                  <a:pt x="4961" y="1451"/>
                  <a:pt x="3585" y="3756"/>
                </a:cubicBezTo>
                <a:cubicBezTo>
                  <a:pt x="1216" y="7660"/>
                  <a:pt x="0" y="14830"/>
                  <a:pt x="2945" y="21327"/>
                </a:cubicBezTo>
                <a:cubicBezTo>
                  <a:pt x="4865" y="25648"/>
                  <a:pt x="5409" y="27568"/>
                  <a:pt x="3713" y="31985"/>
                </a:cubicBezTo>
                <a:cubicBezTo>
                  <a:pt x="2625" y="34737"/>
                  <a:pt x="2849" y="37522"/>
                  <a:pt x="4257" y="39570"/>
                </a:cubicBezTo>
                <a:cubicBezTo>
                  <a:pt x="5473" y="41362"/>
                  <a:pt x="7458" y="42419"/>
                  <a:pt x="9634" y="42419"/>
                </a:cubicBezTo>
                <a:cubicBezTo>
                  <a:pt x="9707" y="42421"/>
                  <a:pt x="9781" y="42423"/>
                  <a:pt x="9854" y="42423"/>
                </a:cubicBezTo>
                <a:cubicBezTo>
                  <a:pt x="11599" y="42423"/>
                  <a:pt x="13269" y="41693"/>
                  <a:pt x="14467" y="40402"/>
                </a:cubicBezTo>
                <a:cubicBezTo>
                  <a:pt x="16099" y="38674"/>
                  <a:pt x="16899" y="35761"/>
                  <a:pt x="16675" y="32497"/>
                </a:cubicBezTo>
                <a:cubicBezTo>
                  <a:pt x="16451" y="29008"/>
                  <a:pt x="17027" y="26064"/>
                  <a:pt x="17636" y="22927"/>
                </a:cubicBezTo>
                <a:cubicBezTo>
                  <a:pt x="17892" y="21743"/>
                  <a:pt x="18116" y="20527"/>
                  <a:pt x="18308" y="19246"/>
                </a:cubicBezTo>
                <a:cubicBezTo>
                  <a:pt x="19332" y="12941"/>
                  <a:pt x="18020" y="6892"/>
                  <a:pt x="14787" y="3083"/>
                </a:cubicBezTo>
                <a:cubicBezTo>
                  <a:pt x="13087" y="1110"/>
                  <a:pt x="11013" y="1"/>
                  <a:pt x="90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42"/>
          <p:cNvSpPr/>
          <p:nvPr/>
        </p:nvSpPr>
        <p:spPr>
          <a:xfrm rot="2819522">
            <a:off x="1267453" y="2767907"/>
            <a:ext cx="276277" cy="606314"/>
          </a:xfrm>
          <a:custGeom>
            <a:avLst/>
            <a:gdLst/>
            <a:ahLst/>
            <a:cxnLst/>
            <a:rect l="l" t="t" r="r" b="b"/>
            <a:pathLst>
              <a:path w="19333" h="42428" extrusionOk="0">
                <a:moveTo>
                  <a:pt x="8290" y="1328"/>
                </a:moveTo>
                <a:cubicBezTo>
                  <a:pt x="8226" y="1360"/>
                  <a:pt x="8162" y="1392"/>
                  <a:pt x="8098" y="1456"/>
                </a:cubicBezTo>
                <a:cubicBezTo>
                  <a:pt x="7746" y="1808"/>
                  <a:pt x="7298" y="2064"/>
                  <a:pt x="6818" y="2192"/>
                </a:cubicBezTo>
                <a:cubicBezTo>
                  <a:pt x="7266" y="1840"/>
                  <a:pt x="7746" y="1552"/>
                  <a:pt x="8290" y="1328"/>
                </a:cubicBezTo>
                <a:close/>
                <a:moveTo>
                  <a:pt x="10595" y="880"/>
                </a:moveTo>
                <a:cubicBezTo>
                  <a:pt x="11011" y="880"/>
                  <a:pt x="11395" y="976"/>
                  <a:pt x="11779" y="1104"/>
                </a:cubicBezTo>
                <a:lnTo>
                  <a:pt x="11779" y="1136"/>
                </a:lnTo>
                <a:cubicBezTo>
                  <a:pt x="11811" y="1136"/>
                  <a:pt x="11811" y="1136"/>
                  <a:pt x="11843" y="1168"/>
                </a:cubicBezTo>
                <a:cubicBezTo>
                  <a:pt x="12131" y="1456"/>
                  <a:pt x="12515" y="1680"/>
                  <a:pt x="12931" y="1776"/>
                </a:cubicBezTo>
                <a:cubicBezTo>
                  <a:pt x="13123" y="1936"/>
                  <a:pt x="13347" y="2096"/>
                  <a:pt x="13539" y="2288"/>
                </a:cubicBezTo>
                <a:cubicBezTo>
                  <a:pt x="12771" y="2288"/>
                  <a:pt x="12067" y="2000"/>
                  <a:pt x="11523" y="1488"/>
                </a:cubicBezTo>
                <a:cubicBezTo>
                  <a:pt x="11203" y="1168"/>
                  <a:pt x="10819" y="944"/>
                  <a:pt x="10371" y="880"/>
                </a:cubicBezTo>
                <a:close/>
                <a:moveTo>
                  <a:pt x="9827" y="1640"/>
                </a:moveTo>
                <a:cubicBezTo>
                  <a:pt x="10555" y="1640"/>
                  <a:pt x="11283" y="1920"/>
                  <a:pt x="11843" y="2481"/>
                </a:cubicBezTo>
                <a:cubicBezTo>
                  <a:pt x="12308" y="2922"/>
                  <a:pt x="12907" y="3161"/>
                  <a:pt x="13531" y="3161"/>
                </a:cubicBezTo>
                <a:cubicBezTo>
                  <a:pt x="13767" y="3161"/>
                  <a:pt x="14007" y="3127"/>
                  <a:pt x="14244" y="3057"/>
                </a:cubicBezTo>
                <a:cubicBezTo>
                  <a:pt x="14532" y="3409"/>
                  <a:pt x="14788" y="3793"/>
                  <a:pt x="15044" y="4209"/>
                </a:cubicBezTo>
                <a:cubicBezTo>
                  <a:pt x="15076" y="4273"/>
                  <a:pt x="15108" y="4369"/>
                  <a:pt x="15140" y="4433"/>
                </a:cubicBezTo>
                <a:cubicBezTo>
                  <a:pt x="14655" y="4752"/>
                  <a:pt x="14098" y="4908"/>
                  <a:pt x="13544" y="4908"/>
                </a:cubicBezTo>
                <a:cubicBezTo>
                  <a:pt x="12819" y="4908"/>
                  <a:pt x="12100" y="4639"/>
                  <a:pt x="11555" y="4113"/>
                </a:cubicBezTo>
                <a:cubicBezTo>
                  <a:pt x="11075" y="3633"/>
                  <a:pt x="10451" y="3393"/>
                  <a:pt x="9827" y="3393"/>
                </a:cubicBezTo>
                <a:cubicBezTo>
                  <a:pt x="9203" y="3393"/>
                  <a:pt x="8578" y="3633"/>
                  <a:pt x="8098" y="4113"/>
                </a:cubicBezTo>
                <a:cubicBezTo>
                  <a:pt x="7557" y="4654"/>
                  <a:pt x="6831" y="4934"/>
                  <a:pt x="6098" y="4934"/>
                </a:cubicBezTo>
                <a:cubicBezTo>
                  <a:pt x="5573" y="4934"/>
                  <a:pt x="5045" y="4791"/>
                  <a:pt x="4578" y="4497"/>
                </a:cubicBezTo>
                <a:cubicBezTo>
                  <a:pt x="4770" y="4209"/>
                  <a:pt x="4994" y="3921"/>
                  <a:pt x="5186" y="3665"/>
                </a:cubicBezTo>
                <a:cubicBezTo>
                  <a:pt x="5346" y="3441"/>
                  <a:pt x="5538" y="3313"/>
                  <a:pt x="5698" y="3121"/>
                </a:cubicBezTo>
                <a:lnTo>
                  <a:pt x="5698" y="3153"/>
                </a:lnTo>
                <a:cubicBezTo>
                  <a:pt x="5829" y="3174"/>
                  <a:pt x="5960" y="3185"/>
                  <a:pt x="6092" y="3185"/>
                </a:cubicBezTo>
                <a:cubicBezTo>
                  <a:pt x="6731" y="3185"/>
                  <a:pt x="7359" y="2932"/>
                  <a:pt x="7810" y="2481"/>
                </a:cubicBezTo>
                <a:cubicBezTo>
                  <a:pt x="8370" y="1920"/>
                  <a:pt x="9099" y="1640"/>
                  <a:pt x="9827" y="1640"/>
                </a:cubicBezTo>
                <a:close/>
                <a:moveTo>
                  <a:pt x="9827" y="4297"/>
                </a:moveTo>
                <a:cubicBezTo>
                  <a:pt x="10555" y="4297"/>
                  <a:pt x="11283" y="4577"/>
                  <a:pt x="11843" y="5137"/>
                </a:cubicBezTo>
                <a:cubicBezTo>
                  <a:pt x="12323" y="5601"/>
                  <a:pt x="12947" y="5833"/>
                  <a:pt x="13571" y="5833"/>
                </a:cubicBezTo>
                <a:cubicBezTo>
                  <a:pt x="14196" y="5833"/>
                  <a:pt x="14820" y="5601"/>
                  <a:pt x="15300" y="5137"/>
                </a:cubicBezTo>
                <a:cubicBezTo>
                  <a:pt x="15332" y="5073"/>
                  <a:pt x="15396" y="5041"/>
                  <a:pt x="15460" y="4977"/>
                </a:cubicBezTo>
                <a:cubicBezTo>
                  <a:pt x="15684" y="5425"/>
                  <a:pt x="15876" y="5873"/>
                  <a:pt x="16068" y="6385"/>
                </a:cubicBezTo>
                <a:cubicBezTo>
                  <a:pt x="15908" y="6481"/>
                  <a:pt x="15716" y="6577"/>
                  <a:pt x="15588" y="6737"/>
                </a:cubicBezTo>
                <a:cubicBezTo>
                  <a:pt x="15028" y="7281"/>
                  <a:pt x="14292" y="7553"/>
                  <a:pt x="13559" y="7553"/>
                </a:cubicBezTo>
                <a:cubicBezTo>
                  <a:pt x="12827" y="7553"/>
                  <a:pt x="12099" y="7281"/>
                  <a:pt x="11555" y="6737"/>
                </a:cubicBezTo>
                <a:cubicBezTo>
                  <a:pt x="11075" y="6257"/>
                  <a:pt x="10451" y="6017"/>
                  <a:pt x="9827" y="6017"/>
                </a:cubicBezTo>
                <a:cubicBezTo>
                  <a:pt x="9203" y="6017"/>
                  <a:pt x="8578" y="6257"/>
                  <a:pt x="8098" y="6737"/>
                </a:cubicBezTo>
                <a:cubicBezTo>
                  <a:pt x="7538" y="7281"/>
                  <a:pt x="6810" y="7553"/>
                  <a:pt x="6082" y="7553"/>
                </a:cubicBezTo>
                <a:cubicBezTo>
                  <a:pt x="5354" y="7553"/>
                  <a:pt x="4626" y="7281"/>
                  <a:pt x="4066" y="6737"/>
                </a:cubicBezTo>
                <a:cubicBezTo>
                  <a:pt x="3874" y="6545"/>
                  <a:pt x="3682" y="6417"/>
                  <a:pt x="3458" y="6321"/>
                </a:cubicBezTo>
                <a:cubicBezTo>
                  <a:pt x="3682" y="5873"/>
                  <a:pt x="3938" y="5425"/>
                  <a:pt x="4194" y="5009"/>
                </a:cubicBezTo>
                <a:cubicBezTo>
                  <a:pt x="4258" y="5041"/>
                  <a:pt x="4290" y="5073"/>
                  <a:pt x="4354" y="5137"/>
                </a:cubicBezTo>
                <a:cubicBezTo>
                  <a:pt x="4834" y="5601"/>
                  <a:pt x="5458" y="5833"/>
                  <a:pt x="6082" y="5833"/>
                </a:cubicBezTo>
                <a:cubicBezTo>
                  <a:pt x="6706" y="5833"/>
                  <a:pt x="7330" y="5601"/>
                  <a:pt x="7810" y="5137"/>
                </a:cubicBezTo>
                <a:cubicBezTo>
                  <a:pt x="8370" y="4577"/>
                  <a:pt x="9099" y="4297"/>
                  <a:pt x="9827" y="4297"/>
                </a:cubicBezTo>
                <a:close/>
                <a:moveTo>
                  <a:pt x="9807" y="6921"/>
                </a:moveTo>
                <a:cubicBezTo>
                  <a:pt x="10539" y="6921"/>
                  <a:pt x="11267" y="7201"/>
                  <a:pt x="11811" y="7761"/>
                </a:cubicBezTo>
                <a:cubicBezTo>
                  <a:pt x="12291" y="8226"/>
                  <a:pt x="12915" y="8458"/>
                  <a:pt x="13539" y="8458"/>
                </a:cubicBezTo>
                <a:cubicBezTo>
                  <a:pt x="14164" y="8458"/>
                  <a:pt x="14788" y="8226"/>
                  <a:pt x="15268" y="7761"/>
                </a:cubicBezTo>
                <a:cubicBezTo>
                  <a:pt x="15588" y="7473"/>
                  <a:pt x="15940" y="7249"/>
                  <a:pt x="16324" y="7121"/>
                </a:cubicBezTo>
                <a:cubicBezTo>
                  <a:pt x="16516" y="7633"/>
                  <a:pt x="16644" y="8210"/>
                  <a:pt x="16772" y="8754"/>
                </a:cubicBezTo>
                <a:cubicBezTo>
                  <a:pt x="16324" y="8850"/>
                  <a:pt x="15908" y="9042"/>
                  <a:pt x="15588" y="9362"/>
                </a:cubicBezTo>
                <a:cubicBezTo>
                  <a:pt x="15028" y="9922"/>
                  <a:pt x="14292" y="10202"/>
                  <a:pt x="13559" y="10202"/>
                </a:cubicBezTo>
                <a:cubicBezTo>
                  <a:pt x="12827" y="10202"/>
                  <a:pt x="12099" y="9922"/>
                  <a:pt x="11555" y="9362"/>
                </a:cubicBezTo>
                <a:cubicBezTo>
                  <a:pt x="11075" y="8898"/>
                  <a:pt x="10451" y="8666"/>
                  <a:pt x="9827" y="8666"/>
                </a:cubicBezTo>
                <a:cubicBezTo>
                  <a:pt x="9203" y="8666"/>
                  <a:pt x="8578" y="8898"/>
                  <a:pt x="8098" y="9362"/>
                </a:cubicBezTo>
                <a:cubicBezTo>
                  <a:pt x="7538" y="9922"/>
                  <a:pt x="6810" y="10202"/>
                  <a:pt x="6082" y="10202"/>
                </a:cubicBezTo>
                <a:cubicBezTo>
                  <a:pt x="5354" y="10202"/>
                  <a:pt x="4626" y="9922"/>
                  <a:pt x="4066" y="9362"/>
                </a:cubicBezTo>
                <a:cubicBezTo>
                  <a:pt x="3618" y="8946"/>
                  <a:pt x="3041" y="8722"/>
                  <a:pt x="2465" y="8722"/>
                </a:cubicBezTo>
                <a:cubicBezTo>
                  <a:pt x="2625" y="8146"/>
                  <a:pt x="2849" y="7601"/>
                  <a:pt x="3073" y="7057"/>
                </a:cubicBezTo>
                <a:cubicBezTo>
                  <a:pt x="3554" y="7185"/>
                  <a:pt x="4002" y="7409"/>
                  <a:pt x="4322" y="7761"/>
                </a:cubicBezTo>
                <a:cubicBezTo>
                  <a:pt x="4802" y="8226"/>
                  <a:pt x="5434" y="8458"/>
                  <a:pt x="6062" y="8458"/>
                </a:cubicBezTo>
                <a:cubicBezTo>
                  <a:pt x="6690" y="8458"/>
                  <a:pt x="7314" y="8226"/>
                  <a:pt x="7778" y="7761"/>
                </a:cubicBezTo>
                <a:cubicBezTo>
                  <a:pt x="8338" y="7201"/>
                  <a:pt x="9075" y="6921"/>
                  <a:pt x="9807" y="6921"/>
                </a:cubicBezTo>
                <a:close/>
                <a:moveTo>
                  <a:pt x="9796" y="9562"/>
                </a:moveTo>
                <a:cubicBezTo>
                  <a:pt x="10534" y="9562"/>
                  <a:pt x="11275" y="9850"/>
                  <a:pt x="11843" y="10418"/>
                </a:cubicBezTo>
                <a:cubicBezTo>
                  <a:pt x="12323" y="10882"/>
                  <a:pt x="12947" y="11114"/>
                  <a:pt x="13567" y="11114"/>
                </a:cubicBezTo>
                <a:cubicBezTo>
                  <a:pt x="14188" y="11114"/>
                  <a:pt x="14804" y="10882"/>
                  <a:pt x="15268" y="10418"/>
                </a:cubicBezTo>
                <a:cubicBezTo>
                  <a:pt x="15748" y="9938"/>
                  <a:pt x="16324" y="9650"/>
                  <a:pt x="16996" y="9618"/>
                </a:cubicBezTo>
                <a:cubicBezTo>
                  <a:pt x="17092" y="10162"/>
                  <a:pt x="17156" y="10770"/>
                  <a:pt x="17220" y="11346"/>
                </a:cubicBezTo>
                <a:cubicBezTo>
                  <a:pt x="16612" y="11346"/>
                  <a:pt x="16004" y="11570"/>
                  <a:pt x="15588" y="12018"/>
                </a:cubicBezTo>
                <a:cubicBezTo>
                  <a:pt x="15028" y="12578"/>
                  <a:pt x="14292" y="12858"/>
                  <a:pt x="13559" y="12858"/>
                </a:cubicBezTo>
                <a:cubicBezTo>
                  <a:pt x="12827" y="12858"/>
                  <a:pt x="12099" y="12578"/>
                  <a:pt x="11555" y="12018"/>
                </a:cubicBezTo>
                <a:cubicBezTo>
                  <a:pt x="11075" y="11538"/>
                  <a:pt x="10451" y="11298"/>
                  <a:pt x="9827" y="11298"/>
                </a:cubicBezTo>
                <a:cubicBezTo>
                  <a:pt x="9203" y="11298"/>
                  <a:pt x="8578" y="11538"/>
                  <a:pt x="8098" y="12018"/>
                </a:cubicBezTo>
                <a:cubicBezTo>
                  <a:pt x="7542" y="12574"/>
                  <a:pt x="6813" y="12846"/>
                  <a:pt x="6086" y="12846"/>
                </a:cubicBezTo>
                <a:cubicBezTo>
                  <a:pt x="5348" y="12846"/>
                  <a:pt x="4614" y="12566"/>
                  <a:pt x="4066" y="12018"/>
                </a:cubicBezTo>
                <a:cubicBezTo>
                  <a:pt x="3592" y="11570"/>
                  <a:pt x="2983" y="11315"/>
                  <a:pt x="2358" y="11315"/>
                </a:cubicBezTo>
                <a:cubicBezTo>
                  <a:pt x="2181" y="11315"/>
                  <a:pt x="2002" y="11336"/>
                  <a:pt x="1825" y="11378"/>
                </a:cubicBezTo>
                <a:cubicBezTo>
                  <a:pt x="1953" y="10770"/>
                  <a:pt x="2081" y="10162"/>
                  <a:pt x="2241" y="9586"/>
                </a:cubicBezTo>
                <a:cubicBezTo>
                  <a:pt x="2315" y="9580"/>
                  <a:pt x="2388" y="9577"/>
                  <a:pt x="2460" y="9577"/>
                </a:cubicBezTo>
                <a:cubicBezTo>
                  <a:pt x="3180" y="9577"/>
                  <a:pt x="3859" y="9863"/>
                  <a:pt x="4354" y="10386"/>
                </a:cubicBezTo>
                <a:cubicBezTo>
                  <a:pt x="4834" y="10850"/>
                  <a:pt x="5458" y="11082"/>
                  <a:pt x="6082" y="11082"/>
                </a:cubicBezTo>
                <a:cubicBezTo>
                  <a:pt x="6706" y="11082"/>
                  <a:pt x="7330" y="10850"/>
                  <a:pt x="7810" y="10386"/>
                </a:cubicBezTo>
                <a:cubicBezTo>
                  <a:pt x="8362" y="9834"/>
                  <a:pt x="9078" y="9562"/>
                  <a:pt x="9796" y="9562"/>
                </a:cubicBezTo>
                <a:close/>
                <a:moveTo>
                  <a:pt x="9827" y="12202"/>
                </a:moveTo>
                <a:cubicBezTo>
                  <a:pt x="10555" y="12202"/>
                  <a:pt x="11283" y="12482"/>
                  <a:pt x="11843" y="13042"/>
                </a:cubicBezTo>
                <a:cubicBezTo>
                  <a:pt x="12323" y="13523"/>
                  <a:pt x="12947" y="13763"/>
                  <a:pt x="13571" y="13763"/>
                </a:cubicBezTo>
                <a:cubicBezTo>
                  <a:pt x="14196" y="13763"/>
                  <a:pt x="14820" y="13523"/>
                  <a:pt x="15300" y="13042"/>
                </a:cubicBezTo>
                <a:cubicBezTo>
                  <a:pt x="15812" y="12530"/>
                  <a:pt x="16516" y="12242"/>
                  <a:pt x="17252" y="12242"/>
                </a:cubicBezTo>
                <a:cubicBezTo>
                  <a:pt x="17284" y="12818"/>
                  <a:pt x="17316" y="13395"/>
                  <a:pt x="17284" y="14003"/>
                </a:cubicBezTo>
                <a:cubicBezTo>
                  <a:pt x="17248" y="14001"/>
                  <a:pt x="17212" y="14000"/>
                  <a:pt x="17177" y="14000"/>
                </a:cubicBezTo>
                <a:cubicBezTo>
                  <a:pt x="16576" y="14000"/>
                  <a:pt x="16011" y="14252"/>
                  <a:pt x="15588" y="14675"/>
                </a:cubicBezTo>
                <a:cubicBezTo>
                  <a:pt x="15028" y="15219"/>
                  <a:pt x="14292" y="15491"/>
                  <a:pt x="13559" y="15491"/>
                </a:cubicBezTo>
                <a:cubicBezTo>
                  <a:pt x="12827" y="15491"/>
                  <a:pt x="12099" y="15219"/>
                  <a:pt x="11555" y="14675"/>
                </a:cubicBezTo>
                <a:cubicBezTo>
                  <a:pt x="11075" y="14195"/>
                  <a:pt x="10451" y="13955"/>
                  <a:pt x="9827" y="13955"/>
                </a:cubicBezTo>
                <a:cubicBezTo>
                  <a:pt x="9203" y="13955"/>
                  <a:pt x="8578" y="14195"/>
                  <a:pt x="8098" y="14675"/>
                </a:cubicBezTo>
                <a:cubicBezTo>
                  <a:pt x="7538" y="15219"/>
                  <a:pt x="6810" y="15491"/>
                  <a:pt x="6082" y="15491"/>
                </a:cubicBezTo>
                <a:cubicBezTo>
                  <a:pt x="5354" y="15491"/>
                  <a:pt x="4626" y="15219"/>
                  <a:pt x="4066" y="14675"/>
                </a:cubicBezTo>
                <a:cubicBezTo>
                  <a:pt x="3615" y="14224"/>
                  <a:pt x="3021" y="13990"/>
                  <a:pt x="2418" y="13990"/>
                </a:cubicBezTo>
                <a:cubicBezTo>
                  <a:pt x="2121" y="13990"/>
                  <a:pt x="1822" y="14047"/>
                  <a:pt x="1537" y="14163"/>
                </a:cubicBezTo>
                <a:cubicBezTo>
                  <a:pt x="1569" y="13523"/>
                  <a:pt x="1601" y="12914"/>
                  <a:pt x="1697" y="12306"/>
                </a:cubicBezTo>
                <a:cubicBezTo>
                  <a:pt x="1906" y="12256"/>
                  <a:pt x="2120" y="12231"/>
                  <a:pt x="2334" y="12231"/>
                </a:cubicBezTo>
                <a:cubicBezTo>
                  <a:pt x="3070" y="12231"/>
                  <a:pt x="3808" y="12522"/>
                  <a:pt x="4354" y="13042"/>
                </a:cubicBezTo>
                <a:cubicBezTo>
                  <a:pt x="4834" y="13523"/>
                  <a:pt x="5458" y="13763"/>
                  <a:pt x="6082" y="13763"/>
                </a:cubicBezTo>
                <a:cubicBezTo>
                  <a:pt x="6706" y="13763"/>
                  <a:pt x="7330" y="13523"/>
                  <a:pt x="7810" y="13042"/>
                </a:cubicBezTo>
                <a:cubicBezTo>
                  <a:pt x="8370" y="12482"/>
                  <a:pt x="9099" y="12202"/>
                  <a:pt x="9827" y="12202"/>
                </a:cubicBezTo>
                <a:close/>
                <a:moveTo>
                  <a:pt x="9827" y="14859"/>
                </a:moveTo>
                <a:cubicBezTo>
                  <a:pt x="10555" y="14859"/>
                  <a:pt x="11283" y="15139"/>
                  <a:pt x="11843" y="15699"/>
                </a:cubicBezTo>
                <a:cubicBezTo>
                  <a:pt x="12323" y="16163"/>
                  <a:pt x="12947" y="16395"/>
                  <a:pt x="13571" y="16395"/>
                </a:cubicBezTo>
                <a:cubicBezTo>
                  <a:pt x="14196" y="16395"/>
                  <a:pt x="14820" y="16163"/>
                  <a:pt x="15300" y="15699"/>
                </a:cubicBezTo>
                <a:cubicBezTo>
                  <a:pt x="15812" y="15187"/>
                  <a:pt x="16484" y="14899"/>
                  <a:pt x="17188" y="14899"/>
                </a:cubicBezTo>
                <a:cubicBezTo>
                  <a:pt x="17156" y="15475"/>
                  <a:pt x="17092" y="16051"/>
                  <a:pt x="16964" y="16627"/>
                </a:cubicBezTo>
                <a:cubicBezTo>
                  <a:pt x="16452" y="16691"/>
                  <a:pt x="15972" y="16915"/>
                  <a:pt x="15588" y="17299"/>
                </a:cubicBezTo>
                <a:cubicBezTo>
                  <a:pt x="15028" y="17859"/>
                  <a:pt x="14300" y="18139"/>
                  <a:pt x="13571" y="18139"/>
                </a:cubicBezTo>
                <a:cubicBezTo>
                  <a:pt x="12843" y="18139"/>
                  <a:pt x="12115" y="17859"/>
                  <a:pt x="11555" y="17299"/>
                </a:cubicBezTo>
                <a:cubicBezTo>
                  <a:pt x="11075" y="16819"/>
                  <a:pt x="10451" y="16579"/>
                  <a:pt x="9827" y="16579"/>
                </a:cubicBezTo>
                <a:cubicBezTo>
                  <a:pt x="9203" y="16579"/>
                  <a:pt x="8578" y="16819"/>
                  <a:pt x="8098" y="17299"/>
                </a:cubicBezTo>
                <a:cubicBezTo>
                  <a:pt x="7538" y="17859"/>
                  <a:pt x="6810" y="18139"/>
                  <a:pt x="6082" y="18139"/>
                </a:cubicBezTo>
                <a:cubicBezTo>
                  <a:pt x="5354" y="18139"/>
                  <a:pt x="4626" y="17859"/>
                  <a:pt x="4066" y="17299"/>
                </a:cubicBezTo>
                <a:cubicBezTo>
                  <a:pt x="3618" y="16873"/>
                  <a:pt x="3041" y="16645"/>
                  <a:pt x="2451" y="16645"/>
                </a:cubicBezTo>
                <a:cubicBezTo>
                  <a:pt x="2156" y="16645"/>
                  <a:pt x="1857" y="16702"/>
                  <a:pt x="1569" y="16819"/>
                </a:cubicBezTo>
                <a:cubicBezTo>
                  <a:pt x="1537" y="16211"/>
                  <a:pt x="1505" y="15603"/>
                  <a:pt x="1505" y="15027"/>
                </a:cubicBezTo>
                <a:cubicBezTo>
                  <a:pt x="1787" y="14936"/>
                  <a:pt x="2078" y="14891"/>
                  <a:pt x="2366" y="14891"/>
                </a:cubicBezTo>
                <a:cubicBezTo>
                  <a:pt x="3091" y="14891"/>
                  <a:pt x="3804" y="15172"/>
                  <a:pt x="4354" y="15699"/>
                </a:cubicBezTo>
                <a:cubicBezTo>
                  <a:pt x="4834" y="16163"/>
                  <a:pt x="5458" y="16395"/>
                  <a:pt x="6082" y="16395"/>
                </a:cubicBezTo>
                <a:cubicBezTo>
                  <a:pt x="6706" y="16395"/>
                  <a:pt x="7330" y="16163"/>
                  <a:pt x="7810" y="15699"/>
                </a:cubicBezTo>
                <a:cubicBezTo>
                  <a:pt x="8370" y="15139"/>
                  <a:pt x="9099" y="14859"/>
                  <a:pt x="9827" y="14859"/>
                </a:cubicBezTo>
                <a:close/>
                <a:moveTo>
                  <a:pt x="9827" y="17483"/>
                </a:moveTo>
                <a:cubicBezTo>
                  <a:pt x="10555" y="17483"/>
                  <a:pt x="11283" y="17763"/>
                  <a:pt x="11843" y="18323"/>
                </a:cubicBezTo>
                <a:cubicBezTo>
                  <a:pt x="12323" y="18804"/>
                  <a:pt x="12947" y="19044"/>
                  <a:pt x="13571" y="19044"/>
                </a:cubicBezTo>
                <a:cubicBezTo>
                  <a:pt x="14196" y="19044"/>
                  <a:pt x="14820" y="18804"/>
                  <a:pt x="15300" y="18323"/>
                </a:cubicBezTo>
                <a:cubicBezTo>
                  <a:pt x="15684" y="17907"/>
                  <a:pt x="16196" y="17651"/>
                  <a:pt x="16772" y="17555"/>
                </a:cubicBezTo>
                <a:lnTo>
                  <a:pt x="16772" y="17555"/>
                </a:lnTo>
                <a:cubicBezTo>
                  <a:pt x="16612" y="18227"/>
                  <a:pt x="16420" y="18868"/>
                  <a:pt x="16196" y="19540"/>
                </a:cubicBezTo>
                <a:cubicBezTo>
                  <a:pt x="15972" y="19636"/>
                  <a:pt x="15748" y="19764"/>
                  <a:pt x="15588" y="19924"/>
                </a:cubicBezTo>
                <a:cubicBezTo>
                  <a:pt x="15028" y="20484"/>
                  <a:pt x="14292" y="20764"/>
                  <a:pt x="13559" y="20764"/>
                </a:cubicBezTo>
                <a:cubicBezTo>
                  <a:pt x="12827" y="20764"/>
                  <a:pt x="12099" y="20484"/>
                  <a:pt x="11555" y="19924"/>
                </a:cubicBezTo>
                <a:cubicBezTo>
                  <a:pt x="11075" y="19460"/>
                  <a:pt x="10451" y="19228"/>
                  <a:pt x="9827" y="19228"/>
                </a:cubicBezTo>
                <a:cubicBezTo>
                  <a:pt x="9203" y="19228"/>
                  <a:pt x="8578" y="19460"/>
                  <a:pt x="8098" y="19924"/>
                </a:cubicBezTo>
                <a:cubicBezTo>
                  <a:pt x="7538" y="20484"/>
                  <a:pt x="6810" y="20764"/>
                  <a:pt x="6082" y="20764"/>
                </a:cubicBezTo>
                <a:cubicBezTo>
                  <a:pt x="5354" y="20764"/>
                  <a:pt x="4626" y="20484"/>
                  <a:pt x="4066" y="19924"/>
                </a:cubicBezTo>
                <a:cubicBezTo>
                  <a:pt x="3618" y="19501"/>
                  <a:pt x="3016" y="19252"/>
                  <a:pt x="2410" y="19252"/>
                </a:cubicBezTo>
                <a:cubicBezTo>
                  <a:pt x="2235" y="19252"/>
                  <a:pt x="2061" y="19273"/>
                  <a:pt x="1889" y="19316"/>
                </a:cubicBezTo>
                <a:cubicBezTo>
                  <a:pt x="1857" y="19252"/>
                  <a:pt x="1825" y="19220"/>
                  <a:pt x="1825" y="19156"/>
                </a:cubicBezTo>
                <a:cubicBezTo>
                  <a:pt x="1729" y="18612"/>
                  <a:pt x="1697" y="18131"/>
                  <a:pt x="1633" y="17619"/>
                </a:cubicBezTo>
                <a:cubicBezTo>
                  <a:pt x="1890" y="17545"/>
                  <a:pt x="2150" y="17509"/>
                  <a:pt x="2405" y="17509"/>
                </a:cubicBezTo>
                <a:cubicBezTo>
                  <a:pt x="3135" y="17509"/>
                  <a:pt x="3832" y="17802"/>
                  <a:pt x="4354" y="18323"/>
                </a:cubicBezTo>
                <a:cubicBezTo>
                  <a:pt x="4834" y="18804"/>
                  <a:pt x="5458" y="19044"/>
                  <a:pt x="6082" y="19044"/>
                </a:cubicBezTo>
                <a:cubicBezTo>
                  <a:pt x="6706" y="19044"/>
                  <a:pt x="7330" y="18804"/>
                  <a:pt x="7810" y="18323"/>
                </a:cubicBezTo>
                <a:cubicBezTo>
                  <a:pt x="8370" y="17763"/>
                  <a:pt x="9099" y="17483"/>
                  <a:pt x="9827" y="17483"/>
                </a:cubicBezTo>
                <a:close/>
                <a:moveTo>
                  <a:pt x="2366" y="20162"/>
                </a:moveTo>
                <a:cubicBezTo>
                  <a:pt x="3096" y="20162"/>
                  <a:pt x="3826" y="20449"/>
                  <a:pt x="4386" y="20980"/>
                </a:cubicBezTo>
                <a:cubicBezTo>
                  <a:pt x="4850" y="21460"/>
                  <a:pt x="5474" y="21700"/>
                  <a:pt x="6098" y="21700"/>
                </a:cubicBezTo>
                <a:cubicBezTo>
                  <a:pt x="6722" y="21700"/>
                  <a:pt x="7346" y="21460"/>
                  <a:pt x="7810" y="20980"/>
                </a:cubicBezTo>
                <a:cubicBezTo>
                  <a:pt x="8370" y="20436"/>
                  <a:pt x="9107" y="20164"/>
                  <a:pt x="9839" y="20164"/>
                </a:cubicBezTo>
                <a:cubicBezTo>
                  <a:pt x="10571" y="20164"/>
                  <a:pt x="11299" y="20436"/>
                  <a:pt x="11843" y="20980"/>
                </a:cubicBezTo>
                <a:cubicBezTo>
                  <a:pt x="12323" y="21460"/>
                  <a:pt x="12947" y="21700"/>
                  <a:pt x="13571" y="21700"/>
                </a:cubicBezTo>
                <a:cubicBezTo>
                  <a:pt x="14196" y="21700"/>
                  <a:pt x="14820" y="21460"/>
                  <a:pt x="15300" y="20980"/>
                </a:cubicBezTo>
                <a:cubicBezTo>
                  <a:pt x="15460" y="20852"/>
                  <a:pt x="15652" y="20692"/>
                  <a:pt x="15844" y="20596"/>
                </a:cubicBezTo>
                <a:lnTo>
                  <a:pt x="15844" y="20596"/>
                </a:lnTo>
                <a:cubicBezTo>
                  <a:pt x="15780" y="20724"/>
                  <a:pt x="15748" y="20884"/>
                  <a:pt x="15684" y="21012"/>
                </a:cubicBezTo>
                <a:cubicBezTo>
                  <a:pt x="15300" y="21748"/>
                  <a:pt x="15012" y="22452"/>
                  <a:pt x="14756" y="23092"/>
                </a:cubicBezTo>
                <a:cubicBezTo>
                  <a:pt x="14367" y="23293"/>
                  <a:pt x="13947" y="23389"/>
                  <a:pt x="13529" y="23389"/>
                </a:cubicBezTo>
                <a:cubicBezTo>
                  <a:pt x="12813" y="23389"/>
                  <a:pt x="12101" y="23106"/>
                  <a:pt x="11555" y="22580"/>
                </a:cubicBezTo>
                <a:cubicBezTo>
                  <a:pt x="11075" y="22116"/>
                  <a:pt x="10451" y="21884"/>
                  <a:pt x="9831" y="21884"/>
                </a:cubicBezTo>
                <a:cubicBezTo>
                  <a:pt x="9211" y="21884"/>
                  <a:pt x="8594" y="22116"/>
                  <a:pt x="8130" y="22580"/>
                </a:cubicBezTo>
                <a:cubicBezTo>
                  <a:pt x="7570" y="23140"/>
                  <a:pt x="6834" y="23420"/>
                  <a:pt x="6098" y="23420"/>
                </a:cubicBezTo>
                <a:cubicBezTo>
                  <a:pt x="5362" y="23420"/>
                  <a:pt x="4626" y="23140"/>
                  <a:pt x="4066" y="22580"/>
                </a:cubicBezTo>
                <a:cubicBezTo>
                  <a:pt x="3646" y="22160"/>
                  <a:pt x="3085" y="21937"/>
                  <a:pt x="2489" y="21937"/>
                </a:cubicBezTo>
                <a:cubicBezTo>
                  <a:pt x="2450" y="21937"/>
                  <a:pt x="2409" y="21938"/>
                  <a:pt x="2369" y="21940"/>
                </a:cubicBezTo>
                <a:cubicBezTo>
                  <a:pt x="2241" y="21364"/>
                  <a:pt x="2145" y="20788"/>
                  <a:pt x="2049" y="20180"/>
                </a:cubicBezTo>
                <a:cubicBezTo>
                  <a:pt x="2154" y="20168"/>
                  <a:pt x="2260" y="20162"/>
                  <a:pt x="2366" y="20162"/>
                </a:cubicBezTo>
                <a:close/>
                <a:moveTo>
                  <a:pt x="9827" y="22764"/>
                </a:moveTo>
                <a:cubicBezTo>
                  <a:pt x="10555" y="22764"/>
                  <a:pt x="11283" y="23044"/>
                  <a:pt x="11843" y="23604"/>
                </a:cubicBezTo>
                <a:cubicBezTo>
                  <a:pt x="12293" y="24055"/>
                  <a:pt x="12902" y="24290"/>
                  <a:pt x="13514" y="24290"/>
                </a:cubicBezTo>
                <a:cubicBezTo>
                  <a:pt x="13816" y="24290"/>
                  <a:pt x="14118" y="24233"/>
                  <a:pt x="14404" y="24117"/>
                </a:cubicBezTo>
                <a:lnTo>
                  <a:pt x="14404" y="24117"/>
                </a:lnTo>
                <a:cubicBezTo>
                  <a:pt x="14180" y="24725"/>
                  <a:pt x="14020" y="25365"/>
                  <a:pt x="13924" y="26005"/>
                </a:cubicBezTo>
                <a:cubicBezTo>
                  <a:pt x="13788" y="26025"/>
                  <a:pt x="13652" y="26035"/>
                  <a:pt x="13516" y="26035"/>
                </a:cubicBezTo>
                <a:cubicBezTo>
                  <a:pt x="12786" y="26035"/>
                  <a:pt x="12068" y="25750"/>
                  <a:pt x="11555" y="25237"/>
                </a:cubicBezTo>
                <a:cubicBezTo>
                  <a:pt x="11075" y="24757"/>
                  <a:pt x="10451" y="24517"/>
                  <a:pt x="9827" y="24517"/>
                </a:cubicBezTo>
                <a:cubicBezTo>
                  <a:pt x="9203" y="24517"/>
                  <a:pt x="8578" y="24757"/>
                  <a:pt x="8098" y="25237"/>
                </a:cubicBezTo>
                <a:cubicBezTo>
                  <a:pt x="7538" y="25781"/>
                  <a:pt x="6810" y="26053"/>
                  <a:pt x="6082" y="26053"/>
                </a:cubicBezTo>
                <a:cubicBezTo>
                  <a:pt x="5354" y="26053"/>
                  <a:pt x="4626" y="25781"/>
                  <a:pt x="4066" y="25237"/>
                </a:cubicBezTo>
                <a:cubicBezTo>
                  <a:pt x="3714" y="24917"/>
                  <a:pt x="3297" y="24693"/>
                  <a:pt x="2849" y="24629"/>
                </a:cubicBezTo>
                <a:cubicBezTo>
                  <a:pt x="2753" y="24021"/>
                  <a:pt x="2625" y="23412"/>
                  <a:pt x="2529" y="22804"/>
                </a:cubicBezTo>
                <a:lnTo>
                  <a:pt x="2529" y="22804"/>
                </a:lnTo>
                <a:cubicBezTo>
                  <a:pt x="3201" y="22836"/>
                  <a:pt x="3874" y="23124"/>
                  <a:pt x="4354" y="23604"/>
                </a:cubicBezTo>
                <a:cubicBezTo>
                  <a:pt x="4834" y="24085"/>
                  <a:pt x="5458" y="24325"/>
                  <a:pt x="6082" y="24325"/>
                </a:cubicBezTo>
                <a:cubicBezTo>
                  <a:pt x="6706" y="24325"/>
                  <a:pt x="7330" y="24085"/>
                  <a:pt x="7810" y="23604"/>
                </a:cubicBezTo>
                <a:cubicBezTo>
                  <a:pt x="8370" y="23044"/>
                  <a:pt x="9099" y="22764"/>
                  <a:pt x="9827" y="22764"/>
                </a:cubicBezTo>
                <a:close/>
                <a:moveTo>
                  <a:pt x="9827" y="25389"/>
                </a:moveTo>
                <a:cubicBezTo>
                  <a:pt x="10555" y="25389"/>
                  <a:pt x="11283" y="25669"/>
                  <a:pt x="11843" y="26229"/>
                </a:cubicBezTo>
                <a:cubicBezTo>
                  <a:pt x="12284" y="26670"/>
                  <a:pt x="12891" y="26921"/>
                  <a:pt x="13521" y="26921"/>
                </a:cubicBezTo>
                <a:cubicBezTo>
                  <a:pt x="13623" y="26921"/>
                  <a:pt x="13725" y="26914"/>
                  <a:pt x="13827" y="26901"/>
                </a:cubicBezTo>
                <a:lnTo>
                  <a:pt x="13827" y="26901"/>
                </a:lnTo>
                <a:cubicBezTo>
                  <a:pt x="13763" y="27477"/>
                  <a:pt x="13795" y="28053"/>
                  <a:pt x="13891" y="28661"/>
                </a:cubicBezTo>
                <a:cubicBezTo>
                  <a:pt x="13782" y="28673"/>
                  <a:pt x="13673" y="28679"/>
                  <a:pt x="13565" y="28679"/>
                </a:cubicBezTo>
                <a:cubicBezTo>
                  <a:pt x="12813" y="28679"/>
                  <a:pt x="12086" y="28393"/>
                  <a:pt x="11555" y="27861"/>
                </a:cubicBezTo>
                <a:cubicBezTo>
                  <a:pt x="11075" y="27381"/>
                  <a:pt x="10451" y="27141"/>
                  <a:pt x="9827" y="27141"/>
                </a:cubicBezTo>
                <a:cubicBezTo>
                  <a:pt x="9203" y="27141"/>
                  <a:pt x="8578" y="27381"/>
                  <a:pt x="8098" y="27861"/>
                </a:cubicBezTo>
                <a:cubicBezTo>
                  <a:pt x="7538" y="28405"/>
                  <a:pt x="6810" y="28677"/>
                  <a:pt x="6082" y="28677"/>
                </a:cubicBezTo>
                <a:cubicBezTo>
                  <a:pt x="5354" y="28677"/>
                  <a:pt x="4626" y="28405"/>
                  <a:pt x="4066" y="27861"/>
                </a:cubicBezTo>
                <a:cubicBezTo>
                  <a:pt x="3842" y="27637"/>
                  <a:pt x="3586" y="27477"/>
                  <a:pt x="3297" y="27381"/>
                </a:cubicBezTo>
                <a:cubicBezTo>
                  <a:pt x="3201" y="26773"/>
                  <a:pt x="3105" y="26165"/>
                  <a:pt x="3009" y="25525"/>
                </a:cubicBezTo>
                <a:lnTo>
                  <a:pt x="3009" y="25525"/>
                </a:lnTo>
                <a:cubicBezTo>
                  <a:pt x="3522" y="25653"/>
                  <a:pt x="3970" y="25877"/>
                  <a:pt x="4354" y="26229"/>
                </a:cubicBezTo>
                <a:cubicBezTo>
                  <a:pt x="4834" y="26709"/>
                  <a:pt x="5458" y="26949"/>
                  <a:pt x="6082" y="26949"/>
                </a:cubicBezTo>
                <a:cubicBezTo>
                  <a:pt x="6706" y="26949"/>
                  <a:pt x="7330" y="26709"/>
                  <a:pt x="7810" y="26229"/>
                </a:cubicBezTo>
                <a:cubicBezTo>
                  <a:pt x="8370" y="25669"/>
                  <a:pt x="9099" y="25389"/>
                  <a:pt x="9827" y="25389"/>
                </a:cubicBezTo>
                <a:close/>
                <a:moveTo>
                  <a:pt x="9827" y="28069"/>
                </a:moveTo>
                <a:cubicBezTo>
                  <a:pt x="10555" y="28069"/>
                  <a:pt x="11283" y="28341"/>
                  <a:pt x="11843" y="28885"/>
                </a:cubicBezTo>
                <a:cubicBezTo>
                  <a:pt x="12298" y="29340"/>
                  <a:pt x="12913" y="29576"/>
                  <a:pt x="13530" y="29576"/>
                </a:cubicBezTo>
                <a:cubicBezTo>
                  <a:pt x="13694" y="29576"/>
                  <a:pt x="13858" y="29559"/>
                  <a:pt x="14020" y="29526"/>
                </a:cubicBezTo>
                <a:cubicBezTo>
                  <a:pt x="14052" y="29654"/>
                  <a:pt x="14084" y="29814"/>
                  <a:pt x="14116" y="29942"/>
                </a:cubicBezTo>
                <a:cubicBezTo>
                  <a:pt x="13915" y="29983"/>
                  <a:pt x="13713" y="30004"/>
                  <a:pt x="13513" y="30004"/>
                </a:cubicBezTo>
                <a:cubicBezTo>
                  <a:pt x="12786" y="30004"/>
                  <a:pt x="12082" y="29732"/>
                  <a:pt x="11555" y="29205"/>
                </a:cubicBezTo>
                <a:cubicBezTo>
                  <a:pt x="11075" y="28725"/>
                  <a:pt x="10451" y="28485"/>
                  <a:pt x="9827" y="28485"/>
                </a:cubicBezTo>
                <a:cubicBezTo>
                  <a:pt x="9203" y="28485"/>
                  <a:pt x="8578" y="28725"/>
                  <a:pt x="8098" y="29205"/>
                </a:cubicBezTo>
                <a:cubicBezTo>
                  <a:pt x="7538" y="29766"/>
                  <a:pt x="6810" y="30046"/>
                  <a:pt x="6082" y="30046"/>
                </a:cubicBezTo>
                <a:cubicBezTo>
                  <a:pt x="5354" y="30046"/>
                  <a:pt x="4626" y="29766"/>
                  <a:pt x="4066" y="29205"/>
                </a:cubicBezTo>
                <a:cubicBezTo>
                  <a:pt x="3874" y="29013"/>
                  <a:pt x="3650" y="28885"/>
                  <a:pt x="3394" y="28789"/>
                </a:cubicBezTo>
                <a:cubicBezTo>
                  <a:pt x="3394" y="28629"/>
                  <a:pt x="3394" y="28469"/>
                  <a:pt x="3362" y="28309"/>
                </a:cubicBezTo>
                <a:lnTo>
                  <a:pt x="3362" y="28309"/>
                </a:lnTo>
                <a:cubicBezTo>
                  <a:pt x="3746" y="28437"/>
                  <a:pt x="4066" y="28629"/>
                  <a:pt x="4354" y="28885"/>
                </a:cubicBezTo>
                <a:cubicBezTo>
                  <a:pt x="4834" y="29365"/>
                  <a:pt x="5458" y="29606"/>
                  <a:pt x="6082" y="29606"/>
                </a:cubicBezTo>
                <a:cubicBezTo>
                  <a:pt x="6706" y="29606"/>
                  <a:pt x="7330" y="29365"/>
                  <a:pt x="7810" y="28885"/>
                </a:cubicBezTo>
                <a:cubicBezTo>
                  <a:pt x="8370" y="28341"/>
                  <a:pt x="9099" y="28069"/>
                  <a:pt x="9827" y="28069"/>
                </a:cubicBezTo>
                <a:close/>
                <a:moveTo>
                  <a:pt x="9827" y="29357"/>
                </a:moveTo>
                <a:cubicBezTo>
                  <a:pt x="10555" y="29357"/>
                  <a:pt x="11283" y="29638"/>
                  <a:pt x="11843" y="30198"/>
                </a:cubicBezTo>
                <a:cubicBezTo>
                  <a:pt x="12301" y="30634"/>
                  <a:pt x="12892" y="30862"/>
                  <a:pt x="13496" y="30862"/>
                </a:cubicBezTo>
                <a:cubicBezTo>
                  <a:pt x="13779" y="30862"/>
                  <a:pt x="14064" y="30812"/>
                  <a:pt x="14340" y="30710"/>
                </a:cubicBezTo>
                <a:cubicBezTo>
                  <a:pt x="14372" y="30838"/>
                  <a:pt x="14436" y="30998"/>
                  <a:pt x="14468" y="31126"/>
                </a:cubicBezTo>
                <a:cubicBezTo>
                  <a:pt x="14158" y="31246"/>
                  <a:pt x="13833" y="31303"/>
                  <a:pt x="13508" y="31303"/>
                </a:cubicBezTo>
                <a:cubicBezTo>
                  <a:pt x="12793" y="31303"/>
                  <a:pt x="12083" y="31024"/>
                  <a:pt x="11555" y="30518"/>
                </a:cubicBezTo>
                <a:lnTo>
                  <a:pt x="11555" y="30486"/>
                </a:lnTo>
                <a:cubicBezTo>
                  <a:pt x="11075" y="30022"/>
                  <a:pt x="10451" y="29790"/>
                  <a:pt x="9827" y="29790"/>
                </a:cubicBezTo>
                <a:cubicBezTo>
                  <a:pt x="9203" y="29790"/>
                  <a:pt x="8578" y="30022"/>
                  <a:pt x="8098" y="30486"/>
                </a:cubicBezTo>
                <a:cubicBezTo>
                  <a:pt x="7538" y="31046"/>
                  <a:pt x="6810" y="31326"/>
                  <a:pt x="6082" y="31326"/>
                </a:cubicBezTo>
                <a:cubicBezTo>
                  <a:pt x="5354" y="31326"/>
                  <a:pt x="4626" y="31046"/>
                  <a:pt x="4066" y="30486"/>
                </a:cubicBezTo>
                <a:cubicBezTo>
                  <a:pt x="3906" y="30326"/>
                  <a:pt x="3714" y="30198"/>
                  <a:pt x="3522" y="30102"/>
                </a:cubicBezTo>
                <a:cubicBezTo>
                  <a:pt x="3522" y="29942"/>
                  <a:pt x="3522" y="29782"/>
                  <a:pt x="3490" y="29622"/>
                </a:cubicBezTo>
                <a:lnTo>
                  <a:pt x="3490" y="29622"/>
                </a:lnTo>
                <a:cubicBezTo>
                  <a:pt x="3810" y="29750"/>
                  <a:pt x="4098" y="29942"/>
                  <a:pt x="4354" y="30198"/>
                </a:cubicBezTo>
                <a:cubicBezTo>
                  <a:pt x="4834" y="30678"/>
                  <a:pt x="5458" y="30918"/>
                  <a:pt x="6082" y="30918"/>
                </a:cubicBezTo>
                <a:cubicBezTo>
                  <a:pt x="6706" y="30918"/>
                  <a:pt x="7330" y="30678"/>
                  <a:pt x="7810" y="30198"/>
                </a:cubicBezTo>
                <a:cubicBezTo>
                  <a:pt x="8370" y="29638"/>
                  <a:pt x="9099" y="29357"/>
                  <a:pt x="9827" y="29357"/>
                </a:cubicBezTo>
                <a:close/>
                <a:moveTo>
                  <a:pt x="9807" y="30702"/>
                </a:moveTo>
                <a:cubicBezTo>
                  <a:pt x="10539" y="30702"/>
                  <a:pt x="11267" y="30982"/>
                  <a:pt x="11811" y="31542"/>
                </a:cubicBezTo>
                <a:cubicBezTo>
                  <a:pt x="12284" y="31996"/>
                  <a:pt x="12880" y="32226"/>
                  <a:pt x="13481" y="32226"/>
                </a:cubicBezTo>
                <a:cubicBezTo>
                  <a:pt x="13895" y="32226"/>
                  <a:pt x="14312" y="32116"/>
                  <a:pt x="14692" y="31894"/>
                </a:cubicBezTo>
                <a:cubicBezTo>
                  <a:pt x="14756" y="32022"/>
                  <a:pt x="14788" y="32118"/>
                  <a:pt x="14852" y="32278"/>
                </a:cubicBezTo>
                <a:cubicBezTo>
                  <a:pt x="14852" y="32278"/>
                  <a:pt x="14852" y="32310"/>
                  <a:pt x="14852" y="32310"/>
                </a:cubicBezTo>
                <a:cubicBezTo>
                  <a:pt x="14425" y="32549"/>
                  <a:pt x="13958" y="32664"/>
                  <a:pt x="13495" y="32664"/>
                </a:cubicBezTo>
                <a:cubicBezTo>
                  <a:pt x="12778" y="32664"/>
                  <a:pt x="12068" y="32387"/>
                  <a:pt x="11523" y="31862"/>
                </a:cubicBezTo>
                <a:cubicBezTo>
                  <a:pt x="11059" y="31382"/>
                  <a:pt x="10435" y="31142"/>
                  <a:pt x="9811" y="31142"/>
                </a:cubicBezTo>
                <a:cubicBezTo>
                  <a:pt x="9187" y="31142"/>
                  <a:pt x="8562" y="31382"/>
                  <a:pt x="8098" y="31862"/>
                </a:cubicBezTo>
                <a:cubicBezTo>
                  <a:pt x="7538" y="32406"/>
                  <a:pt x="6802" y="32678"/>
                  <a:pt x="6070" y="32678"/>
                </a:cubicBezTo>
                <a:cubicBezTo>
                  <a:pt x="5338" y="32678"/>
                  <a:pt x="4610" y="32406"/>
                  <a:pt x="4066" y="31862"/>
                </a:cubicBezTo>
                <a:cubicBezTo>
                  <a:pt x="3874" y="31670"/>
                  <a:pt x="3682" y="31542"/>
                  <a:pt x="3490" y="31446"/>
                </a:cubicBezTo>
                <a:lnTo>
                  <a:pt x="3490" y="30998"/>
                </a:lnTo>
                <a:cubicBezTo>
                  <a:pt x="3810" y="31126"/>
                  <a:pt x="4098" y="31318"/>
                  <a:pt x="4354" y="31542"/>
                </a:cubicBezTo>
                <a:cubicBezTo>
                  <a:pt x="4818" y="32022"/>
                  <a:pt x="5442" y="32262"/>
                  <a:pt x="6066" y="32262"/>
                </a:cubicBezTo>
                <a:cubicBezTo>
                  <a:pt x="6690" y="32262"/>
                  <a:pt x="7314" y="32022"/>
                  <a:pt x="7778" y="31542"/>
                </a:cubicBezTo>
                <a:cubicBezTo>
                  <a:pt x="8338" y="30982"/>
                  <a:pt x="9075" y="30702"/>
                  <a:pt x="9807" y="30702"/>
                </a:cubicBezTo>
                <a:close/>
                <a:moveTo>
                  <a:pt x="9815" y="32046"/>
                </a:moveTo>
                <a:cubicBezTo>
                  <a:pt x="10547" y="32046"/>
                  <a:pt x="11283" y="32326"/>
                  <a:pt x="11843" y="32886"/>
                </a:cubicBezTo>
                <a:cubicBezTo>
                  <a:pt x="12300" y="33343"/>
                  <a:pt x="12909" y="33576"/>
                  <a:pt x="13524" y="33576"/>
                </a:cubicBezTo>
                <a:cubicBezTo>
                  <a:pt x="14071" y="33576"/>
                  <a:pt x="14623" y="33391"/>
                  <a:pt x="15076" y="33014"/>
                </a:cubicBezTo>
                <a:cubicBezTo>
                  <a:pt x="15140" y="33142"/>
                  <a:pt x="15172" y="33302"/>
                  <a:pt x="15236" y="33462"/>
                </a:cubicBezTo>
                <a:cubicBezTo>
                  <a:pt x="14728" y="33815"/>
                  <a:pt x="14145" y="33988"/>
                  <a:pt x="13567" y="33988"/>
                </a:cubicBezTo>
                <a:cubicBezTo>
                  <a:pt x="12834" y="33988"/>
                  <a:pt x="12110" y="33711"/>
                  <a:pt x="11555" y="33174"/>
                </a:cubicBezTo>
                <a:cubicBezTo>
                  <a:pt x="11075" y="32694"/>
                  <a:pt x="10451" y="32454"/>
                  <a:pt x="9827" y="32454"/>
                </a:cubicBezTo>
                <a:cubicBezTo>
                  <a:pt x="9203" y="32454"/>
                  <a:pt x="8578" y="32694"/>
                  <a:pt x="8098" y="33174"/>
                </a:cubicBezTo>
                <a:cubicBezTo>
                  <a:pt x="7538" y="33718"/>
                  <a:pt x="6810" y="33990"/>
                  <a:pt x="6082" y="33990"/>
                </a:cubicBezTo>
                <a:cubicBezTo>
                  <a:pt x="5354" y="33990"/>
                  <a:pt x="4626" y="33718"/>
                  <a:pt x="4066" y="33174"/>
                </a:cubicBezTo>
                <a:cubicBezTo>
                  <a:pt x="3874" y="32982"/>
                  <a:pt x="3682" y="32854"/>
                  <a:pt x="3458" y="32758"/>
                </a:cubicBezTo>
                <a:lnTo>
                  <a:pt x="3458" y="32598"/>
                </a:lnTo>
                <a:lnTo>
                  <a:pt x="3458" y="32310"/>
                </a:lnTo>
                <a:cubicBezTo>
                  <a:pt x="3778" y="32438"/>
                  <a:pt x="4098" y="32630"/>
                  <a:pt x="4354" y="32886"/>
                </a:cubicBezTo>
                <a:cubicBezTo>
                  <a:pt x="4818" y="33350"/>
                  <a:pt x="5442" y="33582"/>
                  <a:pt x="6070" y="33582"/>
                </a:cubicBezTo>
                <a:cubicBezTo>
                  <a:pt x="6698" y="33582"/>
                  <a:pt x="7330" y="33350"/>
                  <a:pt x="7810" y="32886"/>
                </a:cubicBezTo>
                <a:cubicBezTo>
                  <a:pt x="8354" y="32326"/>
                  <a:pt x="9083" y="32046"/>
                  <a:pt x="9815" y="32046"/>
                </a:cubicBezTo>
                <a:close/>
                <a:moveTo>
                  <a:pt x="9827" y="33358"/>
                </a:moveTo>
                <a:cubicBezTo>
                  <a:pt x="10555" y="33358"/>
                  <a:pt x="11283" y="33638"/>
                  <a:pt x="11843" y="34198"/>
                </a:cubicBezTo>
                <a:cubicBezTo>
                  <a:pt x="12323" y="34678"/>
                  <a:pt x="12947" y="34919"/>
                  <a:pt x="13571" y="34919"/>
                </a:cubicBezTo>
                <a:cubicBezTo>
                  <a:pt x="14196" y="34919"/>
                  <a:pt x="14820" y="34678"/>
                  <a:pt x="15300" y="34198"/>
                </a:cubicBezTo>
                <a:lnTo>
                  <a:pt x="15364" y="34134"/>
                </a:lnTo>
                <a:cubicBezTo>
                  <a:pt x="15396" y="34294"/>
                  <a:pt x="15396" y="34454"/>
                  <a:pt x="15428" y="34614"/>
                </a:cubicBezTo>
                <a:lnTo>
                  <a:pt x="15396" y="34614"/>
                </a:lnTo>
                <a:cubicBezTo>
                  <a:pt x="14858" y="35075"/>
                  <a:pt x="14187" y="35308"/>
                  <a:pt x="13518" y="35308"/>
                </a:cubicBezTo>
                <a:cubicBezTo>
                  <a:pt x="12794" y="35308"/>
                  <a:pt x="12072" y="35035"/>
                  <a:pt x="11523" y="34486"/>
                </a:cubicBezTo>
                <a:cubicBezTo>
                  <a:pt x="11043" y="34006"/>
                  <a:pt x="10419" y="33766"/>
                  <a:pt x="9795" y="33766"/>
                </a:cubicBezTo>
                <a:cubicBezTo>
                  <a:pt x="9171" y="33766"/>
                  <a:pt x="8546" y="34006"/>
                  <a:pt x="8066" y="34486"/>
                </a:cubicBezTo>
                <a:cubicBezTo>
                  <a:pt x="7522" y="35047"/>
                  <a:pt x="6794" y="35327"/>
                  <a:pt x="6062" y="35327"/>
                </a:cubicBezTo>
                <a:cubicBezTo>
                  <a:pt x="5330" y="35327"/>
                  <a:pt x="4594" y="35047"/>
                  <a:pt x="4034" y="34486"/>
                </a:cubicBezTo>
                <a:cubicBezTo>
                  <a:pt x="3874" y="34326"/>
                  <a:pt x="3650" y="34166"/>
                  <a:pt x="3426" y="34070"/>
                </a:cubicBezTo>
                <a:lnTo>
                  <a:pt x="3426" y="33622"/>
                </a:lnTo>
                <a:cubicBezTo>
                  <a:pt x="3778" y="33750"/>
                  <a:pt x="4098" y="33942"/>
                  <a:pt x="4354" y="34198"/>
                </a:cubicBezTo>
                <a:cubicBezTo>
                  <a:pt x="4834" y="34678"/>
                  <a:pt x="5458" y="34919"/>
                  <a:pt x="6082" y="34919"/>
                </a:cubicBezTo>
                <a:cubicBezTo>
                  <a:pt x="6706" y="34919"/>
                  <a:pt x="7330" y="34678"/>
                  <a:pt x="7810" y="34198"/>
                </a:cubicBezTo>
                <a:cubicBezTo>
                  <a:pt x="8370" y="33638"/>
                  <a:pt x="9099" y="33358"/>
                  <a:pt x="9827" y="33358"/>
                </a:cubicBezTo>
                <a:close/>
                <a:moveTo>
                  <a:pt x="9807" y="34670"/>
                </a:moveTo>
                <a:cubicBezTo>
                  <a:pt x="10539" y="34670"/>
                  <a:pt x="11267" y="34951"/>
                  <a:pt x="11811" y="35511"/>
                </a:cubicBezTo>
                <a:cubicBezTo>
                  <a:pt x="12291" y="35991"/>
                  <a:pt x="12915" y="36231"/>
                  <a:pt x="13539" y="36231"/>
                </a:cubicBezTo>
                <a:cubicBezTo>
                  <a:pt x="14164" y="36231"/>
                  <a:pt x="14788" y="35991"/>
                  <a:pt x="15268" y="35511"/>
                </a:cubicBezTo>
                <a:cubicBezTo>
                  <a:pt x="15332" y="35447"/>
                  <a:pt x="15396" y="35415"/>
                  <a:pt x="15460" y="35383"/>
                </a:cubicBezTo>
                <a:cubicBezTo>
                  <a:pt x="15492" y="35543"/>
                  <a:pt x="15492" y="35735"/>
                  <a:pt x="15492" y="35895"/>
                </a:cubicBezTo>
                <a:lnTo>
                  <a:pt x="15460" y="35895"/>
                </a:lnTo>
                <a:cubicBezTo>
                  <a:pt x="14906" y="36387"/>
                  <a:pt x="14226" y="36628"/>
                  <a:pt x="13549" y="36628"/>
                </a:cubicBezTo>
                <a:cubicBezTo>
                  <a:pt x="12817" y="36628"/>
                  <a:pt x="12088" y="36347"/>
                  <a:pt x="11523" y="35799"/>
                </a:cubicBezTo>
                <a:cubicBezTo>
                  <a:pt x="11043" y="35319"/>
                  <a:pt x="10419" y="35079"/>
                  <a:pt x="9795" y="35079"/>
                </a:cubicBezTo>
                <a:cubicBezTo>
                  <a:pt x="9171" y="35079"/>
                  <a:pt x="8546" y="35319"/>
                  <a:pt x="8066" y="35799"/>
                </a:cubicBezTo>
                <a:cubicBezTo>
                  <a:pt x="7522" y="36359"/>
                  <a:pt x="6794" y="36639"/>
                  <a:pt x="6062" y="36639"/>
                </a:cubicBezTo>
                <a:cubicBezTo>
                  <a:pt x="5330" y="36639"/>
                  <a:pt x="4594" y="36359"/>
                  <a:pt x="4034" y="35799"/>
                </a:cubicBezTo>
                <a:cubicBezTo>
                  <a:pt x="3906" y="35671"/>
                  <a:pt x="3746" y="35543"/>
                  <a:pt x="3554" y="35447"/>
                </a:cubicBezTo>
                <a:cubicBezTo>
                  <a:pt x="3522" y="35287"/>
                  <a:pt x="3522" y="35127"/>
                  <a:pt x="3490" y="34967"/>
                </a:cubicBezTo>
                <a:lnTo>
                  <a:pt x="3490" y="34967"/>
                </a:lnTo>
                <a:cubicBezTo>
                  <a:pt x="3810" y="35095"/>
                  <a:pt x="4098" y="35287"/>
                  <a:pt x="4354" y="35511"/>
                </a:cubicBezTo>
                <a:cubicBezTo>
                  <a:pt x="4818" y="35991"/>
                  <a:pt x="5442" y="36231"/>
                  <a:pt x="6066" y="36231"/>
                </a:cubicBezTo>
                <a:cubicBezTo>
                  <a:pt x="6690" y="36231"/>
                  <a:pt x="7314" y="35991"/>
                  <a:pt x="7778" y="35511"/>
                </a:cubicBezTo>
                <a:cubicBezTo>
                  <a:pt x="8338" y="34951"/>
                  <a:pt x="9075" y="34670"/>
                  <a:pt x="9807" y="34670"/>
                </a:cubicBezTo>
                <a:close/>
                <a:moveTo>
                  <a:pt x="9815" y="35983"/>
                </a:moveTo>
                <a:cubicBezTo>
                  <a:pt x="10547" y="35983"/>
                  <a:pt x="11283" y="36263"/>
                  <a:pt x="11843" y="36823"/>
                </a:cubicBezTo>
                <a:cubicBezTo>
                  <a:pt x="12323" y="37287"/>
                  <a:pt x="12947" y="37519"/>
                  <a:pt x="13567" y="37519"/>
                </a:cubicBezTo>
                <a:cubicBezTo>
                  <a:pt x="14188" y="37519"/>
                  <a:pt x="14804" y="37287"/>
                  <a:pt x="15268" y="36823"/>
                </a:cubicBezTo>
                <a:cubicBezTo>
                  <a:pt x="15300" y="36791"/>
                  <a:pt x="15332" y="36759"/>
                  <a:pt x="15364" y="36759"/>
                </a:cubicBezTo>
                <a:cubicBezTo>
                  <a:pt x="15300" y="36983"/>
                  <a:pt x="15268" y="37207"/>
                  <a:pt x="15172" y="37431"/>
                </a:cubicBezTo>
                <a:lnTo>
                  <a:pt x="15172" y="37463"/>
                </a:lnTo>
                <a:cubicBezTo>
                  <a:pt x="14684" y="37797"/>
                  <a:pt x="14118" y="37962"/>
                  <a:pt x="13554" y="37962"/>
                </a:cubicBezTo>
                <a:cubicBezTo>
                  <a:pt x="12823" y="37962"/>
                  <a:pt x="12097" y="37685"/>
                  <a:pt x="11555" y="37143"/>
                </a:cubicBezTo>
                <a:cubicBezTo>
                  <a:pt x="11075" y="36663"/>
                  <a:pt x="10451" y="36423"/>
                  <a:pt x="9827" y="36423"/>
                </a:cubicBezTo>
                <a:cubicBezTo>
                  <a:pt x="9203" y="36423"/>
                  <a:pt x="8578" y="36663"/>
                  <a:pt x="8098" y="37143"/>
                </a:cubicBezTo>
                <a:cubicBezTo>
                  <a:pt x="7538" y="37703"/>
                  <a:pt x="6810" y="37983"/>
                  <a:pt x="6082" y="37983"/>
                </a:cubicBezTo>
                <a:cubicBezTo>
                  <a:pt x="5354" y="37983"/>
                  <a:pt x="4626" y="37703"/>
                  <a:pt x="4066" y="37143"/>
                </a:cubicBezTo>
                <a:cubicBezTo>
                  <a:pt x="4002" y="37079"/>
                  <a:pt x="3970" y="37047"/>
                  <a:pt x="3906" y="37015"/>
                </a:cubicBezTo>
                <a:cubicBezTo>
                  <a:pt x="3842" y="36823"/>
                  <a:pt x="3778" y="36631"/>
                  <a:pt x="3746" y="36407"/>
                </a:cubicBezTo>
                <a:lnTo>
                  <a:pt x="3746" y="36407"/>
                </a:lnTo>
                <a:cubicBezTo>
                  <a:pt x="3970" y="36503"/>
                  <a:pt x="4162" y="36631"/>
                  <a:pt x="4354" y="36823"/>
                </a:cubicBezTo>
                <a:cubicBezTo>
                  <a:pt x="4834" y="37287"/>
                  <a:pt x="5458" y="37519"/>
                  <a:pt x="6082" y="37519"/>
                </a:cubicBezTo>
                <a:cubicBezTo>
                  <a:pt x="6706" y="37519"/>
                  <a:pt x="7330" y="37287"/>
                  <a:pt x="7810" y="36823"/>
                </a:cubicBezTo>
                <a:cubicBezTo>
                  <a:pt x="8354" y="36263"/>
                  <a:pt x="9083" y="35983"/>
                  <a:pt x="9815" y="35983"/>
                </a:cubicBezTo>
                <a:close/>
                <a:moveTo>
                  <a:pt x="9795" y="37327"/>
                </a:moveTo>
                <a:cubicBezTo>
                  <a:pt x="10523" y="37327"/>
                  <a:pt x="11251" y="37607"/>
                  <a:pt x="11811" y="38167"/>
                </a:cubicBezTo>
                <a:cubicBezTo>
                  <a:pt x="12268" y="38624"/>
                  <a:pt x="12883" y="38865"/>
                  <a:pt x="13501" y="38865"/>
                </a:cubicBezTo>
                <a:cubicBezTo>
                  <a:pt x="13923" y="38865"/>
                  <a:pt x="14347" y="38753"/>
                  <a:pt x="14724" y="38519"/>
                </a:cubicBezTo>
                <a:lnTo>
                  <a:pt x="14724" y="38519"/>
                </a:lnTo>
                <a:cubicBezTo>
                  <a:pt x="14628" y="38743"/>
                  <a:pt x="14500" y="38935"/>
                  <a:pt x="14372" y="39127"/>
                </a:cubicBezTo>
                <a:cubicBezTo>
                  <a:pt x="14089" y="39218"/>
                  <a:pt x="13799" y="39263"/>
                  <a:pt x="13511" y="39263"/>
                </a:cubicBezTo>
                <a:cubicBezTo>
                  <a:pt x="12786" y="39263"/>
                  <a:pt x="12073" y="38982"/>
                  <a:pt x="11523" y="38455"/>
                </a:cubicBezTo>
                <a:cubicBezTo>
                  <a:pt x="11043" y="37975"/>
                  <a:pt x="10419" y="37735"/>
                  <a:pt x="9795" y="37735"/>
                </a:cubicBezTo>
                <a:cubicBezTo>
                  <a:pt x="9171" y="37735"/>
                  <a:pt x="8546" y="37975"/>
                  <a:pt x="8066" y="38455"/>
                </a:cubicBezTo>
                <a:cubicBezTo>
                  <a:pt x="7525" y="38996"/>
                  <a:pt x="6796" y="39286"/>
                  <a:pt x="6060" y="39286"/>
                </a:cubicBezTo>
                <a:cubicBezTo>
                  <a:pt x="5620" y="39286"/>
                  <a:pt x="5177" y="39183"/>
                  <a:pt x="4770" y="38967"/>
                </a:cubicBezTo>
                <a:cubicBezTo>
                  <a:pt x="4610" y="38711"/>
                  <a:pt x="4450" y="38455"/>
                  <a:pt x="4322" y="38167"/>
                </a:cubicBezTo>
                <a:lnTo>
                  <a:pt x="4322" y="38167"/>
                </a:lnTo>
                <a:cubicBezTo>
                  <a:pt x="4802" y="38647"/>
                  <a:pt x="5426" y="38887"/>
                  <a:pt x="6050" y="38887"/>
                </a:cubicBezTo>
                <a:cubicBezTo>
                  <a:pt x="6674" y="38887"/>
                  <a:pt x="7298" y="38647"/>
                  <a:pt x="7778" y="38167"/>
                </a:cubicBezTo>
                <a:cubicBezTo>
                  <a:pt x="8338" y="37607"/>
                  <a:pt x="9067" y="37327"/>
                  <a:pt x="9795" y="37327"/>
                </a:cubicBezTo>
                <a:close/>
                <a:moveTo>
                  <a:pt x="9807" y="38639"/>
                </a:moveTo>
                <a:cubicBezTo>
                  <a:pt x="10539" y="38639"/>
                  <a:pt x="11267" y="38919"/>
                  <a:pt x="11811" y="39479"/>
                </a:cubicBezTo>
                <a:cubicBezTo>
                  <a:pt x="12259" y="39895"/>
                  <a:pt x="12867" y="40151"/>
                  <a:pt x="13475" y="40151"/>
                </a:cubicBezTo>
                <a:cubicBezTo>
                  <a:pt x="13315" y="40280"/>
                  <a:pt x="13123" y="40408"/>
                  <a:pt x="12963" y="40536"/>
                </a:cubicBezTo>
                <a:lnTo>
                  <a:pt x="12931" y="40536"/>
                </a:lnTo>
                <a:cubicBezTo>
                  <a:pt x="12419" y="40440"/>
                  <a:pt x="11907" y="40151"/>
                  <a:pt x="11523" y="39799"/>
                </a:cubicBezTo>
                <a:cubicBezTo>
                  <a:pt x="11043" y="39319"/>
                  <a:pt x="10419" y="39079"/>
                  <a:pt x="9795" y="39079"/>
                </a:cubicBezTo>
                <a:cubicBezTo>
                  <a:pt x="9171" y="39079"/>
                  <a:pt x="8546" y="39319"/>
                  <a:pt x="8066" y="39799"/>
                </a:cubicBezTo>
                <a:cubicBezTo>
                  <a:pt x="7586" y="40247"/>
                  <a:pt x="6946" y="40536"/>
                  <a:pt x="6274" y="40600"/>
                </a:cubicBezTo>
                <a:cubicBezTo>
                  <a:pt x="6082" y="40440"/>
                  <a:pt x="5890" y="40280"/>
                  <a:pt x="5730" y="40119"/>
                </a:cubicBezTo>
                <a:lnTo>
                  <a:pt x="5730" y="40119"/>
                </a:lnTo>
                <a:cubicBezTo>
                  <a:pt x="5862" y="40141"/>
                  <a:pt x="5993" y="40152"/>
                  <a:pt x="6122" y="40152"/>
                </a:cubicBezTo>
                <a:cubicBezTo>
                  <a:pt x="6745" y="40152"/>
                  <a:pt x="7328" y="39904"/>
                  <a:pt x="7778" y="39479"/>
                </a:cubicBezTo>
                <a:cubicBezTo>
                  <a:pt x="8338" y="38919"/>
                  <a:pt x="9075" y="38639"/>
                  <a:pt x="9807" y="38639"/>
                </a:cubicBezTo>
                <a:close/>
                <a:moveTo>
                  <a:pt x="9807" y="39983"/>
                </a:moveTo>
                <a:cubicBezTo>
                  <a:pt x="10539" y="39983"/>
                  <a:pt x="11267" y="40264"/>
                  <a:pt x="11811" y="40824"/>
                </a:cubicBezTo>
                <a:cubicBezTo>
                  <a:pt x="11939" y="40888"/>
                  <a:pt x="12035" y="40952"/>
                  <a:pt x="12131" y="41016"/>
                </a:cubicBezTo>
                <a:cubicBezTo>
                  <a:pt x="12003" y="41112"/>
                  <a:pt x="11843" y="41144"/>
                  <a:pt x="11683" y="41208"/>
                </a:cubicBezTo>
                <a:cubicBezTo>
                  <a:pt x="11619" y="41176"/>
                  <a:pt x="11587" y="41112"/>
                  <a:pt x="11555" y="41080"/>
                </a:cubicBezTo>
                <a:lnTo>
                  <a:pt x="11523" y="41112"/>
                </a:lnTo>
                <a:cubicBezTo>
                  <a:pt x="11043" y="40632"/>
                  <a:pt x="10419" y="40392"/>
                  <a:pt x="9795" y="40392"/>
                </a:cubicBezTo>
                <a:cubicBezTo>
                  <a:pt x="9171" y="40392"/>
                  <a:pt x="8546" y="40632"/>
                  <a:pt x="8066" y="41112"/>
                </a:cubicBezTo>
                <a:cubicBezTo>
                  <a:pt x="8002" y="41176"/>
                  <a:pt x="7906" y="41240"/>
                  <a:pt x="7778" y="41304"/>
                </a:cubicBezTo>
                <a:cubicBezTo>
                  <a:pt x="7618" y="41272"/>
                  <a:pt x="7458" y="41208"/>
                  <a:pt x="7298" y="41176"/>
                </a:cubicBezTo>
                <a:cubicBezTo>
                  <a:pt x="7490" y="41080"/>
                  <a:pt x="7650" y="40952"/>
                  <a:pt x="7778" y="40824"/>
                </a:cubicBezTo>
                <a:cubicBezTo>
                  <a:pt x="8338" y="40264"/>
                  <a:pt x="9075" y="39983"/>
                  <a:pt x="9807" y="39983"/>
                </a:cubicBezTo>
                <a:close/>
                <a:moveTo>
                  <a:pt x="10286" y="1"/>
                </a:moveTo>
                <a:cubicBezTo>
                  <a:pt x="8274" y="1"/>
                  <a:pt x="6257" y="1109"/>
                  <a:pt x="4578" y="3089"/>
                </a:cubicBezTo>
                <a:cubicBezTo>
                  <a:pt x="1345" y="6897"/>
                  <a:pt x="1" y="12946"/>
                  <a:pt x="993" y="19284"/>
                </a:cubicBezTo>
                <a:cubicBezTo>
                  <a:pt x="1185" y="20564"/>
                  <a:pt x="1441" y="21780"/>
                  <a:pt x="1665" y="22932"/>
                </a:cubicBezTo>
                <a:cubicBezTo>
                  <a:pt x="2305" y="26069"/>
                  <a:pt x="2881" y="29045"/>
                  <a:pt x="2625" y="32534"/>
                </a:cubicBezTo>
                <a:cubicBezTo>
                  <a:pt x="2401" y="35799"/>
                  <a:pt x="3233" y="38679"/>
                  <a:pt x="4866" y="40440"/>
                </a:cubicBezTo>
                <a:cubicBezTo>
                  <a:pt x="6062" y="41728"/>
                  <a:pt x="7728" y="42428"/>
                  <a:pt x="9470" y="42428"/>
                </a:cubicBezTo>
                <a:cubicBezTo>
                  <a:pt x="9546" y="42428"/>
                  <a:pt x="9622" y="42427"/>
                  <a:pt x="9699" y="42424"/>
                </a:cubicBezTo>
                <a:cubicBezTo>
                  <a:pt x="11843" y="42424"/>
                  <a:pt x="13859" y="41368"/>
                  <a:pt x="15076" y="39575"/>
                </a:cubicBezTo>
                <a:cubicBezTo>
                  <a:pt x="16484" y="37495"/>
                  <a:pt x="16676" y="34742"/>
                  <a:pt x="15620" y="31958"/>
                </a:cubicBezTo>
                <a:cubicBezTo>
                  <a:pt x="13924" y="27573"/>
                  <a:pt x="14436" y="25653"/>
                  <a:pt x="16388" y="21332"/>
                </a:cubicBezTo>
                <a:cubicBezTo>
                  <a:pt x="19333" y="14835"/>
                  <a:pt x="18116" y="7665"/>
                  <a:pt x="15748" y="3761"/>
                </a:cubicBezTo>
                <a:cubicBezTo>
                  <a:pt x="14372" y="1456"/>
                  <a:pt x="12547" y="144"/>
                  <a:pt x="10691" y="16"/>
                </a:cubicBezTo>
                <a:cubicBezTo>
                  <a:pt x="10556" y="6"/>
                  <a:pt x="10421" y="1"/>
                  <a:pt x="10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9" name="Google Shape;659;p42"/>
          <p:cNvGrpSpPr/>
          <p:nvPr/>
        </p:nvGrpSpPr>
        <p:grpSpPr>
          <a:xfrm rot="1782846">
            <a:off x="1465051" y="2042588"/>
            <a:ext cx="566245" cy="517196"/>
            <a:chOff x="1073929" y="2465056"/>
            <a:chExt cx="817332" cy="746534"/>
          </a:xfrm>
        </p:grpSpPr>
        <p:sp>
          <p:nvSpPr>
            <p:cNvPr id="660" name="Google Shape;660;p42"/>
            <p:cNvSpPr/>
            <p:nvPr/>
          </p:nvSpPr>
          <p:spPr>
            <a:xfrm rot="3148775">
              <a:off x="1649997" y="2537180"/>
              <a:ext cx="240878" cy="119711"/>
            </a:xfrm>
            <a:custGeom>
              <a:avLst/>
              <a:gdLst/>
              <a:ahLst/>
              <a:cxnLst/>
              <a:rect l="l" t="t" r="r" b="b"/>
              <a:pathLst>
                <a:path w="12900" h="6411" extrusionOk="0">
                  <a:moveTo>
                    <a:pt x="6634" y="1"/>
                  </a:moveTo>
                  <a:cubicBezTo>
                    <a:pt x="6536" y="1"/>
                    <a:pt x="6437" y="4"/>
                    <a:pt x="6338" y="9"/>
                  </a:cubicBezTo>
                  <a:cubicBezTo>
                    <a:pt x="3714" y="169"/>
                    <a:pt x="1377" y="2762"/>
                    <a:pt x="1" y="6410"/>
                  </a:cubicBezTo>
                  <a:cubicBezTo>
                    <a:pt x="1377" y="6378"/>
                    <a:pt x="2721" y="6250"/>
                    <a:pt x="4098" y="6058"/>
                  </a:cubicBezTo>
                  <a:cubicBezTo>
                    <a:pt x="4162" y="5930"/>
                    <a:pt x="4226" y="5802"/>
                    <a:pt x="4290" y="5674"/>
                  </a:cubicBezTo>
                  <a:cubicBezTo>
                    <a:pt x="5122" y="4266"/>
                    <a:pt x="6050" y="3626"/>
                    <a:pt x="6690" y="3594"/>
                  </a:cubicBezTo>
                  <a:cubicBezTo>
                    <a:pt x="7490" y="3594"/>
                    <a:pt x="8418" y="4106"/>
                    <a:pt x="9283" y="4938"/>
                  </a:cubicBezTo>
                  <a:cubicBezTo>
                    <a:pt x="10531" y="4586"/>
                    <a:pt x="11715" y="4170"/>
                    <a:pt x="12899" y="3690"/>
                  </a:cubicBezTo>
                  <a:cubicBezTo>
                    <a:pt x="11092" y="1362"/>
                    <a:pt x="8844" y="1"/>
                    <a:pt x="66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42"/>
            <p:cNvSpPr/>
            <p:nvPr/>
          </p:nvSpPr>
          <p:spPr>
            <a:xfrm rot="3148775">
              <a:off x="1730810" y="2690090"/>
              <a:ext cx="98032" cy="101617"/>
            </a:xfrm>
            <a:custGeom>
              <a:avLst/>
              <a:gdLst/>
              <a:ahLst/>
              <a:cxnLst/>
              <a:rect l="l" t="t" r="r" b="b"/>
              <a:pathLst>
                <a:path w="5250" h="5442" extrusionOk="0">
                  <a:moveTo>
                    <a:pt x="3425" y="0"/>
                  </a:moveTo>
                  <a:cubicBezTo>
                    <a:pt x="2305" y="480"/>
                    <a:pt x="1153" y="928"/>
                    <a:pt x="1" y="1280"/>
                  </a:cubicBezTo>
                  <a:cubicBezTo>
                    <a:pt x="897" y="2561"/>
                    <a:pt x="1569" y="3969"/>
                    <a:pt x="1985" y="5441"/>
                  </a:cubicBezTo>
                  <a:cubicBezTo>
                    <a:pt x="3105" y="4993"/>
                    <a:pt x="4194" y="4481"/>
                    <a:pt x="5250" y="3905"/>
                  </a:cubicBezTo>
                  <a:cubicBezTo>
                    <a:pt x="4802" y="2529"/>
                    <a:pt x="4194" y="1216"/>
                    <a:pt x="34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42"/>
            <p:cNvSpPr/>
            <p:nvPr/>
          </p:nvSpPr>
          <p:spPr>
            <a:xfrm rot="3148775">
              <a:off x="1563381" y="2547890"/>
              <a:ext cx="87276" cy="96837"/>
            </a:xfrm>
            <a:custGeom>
              <a:avLst/>
              <a:gdLst/>
              <a:ahLst/>
              <a:cxnLst/>
              <a:rect l="l" t="t" r="r" b="b"/>
              <a:pathLst>
                <a:path w="4674" h="5186" extrusionOk="0">
                  <a:moveTo>
                    <a:pt x="4673" y="1"/>
                  </a:moveTo>
                  <a:lnTo>
                    <a:pt x="4673" y="1"/>
                  </a:lnTo>
                  <a:cubicBezTo>
                    <a:pt x="3393" y="129"/>
                    <a:pt x="2113" y="225"/>
                    <a:pt x="801" y="257"/>
                  </a:cubicBezTo>
                  <a:cubicBezTo>
                    <a:pt x="353" y="1857"/>
                    <a:pt x="65" y="3521"/>
                    <a:pt x="1" y="5186"/>
                  </a:cubicBezTo>
                  <a:cubicBezTo>
                    <a:pt x="1217" y="5186"/>
                    <a:pt x="2401" y="5122"/>
                    <a:pt x="3617" y="4993"/>
                  </a:cubicBezTo>
                  <a:cubicBezTo>
                    <a:pt x="3713" y="3297"/>
                    <a:pt x="4065" y="1601"/>
                    <a:pt x="46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42"/>
            <p:cNvSpPr/>
            <p:nvPr/>
          </p:nvSpPr>
          <p:spPr>
            <a:xfrm rot="3148775">
              <a:off x="1479222" y="2620030"/>
              <a:ext cx="75923" cy="77716"/>
            </a:xfrm>
            <a:custGeom>
              <a:avLst/>
              <a:gdLst/>
              <a:ahLst/>
              <a:cxnLst/>
              <a:rect l="l" t="t" r="r" b="b"/>
              <a:pathLst>
                <a:path w="4066" h="4162" extrusionOk="0">
                  <a:moveTo>
                    <a:pt x="3585" y="1"/>
                  </a:moveTo>
                  <a:cubicBezTo>
                    <a:pt x="2401" y="97"/>
                    <a:pt x="1217" y="161"/>
                    <a:pt x="1" y="161"/>
                  </a:cubicBezTo>
                  <a:cubicBezTo>
                    <a:pt x="1" y="1505"/>
                    <a:pt x="161" y="2849"/>
                    <a:pt x="449" y="4162"/>
                  </a:cubicBezTo>
                  <a:cubicBezTo>
                    <a:pt x="1665" y="4162"/>
                    <a:pt x="2881" y="4065"/>
                    <a:pt x="4065" y="3937"/>
                  </a:cubicBezTo>
                  <a:cubicBezTo>
                    <a:pt x="3745" y="2625"/>
                    <a:pt x="3585" y="1313"/>
                    <a:pt x="35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42"/>
            <p:cNvSpPr/>
            <p:nvPr/>
          </p:nvSpPr>
          <p:spPr>
            <a:xfrm rot="3148775">
              <a:off x="1686099" y="2774302"/>
              <a:ext cx="72917" cy="98013"/>
            </a:xfrm>
            <a:custGeom>
              <a:avLst/>
              <a:gdLst/>
              <a:ahLst/>
              <a:cxnLst/>
              <a:rect l="l" t="t" r="r" b="b"/>
              <a:pathLst>
                <a:path w="3905" h="5249" extrusionOk="0">
                  <a:moveTo>
                    <a:pt x="3329" y="0"/>
                  </a:moveTo>
                  <a:cubicBezTo>
                    <a:pt x="2241" y="576"/>
                    <a:pt x="1152" y="1088"/>
                    <a:pt x="0" y="1536"/>
                  </a:cubicBezTo>
                  <a:cubicBezTo>
                    <a:pt x="256" y="2753"/>
                    <a:pt x="416" y="4001"/>
                    <a:pt x="448" y="5249"/>
                  </a:cubicBezTo>
                  <a:cubicBezTo>
                    <a:pt x="1632" y="4737"/>
                    <a:pt x="2817" y="4129"/>
                    <a:pt x="3905" y="3457"/>
                  </a:cubicBezTo>
                  <a:cubicBezTo>
                    <a:pt x="3809" y="2304"/>
                    <a:pt x="3617" y="1120"/>
                    <a:pt x="33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42"/>
            <p:cNvSpPr/>
            <p:nvPr/>
          </p:nvSpPr>
          <p:spPr>
            <a:xfrm rot="3148775">
              <a:off x="1405894" y="2699276"/>
              <a:ext cx="96837" cy="78313"/>
            </a:xfrm>
            <a:custGeom>
              <a:avLst/>
              <a:gdLst/>
              <a:ahLst/>
              <a:cxnLst/>
              <a:rect l="l" t="t" r="r" b="b"/>
              <a:pathLst>
                <a:path w="5186" h="4194" extrusionOk="0">
                  <a:moveTo>
                    <a:pt x="3649" y="1"/>
                  </a:moveTo>
                  <a:cubicBezTo>
                    <a:pt x="2465" y="129"/>
                    <a:pt x="1249" y="225"/>
                    <a:pt x="1" y="257"/>
                  </a:cubicBezTo>
                  <a:cubicBezTo>
                    <a:pt x="257" y="1217"/>
                    <a:pt x="609" y="2177"/>
                    <a:pt x="1025" y="3105"/>
                  </a:cubicBezTo>
                  <a:cubicBezTo>
                    <a:pt x="1185" y="3521"/>
                    <a:pt x="1345" y="3841"/>
                    <a:pt x="1505" y="4193"/>
                  </a:cubicBezTo>
                  <a:cubicBezTo>
                    <a:pt x="2753" y="4129"/>
                    <a:pt x="3969" y="3969"/>
                    <a:pt x="5186" y="3809"/>
                  </a:cubicBezTo>
                  <a:cubicBezTo>
                    <a:pt x="4898" y="3105"/>
                    <a:pt x="4610" y="2401"/>
                    <a:pt x="4258" y="1633"/>
                  </a:cubicBezTo>
                  <a:cubicBezTo>
                    <a:pt x="4033" y="1089"/>
                    <a:pt x="3841" y="545"/>
                    <a:pt x="36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42"/>
            <p:cNvSpPr/>
            <p:nvPr/>
          </p:nvSpPr>
          <p:spPr>
            <a:xfrm rot="3148775">
              <a:off x="1606695" y="2828957"/>
              <a:ext cx="76502" cy="109403"/>
            </a:xfrm>
            <a:custGeom>
              <a:avLst/>
              <a:gdLst/>
              <a:ahLst/>
              <a:cxnLst/>
              <a:rect l="l" t="t" r="r" b="b"/>
              <a:pathLst>
                <a:path w="4097" h="5859" extrusionOk="0">
                  <a:moveTo>
                    <a:pt x="4065" y="1"/>
                  </a:moveTo>
                  <a:lnTo>
                    <a:pt x="4065" y="1"/>
                  </a:lnTo>
                  <a:cubicBezTo>
                    <a:pt x="2913" y="673"/>
                    <a:pt x="1728" y="1249"/>
                    <a:pt x="512" y="1761"/>
                  </a:cubicBezTo>
                  <a:cubicBezTo>
                    <a:pt x="480" y="2721"/>
                    <a:pt x="384" y="3682"/>
                    <a:pt x="224" y="4642"/>
                  </a:cubicBezTo>
                  <a:cubicBezTo>
                    <a:pt x="160" y="5058"/>
                    <a:pt x="96" y="5442"/>
                    <a:pt x="0" y="5858"/>
                  </a:cubicBezTo>
                  <a:cubicBezTo>
                    <a:pt x="1344" y="5282"/>
                    <a:pt x="2657" y="4642"/>
                    <a:pt x="3905" y="3906"/>
                  </a:cubicBezTo>
                  <a:cubicBezTo>
                    <a:pt x="4065" y="2593"/>
                    <a:pt x="4097" y="1313"/>
                    <a:pt x="4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42"/>
            <p:cNvSpPr/>
            <p:nvPr/>
          </p:nvSpPr>
          <p:spPr>
            <a:xfrm rot="3148775">
              <a:off x="1305548" y="2489044"/>
              <a:ext cx="318556" cy="741082"/>
            </a:xfrm>
            <a:custGeom>
              <a:avLst/>
              <a:gdLst/>
              <a:ahLst/>
              <a:cxnLst/>
              <a:rect l="l" t="t" r="r" b="b"/>
              <a:pathLst>
                <a:path w="17060" h="39688" extrusionOk="0">
                  <a:moveTo>
                    <a:pt x="7554" y="0"/>
                  </a:moveTo>
                  <a:cubicBezTo>
                    <a:pt x="7042" y="384"/>
                    <a:pt x="6626" y="896"/>
                    <a:pt x="6338" y="1472"/>
                  </a:cubicBezTo>
                  <a:cubicBezTo>
                    <a:pt x="4449" y="4577"/>
                    <a:pt x="3681" y="10370"/>
                    <a:pt x="5922" y="15331"/>
                  </a:cubicBezTo>
                  <a:cubicBezTo>
                    <a:pt x="6530" y="16675"/>
                    <a:pt x="7042" y="17891"/>
                    <a:pt x="7458" y="19076"/>
                  </a:cubicBezTo>
                  <a:cubicBezTo>
                    <a:pt x="5794" y="19396"/>
                    <a:pt x="4129" y="19652"/>
                    <a:pt x="2465" y="19748"/>
                  </a:cubicBezTo>
                  <a:lnTo>
                    <a:pt x="7650" y="19748"/>
                  </a:lnTo>
                  <a:cubicBezTo>
                    <a:pt x="8386" y="22084"/>
                    <a:pt x="8514" y="24581"/>
                    <a:pt x="8002" y="26949"/>
                  </a:cubicBezTo>
                  <a:lnTo>
                    <a:pt x="2881" y="27365"/>
                  </a:lnTo>
                  <a:cubicBezTo>
                    <a:pt x="2721" y="27909"/>
                    <a:pt x="2529" y="28485"/>
                    <a:pt x="2305" y="29093"/>
                  </a:cubicBezTo>
                  <a:cubicBezTo>
                    <a:pt x="1" y="35047"/>
                    <a:pt x="3649" y="39687"/>
                    <a:pt x="8226" y="39687"/>
                  </a:cubicBezTo>
                  <a:cubicBezTo>
                    <a:pt x="13603" y="39687"/>
                    <a:pt x="15716" y="34758"/>
                    <a:pt x="15364" y="29542"/>
                  </a:cubicBezTo>
                  <a:cubicBezTo>
                    <a:pt x="15300" y="28517"/>
                    <a:pt x="15300" y="27461"/>
                    <a:pt x="15364" y="26437"/>
                  </a:cubicBezTo>
                  <a:lnTo>
                    <a:pt x="15364" y="26437"/>
                  </a:lnTo>
                  <a:lnTo>
                    <a:pt x="10435" y="26821"/>
                  </a:lnTo>
                  <a:cubicBezTo>
                    <a:pt x="10531" y="24453"/>
                    <a:pt x="10819" y="22084"/>
                    <a:pt x="11299" y="19780"/>
                  </a:cubicBezTo>
                  <a:lnTo>
                    <a:pt x="16292" y="19780"/>
                  </a:lnTo>
                  <a:cubicBezTo>
                    <a:pt x="16548" y="18435"/>
                    <a:pt x="16836" y="17091"/>
                    <a:pt x="17060" y="15651"/>
                  </a:cubicBezTo>
                  <a:lnTo>
                    <a:pt x="17060" y="15651"/>
                  </a:lnTo>
                  <a:cubicBezTo>
                    <a:pt x="15332" y="16579"/>
                    <a:pt x="13507" y="17379"/>
                    <a:pt x="11651" y="17987"/>
                  </a:cubicBezTo>
                  <a:cubicBezTo>
                    <a:pt x="11875" y="16803"/>
                    <a:pt x="12099" y="15683"/>
                    <a:pt x="12291" y="14499"/>
                  </a:cubicBezTo>
                  <a:cubicBezTo>
                    <a:pt x="13283" y="8290"/>
                    <a:pt x="11587" y="3681"/>
                    <a:pt x="9698" y="1440"/>
                  </a:cubicBezTo>
                  <a:cubicBezTo>
                    <a:pt x="8834" y="448"/>
                    <a:pt x="8002" y="0"/>
                    <a:pt x="75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8" name="Google Shape;668;p42"/>
          <p:cNvGrpSpPr/>
          <p:nvPr/>
        </p:nvGrpSpPr>
        <p:grpSpPr>
          <a:xfrm rot="1782846">
            <a:off x="1093001" y="1758112"/>
            <a:ext cx="584614" cy="492679"/>
            <a:chOff x="513744" y="1775241"/>
            <a:chExt cx="843848" cy="711146"/>
          </a:xfrm>
        </p:grpSpPr>
        <p:sp>
          <p:nvSpPr>
            <p:cNvPr id="669" name="Google Shape;669;p42"/>
            <p:cNvSpPr/>
            <p:nvPr/>
          </p:nvSpPr>
          <p:spPr>
            <a:xfrm rot="3148775">
              <a:off x="1116312" y="1847343"/>
              <a:ext cx="240859" cy="119785"/>
            </a:xfrm>
            <a:custGeom>
              <a:avLst/>
              <a:gdLst/>
              <a:ahLst/>
              <a:cxnLst/>
              <a:rect l="l" t="t" r="r" b="b"/>
              <a:pathLst>
                <a:path w="12899" h="6415" extrusionOk="0">
                  <a:moveTo>
                    <a:pt x="6191" y="1"/>
                  </a:moveTo>
                  <a:cubicBezTo>
                    <a:pt x="4005" y="1"/>
                    <a:pt x="1788" y="1330"/>
                    <a:pt x="1" y="3662"/>
                  </a:cubicBezTo>
                  <a:cubicBezTo>
                    <a:pt x="1185" y="4174"/>
                    <a:pt x="2401" y="4590"/>
                    <a:pt x="3617" y="4942"/>
                  </a:cubicBezTo>
                  <a:cubicBezTo>
                    <a:pt x="4513" y="4078"/>
                    <a:pt x="5442" y="3566"/>
                    <a:pt x="6242" y="3566"/>
                  </a:cubicBezTo>
                  <a:cubicBezTo>
                    <a:pt x="6850" y="3598"/>
                    <a:pt x="7778" y="4238"/>
                    <a:pt x="8642" y="5647"/>
                  </a:cubicBezTo>
                  <a:cubicBezTo>
                    <a:pt x="8706" y="5775"/>
                    <a:pt x="8738" y="5903"/>
                    <a:pt x="8834" y="6031"/>
                  </a:cubicBezTo>
                  <a:cubicBezTo>
                    <a:pt x="10178" y="6223"/>
                    <a:pt x="11523" y="6351"/>
                    <a:pt x="12899" y="6415"/>
                  </a:cubicBezTo>
                  <a:cubicBezTo>
                    <a:pt x="11523" y="2734"/>
                    <a:pt x="9186" y="174"/>
                    <a:pt x="6562" y="13"/>
                  </a:cubicBezTo>
                  <a:cubicBezTo>
                    <a:pt x="6438" y="5"/>
                    <a:pt x="6315" y="1"/>
                    <a:pt x="61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42"/>
            <p:cNvSpPr/>
            <p:nvPr/>
          </p:nvSpPr>
          <p:spPr>
            <a:xfrm rot="3148775">
              <a:off x="1152671" y="2016549"/>
              <a:ext cx="86081" cy="96837"/>
            </a:xfrm>
            <a:custGeom>
              <a:avLst/>
              <a:gdLst/>
              <a:ahLst/>
              <a:cxnLst/>
              <a:rect l="l" t="t" r="r" b="b"/>
              <a:pathLst>
                <a:path w="4610" h="5186" extrusionOk="0">
                  <a:moveTo>
                    <a:pt x="0" y="1"/>
                  </a:moveTo>
                  <a:lnTo>
                    <a:pt x="0" y="1"/>
                  </a:lnTo>
                  <a:cubicBezTo>
                    <a:pt x="608" y="1601"/>
                    <a:pt x="961" y="3297"/>
                    <a:pt x="1025" y="4994"/>
                  </a:cubicBezTo>
                  <a:cubicBezTo>
                    <a:pt x="2209" y="5122"/>
                    <a:pt x="3393" y="5186"/>
                    <a:pt x="4609" y="5186"/>
                  </a:cubicBezTo>
                  <a:cubicBezTo>
                    <a:pt x="4545" y="3522"/>
                    <a:pt x="4289" y="1857"/>
                    <a:pt x="3809" y="257"/>
                  </a:cubicBezTo>
                  <a:cubicBezTo>
                    <a:pt x="2529" y="257"/>
                    <a:pt x="1249" y="129"/>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42"/>
            <p:cNvSpPr/>
            <p:nvPr/>
          </p:nvSpPr>
          <p:spPr>
            <a:xfrm rot="3148775">
              <a:off x="1051975" y="1810359"/>
              <a:ext cx="98032" cy="101617"/>
            </a:xfrm>
            <a:custGeom>
              <a:avLst/>
              <a:gdLst/>
              <a:ahLst/>
              <a:cxnLst/>
              <a:rect l="l" t="t" r="r" b="b"/>
              <a:pathLst>
                <a:path w="5250" h="5442" extrusionOk="0">
                  <a:moveTo>
                    <a:pt x="1792" y="0"/>
                  </a:moveTo>
                  <a:cubicBezTo>
                    <a:pt x="1024" y="1217"/>
                    <a:pt x="416" y="2529"/>
                    <a:pt x="0" y="3905"/>
                  </a:cubicBezTo>
                  <a:cubicBezTo>
                    <a:pt x="1056" y="4481"/>
                    <a:pt x="2144" y="4993"/>
                    <a:pt x="3265" y="5441"/>
                  </a:cubicBezTo>
                  <a:cubicBezTo>
                    <a:pt x="3681" y="3969"/>
                    <a:pt x="4353" y="2561"/>
                    <a:pt x="5249" y="1281"/>
                  </a:cubicBezTo>
                  <a:cubicBezTo>
                    <a:pt x="4065" y="929"/>
                    <a:pt x="2913" y="480"/>
                    <a:pt x="1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42"/>
            <p:cNvSpPr/>
            <p:nvPr/>
          </p:nvSpPr>
          <p:spPr>
            <a:xfrm rot="3148775">
              <a:off x="969746" y="1845732"/>
              <a:ext cx="72936" cy="98032"/>
            </a:xfrm>
            <a:custGeom>
              <a:avLst/>
              <a:gdLst/>
              <a:ahLst/>
              <a:cxnLst/>
              <a:rect l="l" t="t" r="r" b="b"/>
              <a:pathLst>
                <a:path w="3906" h="5250" extrusionOk="0">
                  <a:moveTo>
                    <a:pt x="577" y="0"/>
                  </a:moveTo>
                  <a:cubicBezTo>
                    <a:pt x="289" y="1121"/>
                    <a:pt x="97" y="2305"/>
                    <a:pt x="1" y="3457"/>
                  </a:cubicBezTo>
                  <a:cubicBezTo>
                    <a:pt x="1089" y="4129"/>
                    <a:pt x="2273" y="4737"/>
                    <a:pt x="3458" y="5249"/>
                  </a:cubicBezTo>
                  <a:cubicBezTo>
                    <a:pt x="3490" y="4001"/>
                    <a:pt x="3650" y="2753"/>
                    <a:pt x="3906" y="1537"/>
                  </a:cubicBezTo>
                  <a:cubicBezTo>
                    <a:pt x="2753" y="1089"/>
                    <a:pt x="1665" y="576"/>
                    <a:pt x="5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42"/>
            <p:cNvSpPr/>
            <p:nvPr/>
          </p:nvSpPr>
          <p:spPr>
            <a:xfrm rot="3148775">
              <a:off x="1074330" y="2096281"/>
              <a:ext cx="75923" cy="78295"/>
            </a:xfrm>
            <a:custGeom>
              <a:avLst/>
              <a:gdLst/>
              <a:ahLst/>
              <a:cxnLst/>
              <a:rect l="l" t="t" r="r" b="b"/>
              <a:pathLst>
                <a:path w="4066" h="4193" extrusionOk="0">
                  <a:moveTo>
                    <a:pt x="481" y="0"/>
                  </a:moveTo>
                  <a:cubicBezTo>
                    <a:pt x="481" y="1344"/>
                    <a:pt x="321" y="2657"/>
                    <a:pt x="0" y="3969"/>
                  </a:cubicBezTo>
                  <a:cubicBezTo>
                    <a:pt x="1217" y="4097"/>
                    <a:pt x="2401" y="4161"/>
                    <a:pt x="3617" y="4193"/>
                  </a:cubicBezTo>
                  <a:cubicBezTo>
                    <a:pt x="3873" y="2881"/>
                    <a:pt x="4033" y="1536"/>
                    <a:pt x="4065" y="192"/>
                  </a:cubicBezTo>
                  <a:cubicBezTo>
                    <a:pt x="2849" y="192"/>
                    <a:pt x="1665" y="96"/>
                    <a:pt x="4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42"/>
            <p:cNvSpPr/>
            <p:nvPr/>
          </p:nvSpPr>
          <p:spPr>
            <a:xfrm rot="3148775">
              <a:off x="889378" y="1899938"/>
              <a:ext cx="76521" cy="108787"/>
            </a:xfrm>
            <a:custGeom>
              <a:avLst/>
              <a:gdLst/>
              <a:ahLst/>
              <a:cxnLst/>
              <a:rect l="l" t="t" r="r" b="b"/>
              <a:pathLst>
                <a:path w="4098" h="5826" extrusionOk="0">
                  <a:moveTo>
                    <a:pt x="33" y="0"/>
                  </a:moveTo>
                  <a:lnTo>
                    <a:pt x="33" y="0"/>
                  </a:lnTo>
                  <a:cubicBezTo>
                    <a:pt x="1" y="1280"/>
                    <a:pt x="33" y="2593"/>
                    <a:pt x="193" y="3873"/>
                  </a:cubicBezTo>
                  <a:cubicBezTo>
                    <a:pt x="1441" y="4641"/>
                    <a:pt x="2753" y="5281"/>
                    <a:pt x="4098" y="5825"/>
                  </a:cubicBezTo>
                  <a:cubicBezTo>
                    <a:pt x="4034" y="5409"/>
                    <a:pt x="3938" y="5025"/>
                    <a:pt x="3874" y="4609"/>
                  </a:cubicBezTo>
                  <a:cubicBezTo>
                    <a:pt x="3714" y="3649"/>
                    <a:pt x="3650" y="2689"/>
                    <a:pt x="3618" y="1729"/>
                  </a:cubicBezTo>
                  <a:cubicBezTo>
                    <a:pt x="2369" y="1216"/>
                    <a:pt x="1185" y="640"/>
                    <a:pt x="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42"/>
            <p:cNvSpPr/>
            <p:nvPr/>
          </p:nvSpPr>
          <p:spPr>
            <a:xfrm rot="3148775">
              <a:off x="970796" y="2136191"/>
              <a:ext cx="96837" cy="78892"/>
            </a:xfrm>
            <a:custGeom>
              <a:avLst/>
              <a:gdLst/>
              <a:ahLst/>
              <a:cxnLst/>
              <a:rect l="l" t="t" r="r" b="b"/>
              <a:pathLst>
                <a:path w="5186" h="4225" extrusionOk="0">
                  <a:moveTo>
                    <a:pt x="1536" y="0"/>
                  </a:moveTo>
                  <a:cubicBezTo>
                    <a:pt x="1376" y="576"/>
                    <a:pt x="1152" y="1120"/>
                    <a:pt x="928" y="1664"/>
                  </a:cubicBezTo>
                  <a:cubicBezTo>
                    <a:pt x="576" y="2432"/>
                    <a:pt x="288" y="3137"/>
                    <a:pt x="0" y="3841"/>
                  </a:cubicBezTo>
                  <a:cubicBezTo>
                    <a:pt x="1216" y="4001"/>
                    <a:pt x="2433" y="4161"/>
                    <a:pt x="3681" y="4225"/>
                  </a:cubicBezTo>
                  <a:cubicBezTo>
                    <a:pt x="3841" y="3873"/>
                    <a:pt x="4001" y="3521"/>
                    <a:pt x="4161" y="3137"/>
                  </a:cubicBezTo>
                  <a:cubicBezTo>
                    <a:pt x="4577" y="2208"/>
                    <a:pt x="4929" y="1248"/>
                    <a:pt x="5185" y="256"/>
                  </a:cubicBezTo>
                  <a:cubicBezTo>
                    <a:pt x="3937" y="224"/>
                    <a:pt x="2721" y="128"/>
                    <a:pt x="1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42"/>
            <p:cNvSpPr/>
            <p:nvPr/>
          </p:nvSpPr>
          <p:spPr>
            <a:xfrm rot="3148775">
              <a:off x="745359" y="1763833"/>
              <a:ext cx="318575" cy="741082"/>
            </a:xfrm>
            <a:custGeom>
              <a:avLst/>
              <a:gdLst/>
              <a:ahLst/>
              <a:cxnLst/>
              <a:rect l="l" t="t" r="r" b="b"/>
              <a:pathLst>
                <a:path w="17061" h="39688" extrusionOk="0">
                  <a:moveTo>
                    <a:pt x="9379" y="0"/>
                  </a:moveTo>
                  <a:cubicBezTo>
                    <a:pt x="9059" y="0"/>
                    <a:pt x="8226" y="480"/>
                    <a:pt x="7394" y="1441"/>
                  </a:cubicBezTo>
                  <a:cubicBezTo>
                    <a:pt x="5474" y="3681"/>
                    <a:pt x="3778" y="8258"/>
                    <a:pt x="4770" y="14499"/>
                  </a:cubicBezTo>
                  <a:cubicBezTo>
                    <a:pt x="4962" y="15683"/>
                    <a:pt x="5186" y="16868"/>
                    <a:pt x="5410" y="17988"/>
                  </a:cubicBezTo>
                  <a:cubicBezTo>
                    <a:pt x="3554" y="17380"/>
                    <a:pt x="1729" y="16579"/>
                    <a:pt x="1" y="15651"/>
                  </a:cubicBezTo>
                  <a:lnTo>
                    <a:pt x="1" y="15651"/>
                  </a:lnTo>
                  <a:cubicBezTo>
                    <a:pt x="225" y="17060"/>
                    <a:pt x="513" y="18436"/>
                    <a:pt x="769" y="19748"/>
                  </a:cubicBezTo>
                  <a:lnTo>
                    <a:pt x="5762" y="19748"/>
                  </a:lnTo>
                  <a:cubicBezTo>
                    <a:pt x="6242" y="22084"/>
                    <a:pt x="6530" y="24421"/>
                    <a:pt x="6626" y="26789"/>
                  </a:cubicBezTo>
                  <a:lnTo>
                    <a:pt x="1697" y="26437"/>
                  </a:lnTo>
                  <a:lnTo>
                    <a:pt x="1697" y="26437"/>
                  </a:lnTo>
                  <a:cubicBezTo>
                    <a:pt x="1761" y="27461"/>
                    <a:pt x="1761" y="28518"/>
                    <a:pt x="1697" y="29542"/>
                  </a:cubicBezTo>
                  <a:cubicBezTo>
                    <a:pt x="1346" y="34774"/>
                    <a:pt x="3444" y="39688"/>
                    <a:pt x="8783" y="39688"/>
                  </a:cubicBezTo>
                  <a:cubicBezTo>
                    <a:pt x="8800" y="39688"/>
                    <a:pt x="8817" y="39688"/>
                    <a:pt x="8835" y="39688"/>
                  </a:cubicBezTo>
                  <a:cubicBezTo>
                    <a:pt x="13411" y="39688"/>
                    <a:pt x="17060" y="35047"/>
                    <a:pt x="14756" y="29094"/>
                  </a:cubicBezTo>
                  <a:cubicBezTo>
                    <a:pt x="14532" y="28486"/>
                    <a:pt x="14340" y="27910"/>
                    <a:pt x="14180" y="27365"/>
                  </a:cubicBezTo>
                  <a:lnTo>
                    <a:pt x="9059" y="26981"/>
                  </a:lnTo>
                  <a:cubicBezTo>
                    <a:pt x="8547" y="24581"/>
                    <a:pt x="8675" y="22084"/>
                    <a:pt x="9411" y="19780"/>
                  </a:cubicBezTo>
                  <a:lnTo>
                    <a:pt x="14596" y="19780"/>
                  </a:lnTo>
                  <a:cubicBezTo>
                    <a:pt x="12899" y="19652"/>
                    <a:pt x="11267" y="19428"/>
                    <a:pt x="9603" y="19076"/>
                  </a:cubicBezTo>
                  <a:cubicBezTo>
                    <a:pt x="10019" y="17892"/>
                    <a:pt x="10531" y="16675"/>
                    <a:pt x="11139" y="15331"/>
                  </a:cubicBezTo>
                  <a:cubicBezTo>
                    <a:pt x="13379" y="10370"/>
                    <a:pt x="12643" y="4577"/>
                    <a:pt x="10723" y="1473"/>
                  </a:cubicBezTo>
                  <a:cubicBezTo>
                    <a:pt x="10083" y="384"/>
                    <a:pt x="9539" y="32"/>
                    <a:pt x="93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7" name="Google Shape;677;p42"/>
          <p:cNvGrpSpPr/>
          <p:nvPr/>
        </p:nvGrpSpPr>
        <p:grpSpPr>
          <a:xfrm rot="280668">
            <a:off x="2309883" y="1395209"/>
            <a:ext cx="566254" cy="517205"/>
            <a:chOff x="1073929" y="2465056"/>
            <a:chExt cx="817332" cy="746534"/>
          </a:xfrm>
        </p:grpSpPr>
        <p:sp>
          <p:nvSpPr>
            <p:cNvPr id="678" name="Google Shape;678;p42"/>
            <p:cNvSpPr/>
            <p:nvPr/>
          </p:nvSpPr>
          <p:spPr>
            <a:xfrm rot="3148775">
              <a:off x="1649997" y="2537180"/>
              <a:ext cx="240878" cy="119711"/>
            </a:xfrm>
            <a:custGeom>
              <a:avLst/>
              <a:gdLst/>
              <a:ahLst/>
              <a:cxnLst/>
              <a:rect l="l" t="t" r="r" b="b"/>
              <a:pathLst>
                <a:path w="12900" h="6411" extrusionOk="0">
                  <a:moveTo>
                    <a:pt x="6634" y="1"/>
                  </a:moveTo>
                  <a:cubicBezTo>
                    <a:pt x="6536" y="1"/>
                    <a:pt x="6437" y="4"/>
                    <a:pt x="6338" y="9"/>
                  </a:cubicBezTo>
                  <a:cubicBezTo>
                    <a:pt x="3714" y="169"/>
                    <a:pt x="1377" y="2762"/>
                    <a:pt x="1" y="6410"/>
                  </a:cubicBezTo>
                  <a:cubicBezTo>
                    <a:pt x="1377" y="6378"/>
                    <a:pt x="2721" y="6250"/>
                    <a:pt x="4098" y="6058"/>
                  </a:cubicBezTo>
                  <a:cubicBezTo>
                    <a:pt x="4162" y="5930"/>
                    <a:pt x="4226" y="5802"/>
                    <a:pt x="4290" y="5674"/>
                  </a:cubicBezTo>
                  <a:cubicBezTo>
                    <a:pt x="5122" y="4266"/>
                    <a:pt x="6050" y="3626"/>
                    <a:pt x="6690" y="3594"/>
                  </a:cubicBezTo>
                  <a:cubicBezTo>
                    <a:pt x="7490" y="3594"/>
                    <a:pt x="8418" y="4106"/>
                    <a:pt x="9283" y="4938"/>
                  </a:cubicBezTo>
                  <a:cubicBezTo>
                    <a:pt x="10531" y="4586"/>
                    <a:pt x="11715" y="4170"/>
                    <a:pt x="12899" y="3690"/>
                  </a:cubicBezTo>
                  <a:cubicBezTo>
                    <a:pt x="11092" y="1362"/>
                    <a:pt x="8844" y="1"/>
                    <a:pt x="66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42"/>
            <p:cNvSpPr/>
            <p:nvPr/>
          </p:nvSpPr>
          <p:spPr>
            <a:xfrm rot="3148775">
              <a:off x="1730810" y="2690090"/>
              <a:ext cx="98032" cy="101617"/>
            </a:xfrm>
            <a:custGeom>
              <a:avLst/>
              <a:gdLst/>
              <a:ahLst/>
              <a:cxnLst/>
              <a:rect l="l" t="t" r="r" b="b"/>
              <a:pathLst>
                <a:path w="5250" h="5442" extrusionOk="0">
                  <a:moveTo>
                    <a:pt x="3425" y="0"/>
                  </a:moveTo>
                  <a:cubicBezTo>
                    <a:pt x="2305" y="480"/>
                    <a:pt x="1153" y="928"/>
                    <a:pt x="1" y="1280"/>
                  </a:cubicBezTo>
                  <a:cubicBezTo>
                    <a:pt x="897" y="2561"/>
                    <a:pt x="1569" y="3969"/>
                    <a:pt x="1985" y="5441"/>
                  </a:cubicBezTo>
                  <a:cubicBezTo>
                    <a:pt x="3105" y="4993"/>
                    <a:pt x="4194" y="4481"/>
                    <a:pt x="5250" y="3905"/>
                  </a:cubicBezTo>
                  <a:cubicBezTo>
                    <a:pt x="4802" y="2529"/>
                    <a:pt x="4194" y="1216"/>
                    <a:pt x="34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42"/>
            <p:cNvSpPr/>
            <p:nvPr/>
          </p:nvSpPr>
          <p:spPr>
            <a:xfrm rot="3148775">
              <a:off x="1563381" y="2547890"/>
              <a:ext cx="87276" cy="96837"/>
            </a:xfrm>
            <a:custGeom>
              <a:avLst/>
              <a:gdLst/>
              <a:ahLst/>
              <a:cxnLst/>
              <a:rect l="l" t="t" r="r" b="b"/>
              <a:pathLst>
                <a:path w="4674" h="5186" extrusionOk="0">
                  <a:moveTo>
                    <a:pt x="4673" y="1"/>
                  </a:moveTo>
                  <a:lnTo>
                    <a:pt x="4673" y="1"/>
                  </a:lnTo>
                  <a:cubicBezTo>
                    <a:pt x="3393" y="129"/>
                    <a:pt x="2113" y="225"/>
                    <a:pt x="801" y="257"/>
                  </a:cubicBezTo>
                  <a:cubicBezTo>
                    <a:pt x="353" y="1857"/>
                    <a:pt x="65" y="3521"/>
                    <a:pt x="1" y="5186"/>
                  </a:cubicBezTo>
                  <a:cubicBezTo>
                    <a:pt x="1217" y="5186"/>
                    <a:pt x="2401" y="5122"/>
                    <a:pt x="3617" y="4993"/>
                  </a:cubicBezTo>
                  <a:cubicBezTo>
                    <a:pt x="3713" y="3297"/>
                    <a:pt x="4065" y="1601"/>
                    <a:pt x="46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42"/>
            <p:cNvSpPr/>
            <p:nvPr/>
          </p:nvSpPr>
          <p:spPr>
            <a:xfrm rot="3148775">
              <a:off x="1479222" y="2620030"/>
              <a:ext cx="75923" cy="77716"/>
            </a:xfrm>
            <a:custGeom>
              <a:avLst/>
              <a:gdLst/>
              <a:ahLst/>
              <a:cxnLst/>
              <a:rect l="l" t="t" r="r" b="b"/>
              <a:pathLst>
                <a:path w="4066" h="4162" extrusionOk="0">
                  <a:moveTo>
                    <a:pt x="3585" y="1"/>
                  </a:moveTo>
                  <a:cubicBezTo>
                    <a:pt x="2401" y="97"/>
                    <a:pt x="1217" y="161"/>
                    <a:pt x="1" y="161"/>
                  </a:cubicBezTo>
                  <a:cubicBezTo>
                    <a:pt x="1" y="1505"/>
                    <a:pt x="161" y="2849"/>
                    <a:pt x="449" y="4162"/>
                  </a:cubicBezTo>
                  <a:cubicBezTo>
                    <a:pt x="1665" y="4162"/>
                    <a:pt x="2881" y="4065"/>
                    <a:pt x="4065" y="3937"/>
                  </a:cubicBezTo>
                  <a:cubicBezTo>
                    <a:pt x="3745" y="2625"/>
                    <a:pt x="3585" y="1313"/>
                    <a:pt x="35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42"/>
            <p:cNvSpPr/>
            <p:nvPr/>
          </p:nvSpPr>
          <p:spPr>
            <a:xfrm rot="3148775">
              <a:off x="1686099" y="2774302"/>
              <a:ext cx="72917" cy="98013"/>
            </a:xfrm>
            <a:custGeom>
              <a:avLst/>
              <a:gdLst/>
              <a:ahLst/>
              <a:cxnLst/>
              <a:rect l="l" t="t" r="r" b="b"/>
              <a:pathLst>
                <a:path w="3905" h="5249" extrusionOk="0">
                  <a:moveTo>
                    <a:pt x="3329" y="0"/>
                  </a:moveTo>
                  <a:cubicBezTo>
                    <a:pt x="2241" y="576"/>
                    <a:pt x="1152" y="1088"/>
                    <a:pt x="0" y="1536"/>
                  </a:cubicBezTo>
                  <a:cubicBezTo>
                    <a:pt x="256" y="2753"/>
                    <a:pt x="416" y="4001"/>
                    <a:pt x="448" y="5249"/>
                  </a:cubicBezTo>
                  <a:cubicBezTo>
                    <a:pt x="1632" y="4737"/>
                    <a:pt x="2817" y="4129"/>
                    <a:pt x="3905" y="3457"/>
                  </a:cubicBezTo>
                  <a:cubicBezTo>
                    <a:pt x="3809" y="2304"/>
                    <a:pt x="3617" y="1120"/>
                    <a:pt x="33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42"/>
            <p:cNvSpPr/>
            <p:nvPr/>
          </p:nvSpPr>
          <p:spPr>
            <a:xfrm rot="3148775">
              <a:off x="1405894" y="2699276"/>
              <a:ext cx="96837" cy="78313"/>
            </a:xfrm>
            <a:custGeom>
              <a:avLst/>
              <a:gdLst/>
              <a:ahLst/>
              <a:cxnLst/>
              <a:rect l="l" t="t" r="r" b="b"/>
              <a:pathLst>
                <a:path w="5186" h="4194" extrusionOk="0">
                  <a:moveTo>
                    <a:pt x="3649" y="1"/>
                  </a:moveTo>
                  <a:cubicBezTo>
                    <a:pt x="2465" y="129"/>
                    <a:pt x="1249" y="225"/>
                    <a:pt x="1" y="257"/>
                  </a:cubicBezTo>
                  <a:cubicBezTo>
                    <a:pt x="257" y="1217"/>
                    <a:pt x="609" y="2177"/>
                    <a:pt x="1025" y="3105"/>
                  </a:cubicBezTo>
                  <a:cubicBezTo>
                    <a:pt x="1185" y="3521"/>
                    <a:pt x="1345" y="3841"/>
                    <a:pt x="1505" y="4193"/>
                  </a:cubicBezTo>
                  <a:cubicBezTo>
                    <a:pt x="2753" y="4129"/>
                    <a:pt x="3969" y="3969"/>
                    <a:pt x="5186" y="3809"/>
                  </a:cubicBezTo>
                  <a:cubicBezTo>
                    <a:pt x="4898" y="3105"/>
                    <a:pt x="4610" y="2401"/>
                    <a:pt x="4258" y="1633"/>
                  </a:cubicBezTo>
                  <a:cubicBezTo>
                    <a:pt x="4033" y="1089"/>
                    <a:pt x="3841" y="545"/>
                    <a:pt x="36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42"/>
            <p:cNvSpPr/>
            <p:nvPr/>
          </p:nvSpPr>
          <p:spPr>
            <a:xfrm rot="3148775">
              <a:off x="1606695" y="2828957"/>
              <a:ext cx="76502" cy="109403"/>
            </a:xfrm>
            <a:custGeom>
              <a:avLst/>
              <a:gdLst/>
              <a:ahLst/>
              <a:cxnLst/>
              <a:rect l="l" t="t" r="r" b="b"/>
              <a:pathLst>
                <a:path w="4097" h="5859" extrusionOk="0">
                  <a:moveTo>
                    <a:pt x="4065" y="1"/>
                  </a:moveTo>
                  <a:lnTo>
                    <a:pt x="4065" y="1"/>
                  </a:lnTo>
                  <a:cubicBezTo>
                    <a:pt x="2913" y="673"/>
                    <a:pt x="1728" y="1249"/>
                    <a:pt x="512" y="1761"/>
                  </a:cubicBezTo>
                  <a:cubicBezTo>
                    <a:pt x="480" y="2721"/>
                    <a:pt x="384" y="3682"/>
                    <a:pt x="224" y="4642"/>
                  </a:cubicBezTo>
                  <a:cubicBezTo>
                    <a:pt x="160" y="5058"/>
                    <a:pt x="96" y="5442"/>
                    <a:pt x="0" y="5858"/>
                  </a:cubicBezTo>
                  <a:cubicBezTo>
                    <a:pt x="1344" y="5282"/>
                    <a:pt x="2657" y="4642"/>
                    <a:pt x="3905" y="3906"/>
                  </a:cubicBezTo>
                  <a:cubicBezTo>
                    <a:pt x="4065" y="2593"/>
                    <a:pt x="4097" y="1313"/>
                    <a:pt x="4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42"/>
            <p:cNvSpPr/>
            <p:nvPr/>
          </p:nvSpPr>
          <p:spPr>
            <a:xfrm rot="3148775">
              <a:off x="1305548" y="2489044"/>
              <a:ext cx="318556" cy="741082"/>
            </a:xfrm>
            <a:custGeom>
              <a:avLst/>
              <a:gdLst/>
              <a:ahLst/>
              <a:cxnLst/>
              <a:rect l="l" t="t" r="r" b="b"/>
              <a:pathLst>
                <a:path w="17060" h="39688" extrusionOk="0">
                  <a:moveTo>
                    <a:pt x="7554" y="0"/>
                  </a:moveTo>
                  <a:cubicBezTo>
                    <a:pt x="7042" y="384"/>
                    <a:pt x="6626" y="896"/>
                    <a:pt x="6338" y="1472"/>
                  </a:cubicBezTo>
                  <a:cubicBezTo>
                    <a:pt x="4449" y="4577"/>
                    <a:pt x="3681" y="10370"/>
                    <a:pt x="5922" y="15331"/>
                  </a:cubicBezTo>
                  <a:cubicBezTo>
                    <a:pt x="6530" y="16675"/>
                    <a:pt x="7042" y="17891"/>
                    <a:pt x="7458" y="19076"/>
                  </a:cubicBezTo>
                  <a:cubicBezTo>
                    <a:pt x="5794" y="19396"/>
                    <a:pt x="4129" y="19652"/>
                    <a:pt x="2465" y="19748"/>
                  </a:cubicBezTo>
                  <a:lnTo>
                    <a:pt x="7650" y="19748"/>
                  </a:lnTo>
                  <a:cubicBezTo>
                    <a:pt x="8386" y="22084"/>
                    <a:pt x="8514" y="24581"/>
                    <a:pt x="8002" y="26949"/>
                  </a:cubicBezTo>
                  <a:lnTo>
                    <a:pt x="2881" y="27365"/>
                  </a:lnTo>
                  <a:cubicBezTo>
                    <a:pt x="2721" y="27909"/>
                    <a:pt x="2529" y="28485"/>
                    <a:pt x="2305" y="29093"/>
                  </a:cubicBezTo>
                  <a:cubicBezTo>
                    <a:pt x="1" y="35047"/>
                    <a:pt x="3649" y="39687"/>
                    <a:pt x="8226" y="39687"/>
                  </a:cubicBezTo>
                  <a:cubicBezTo>
                    <a:pt x="13603" y="39687"/>
                    <a:pt x="15716" y="34758"/>
                    <a:pt x="15364" y="29542"/>
                  </a:cubicBezTo>
                  <a:cubicBezTo>
                    <a:pt x="15300" y="28517"/>
                    <a:pt x="15300" y="27461"/>
                    <a:pt x="15364" y="26437"/>
                  </a:cubicBezTo>
                  <a:lnTo>
                    <a:pt x="15364" y="26437"/>
                  </a:lnTo>
                  <a:lnTo>
                    <a:pt x="10435" y="26821"/>
                  </a:lnTo>
                  <a:cubicBezTo>
                    <a:pt x="10531" y="24453"/>
                    <a:pt x="10819" y="22084"/>
                    <a:pt x="11299" y="19780"/>
                  </a:cubicBezTo>
                  <a:lnTo>
                    <a:pt x="16292" y="19780"/>
                  </a:lnTo>
                  <a:cubicBezTo>
                    <a:pt x="16548" y="18435"/>
                    <a:pt x="16836" y="17091"/>
                    <a:pt x="17060" y="15651"/>
                  </a:cubicBezTo>
                  <a:lnTo>
                    <a:pt x="17060" y="15651"/>
                  </a:lnTo>
                  <a:cubicBezTo>
                    <a:pt x="15332" y="16579"/>
                    <a:pt x="13507" y="17379"/>
                    <a:pt x="11651" y="17987"/>
                  </a:cubicBezTo>
                  <a:cubicBezTo>
                    <a:pt x="11875" y="16803"/>
                    <a:pt x="12099" y="15683"/>
                    <a:pt x="12291" y="14499"/>
                  </a:cubicBezTo>
                  <a:cubicBezTo>
                    <a:pt x="13283" y="8290"/>
                    <a:pt x="11587" y="3681"/>
                    <a:pt x="9698" y="1440"/>
                  </a:cubicBezTo>
                  <a:cubicBezTo>
                    <a:pt x="8834" y="448"/>
                    <a:pt x="8002" y="0"/>
                    <a:pt x="75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6" name="Google Shape;686;p42"/>
          <p:cNvGrpSpPr/>
          <p:nvPr/>
        </p:nvGrpSpPr>
        <p:grpSpPr>
          <a:xfrm rot="280668">
            <a:off x="1846364" y="1292172"/>
            <a:ext cx="584624" cy="492687"/>
            <a:chOff x="513744" y="1775241"/>
            <a:chExt cx="843848" cy="711146"/>
          </a:xfrm>
        </p:grpSpPr>
        <p:sp>
          <p:nvSpPr>
            <p:cNvPr id="687" name="Google Shape;687;p42"/>
            <p:cNvSpPr/>
            <p:nvPr/>
          </p:nvSpPr>
          <p:spPr>
            <a:xfrm rot="3148775">
              <a:off x="1116312" y="1847343"/>
              <a:ext cx="240859" cy="119785"/>
            </a:xfrm>
            <a:custGeom>
              <a:avLst/>
              <a:gdLst/>
              <a:ahLst/>
              <a:cxnLst/>
              <a:rect l="l" t="t" r="r" b="b"/>
              <a:pathLst>
                <a:path w="12899" h="6415" extrusionOk="0">
                  <a:moveTo>
                    <a:pt x="6191" y="1"/>
                  </a:moveTo>
                  <a:cubicBezTo>
                    <a:pt x="4005" y="1"/>
                    <a:pt x="1788" y="1330"/>
                    <a:pt x="1" y="3662"/>
                  </a:cubicBezTo>
                  <a:cubicBezTo>
                    <a:pt x="1185" y="4174"/>
                    <a:pt x="2401" y="4590"/>
                    <a:pt x="3617" y="4942"/>
                  </a:cubicBezTo>
                  <a:cubicBezTo>
                    <a:pt x="4513" y="4078"/>
                    <a:pt x="5442" y="3566"/>
                    <a:pt x="6242" y="3566"/>
                  </a:cubicBezTo>
                  <a:cubicBezTo>
                    <a:pt x="6850" y="3598"/>
                    <a:pt x="7778" y="4238"/>
                    <a:pt x="8642" y="5647"/>
                  </a:cubicBezTo>
                  <a:cubicBezTo>
                    <a:pt x="8706" y="5775"/>
                    <a:pt x="8738" y="5903"/>
                    <a:pt x="8834" y="6031"/>
                  </a:cubicBezTo>
                  <a:cubicBezTo>
                    <a:pt x="10178" y="6223"/>
                    <a:pt x="11523" y="6351"/>
                    <a:pt x="12899" y="6415"/>
                  </a:cubicBezTo>
                  <a:cubicBezTo>
                    <a:pt x="11523" y="2734"/>
                    <a:pt x="9186" y="174"/>
                    <a:pt x="6562" y="13"/>
                  </a:cubicBezTo>
                  <a:cubicBezTo>
                    <a:pt x="6438" y="5"/>
                    <a:pt x="6315" y="1"/>
                    <a:pt x="61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42"/>
            <p:cNvSpPr/>
            <p:nvPr/>
          </p:nvSpPr>
          <p:spPr>
            <a:xfrm rot="3148775">
              <a:off x="1152671" y="2016549"/>
              <a:ext cx="86081" cy="96837"/>
            </a:xfrm>
            <a:custGeom>
              <a:avLst/>
              <a:gdLst/>
              <a:ahLst/>
              <a:cxnLst/>
              <a:rect l="l" t="t" r="r" b="b"/>
              <a:pathLst>
                <a:path w="4610" h="5186" extrusionOk="0">
                  <a:moveTo>
                    <a:pt x="0" y="1"/>
                  </a:moveTo>
                  <a:lnTo>
                    <a:pt x="0" y="1"/>
                  </a:lnTo>
                  <a:cubicBezTo>
                    <a:pt x="608" y="1601"/>
                    <a:pt x="961" y="3297"/>
                    <a:pt x="1025" y="4994"/>
                  </a:cubicBezTo>
                  <a:cubicBezTo>
                    <a:pt x="2209" y="5122"/>
                    <a:pt x="3393" y="5186"/>
                    <a:pt x="4609" y="5186"/>
                  </a:cubicBezTo>
                  <a:cubicBezTo>
                    <a:pt x="4545" y="3522"/>
                    <a:pt x="4289" y="1857"/>
                    <a:pt x="3809" y="257"/>
                  </a:cubicBezTo>
                  <a:cubicBezTo>
                    <a:pt x="2529" y="257"/>
                    <a:pt x="1249" y="129"/>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42"/>
            <p:cNvSpPr/>
            <p:nvPr/>
          </p:nvSpPr>
          <p:spPr>
            <a:xfrm rot="3148775">
              <a:off x="1051975" y="1810359"/>
              <a:ext cx="98032" cy="101617"/>
            </a:xfrm>
            <a:custGeom>
              <a:avLst/>
              <a:gdLst/>
              <a:ahLst/>
              <a:cxnLst/>
              <a:rect l="l" t="t" r="r" b="b"/>
              <a:pathLst>
                <a:path w="5250" h="5442" extrusionOk="0">
                  <a:moveTo>
                    <a:pt x="1792" y="0"/>
                  </a:moveTo>
                  <a:cubicBezTo>
                    <a:pt x="1024" y="1217"/>
                    <a:pt x="416" y="2529"/>
                    <a:pt x="0" y="3905"/>
                  </a:cubicBezTo>
                  <a:cubicBezTo>
                    <a:pt x="1056" y="4481"/>
                    <a:pt x="2144" y="4993"/>
                    <a:pt x="3265" y="5441"/>
                  </a:cubicBezTo>
                  <a:cubicBezTo>
                    <a:pt x="3681" y="3969"/>
                    <a:pt x="4353" y="2561"/>
                    <a:pt x="5249" y="1281"/>
                  </a:cubicBezTo>
                  <a:cubicBezTo>
                    <a:pt x="4065" y="929"/>
                    <a:pt x="2913" y="480"/>
                    <a:pt x="17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42"/>
            <p:cNvSpPr/>
            <p:nvPr/>
          </p:nvSpPr>
          <p:spPr>
            <a:xfrm rot="3148775">
              <a:off x="969746" y="1845732"/>
              <a:ext cx="72936" cy="98032"/>
            </a:xfrm>
            <a:custGeom>
              <a:avLst/>
              <a:gdLst/>
              <a:ahLst/>
              <a:cxnLst/>
              <a:rect l="l" t="t" r="r" b="b"/>
              <a:pathLst>
                <a:path w="3906" h="5250" extrusionOk="0">
                  <a:moveTo>
                    <a:pt x="577" y="0"/>
                  </a:moveTo>
                  <a:cubicBezTo>
                    <a:pt x="289" y="1121"/>
                    <a:pt x="97" y="2305"/>
                    <a:pt x="1" y="3457"/>
                  </a:cubicBezTo>
                  <a:cubicBezTo>
                    <a:pt x="1089" y="4129"/>
                    <a:pt x="2273" y="4737"/>
                    <a:pt x="3458" y="5249"/>
                  </a:cubicBezTo>
                  <a:cubicBezTo>
                    <a:pt x="3490" y="4001"/>
                    <a:pt x="3650" y="2753"/>
                    <a:pt x="3906" y="1537"/>
                  </a:cubicBezTo>
                  <a:cubicBezTo>
                    <a:pt x="2753" y="1089"/>
                    <a:pt x="1665" y="576"/>
                    <a:pt x="5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42"/>
            <p:cNvSpPr/>
            <p:nvPr/>
          </p:nvSpPr>
          <p:spPr>
            <a:xfrm rot="3148775">
              <a:off x="1074330" y="2096281"/>
              <a:ext cx="75923" cy="78295"/>
            </a:xfrm>
            <a:custGeom>
              <a:avLst/>
              <a:gdLst/>
              <a:ahLst/>
              <a:cxnLst/>
              <a:rect l="l" t="t" r="r" b="b"/>
              <a:pathLst>
                <a:path w="4066" h="4193" extrusionOk="0">
                  <a:moveTo>
                    <a:pt x="481" y="0"/>
                  </a:moveTo>
                  <a:cubicBezTo>
                    <a:pt x="481" y="1344"/>
                    <a:pt x="321" y="2657"/>
                    <a:pt x="0" y="3969"/>
                  </a:cubicBezTo>
                  <a:cubicBezTo>
                    <a:pt x="1217" y="4097"/>
                    <a:pt x="2401" y="4161"/>
                    <a:pt x="3617" y="4193"/>
                  </a:cubicBezTo>
                  <a:cubicBezTo>
                    <a:pt x="3873" y="2881"/>
                    <a:pt x="4033" y="1536"/>
                    <a:pt x="4065" y="192"/>
                  </a:cubicBezTo>
                  <a:cubicBezTo>
                    <a:pt x="2849" y="192"/>
                    <a:pt x="1665" y="96"/>
                    <a:pt x="4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42"/>
            <p:cNvSpPr/>
            <p:nvPr/>
          </p:nvSpPr>
          <p:spPr>
            <a:xfrm rot="3148775">
              <a:off x="889378" y="1899938"/>
              <a:ext cx="76521" cy="108787"/>
            </a:xfrm>
            <a:custGeom>
              <a:avLst/>
              <a:gdLst/>
              <a:ahLst/>
              <a:cxnLst/>
              <a:rect l="l" t="t" r="r" b="b"/>
              <a:pathLst>
                <a:path w="4098" h="5826" extrusionOk="0">
                  <a:moveTo>
                    <a:pt x="33" y="0"/>
                  </a:moveTo>
                  <a:lnTo>
                    <a:pt x="33" y="0"/>
                  </a:lnTo>
                  <a:cubicBezTo>
                    <a:pt x="1" y="1280"/>
                    <a:pt x="33" y="2593"/>
                    <a:pt x="193" y="3873"/>
                  </a:cubicBezTo>
                  <a:cubicBezTo>
                    <a:pt x="1441" y="4641"/>
                    <a:pt x="2753" y="5281"/>
                    <a:pt x="4098" y="5825"/>
                  </a:cubicBezTo>
                  <a:cubicBezTo>
                    <a:pt x="4034" y="5409"/>
                    <a:pt x="3938" y="5025"/>
                    <a:pt x="3874" y="4609"/>
                  </a:cubicBezTo>
                  <a:cubicBezTo>
                    <a:pt x="3714" y="3649"/>
                    <a:pt x="3650" y="2689"/>
                    <a:pt x="3618" y="1729"/>
                  </a:cubicBezTo>
                  <a:cubicBezTo>
                    <a:pt x="2369" y="1216"/>
                    <a:pt x="1185" y="640"/>
                    <a:pt x="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42"/>
            <p:cNvSpPr/>
            <p:nvPr/>
          </p:nvSpPr>
          <p:spPr>
            <a:xfrm rot="3148775">
              <a:off x="970796" y="2136191"/>
              <a:ext cx="96837" cy="78892"/>
            </a:xfrm>
            <a:custGeom>
              <a:avLst/>
              <a:gdLst/>
              <a:ahLst/>
              <a:cxnLst/>
              <a:rect l="l" t="t" r="r" b="b"/>
              <a:pathLst>
                <a:path w="5186" h="4225" extrusionOk="0">
                  <a:moveTo>
                    <a:pt x="1536" y="0"/>
                  </a:moveTo>
                  <a:cubicBezTo>
                    <a:pt x="1376" y="576"/>
                    <a:pt x="1152" y="1120"/>
                    <a:pt x="928" y="1664"/>
                  </a:cubicBezTo>
                  <a:cubicBezTo>
                    <a:pt x="576" y="2432"/>
                    <a:pt x="288" y="3137"/>
                    <a:pt x="0" y="3841"/>
                  </a:cubicBezTo>
                  <a:cubicBezTo>
                    <a:pt x="1216" y="4001"/>
                    <a:pt x="2433" y="4161"/>
                    <a:pt x="3681" y="4225"/>
                  </a:cubicBezTo>
                  <a:cubicBezTo>
                    <a:pt x="3841" y="3873"/>
                    <a:pt x="4001" y="3521"/>
                    <a:pt x="4161" y="3137"/>
                  </a:cubicBezTo>
                  <a:cubicBezTo>
                    <a:pt x="4577" y="2208"/>
                    <a:pt x="4929" y="1248"/>
                    <a:pt x="5185" y="256"/>
                  </a:cubicBezTo>
                  <a:cubicBezTo>
                    <a:pt x="3937" y="224"/>
                    <a:pt x="2721" y="128"/>
                    <a:pt x="1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42"/>
            <p:cNvSpPr/>
            <p:nvPr/>
          </p:nvSpPr>
          <p:spPr>
            <a:xfrm rot="3148775">
              <a:off x="745359" y="1763833"/>
              <a:ext cx="318575" cy="741082"/>
            </a:xfrm>
            <a:custGeom>
              <a:avLst/>
              <a:gdLst/>
              <a:ahLst/>
              <a:cxnLst/>
              <a:rect l="l" t="t" r="r" b="b"/>
              <a:pathLst>
                <a:path w="17061" h="39688" extrusionOk="0">
                  <a:moveTo>
                    <a:pt x="9379" y="0"/>
                  </a:moveTo>
                  <a:cubicBezTo>
                    <a:pt x="9059" y="0"/>
                    <a:pt x="8226" y="480"/>
                    <a:pt x="7394" y="1441"/>
                  </a:cubicBezTo>
                  <a:cubicBezTo>
                    <a:pt x="5474" y="3681"/>
                    <a:pt x="3778" y="8258"/>
                    <a:pt x="4770" y="14499"/>
                  </a:cubicBezTo>
                  <a:cubicBezTo>
                    <a:pt x="4962" y="15683"/>
                    <a:pt x="5186" y="16868"/>
                    <a:pt x="5410" y="17988"/>
                  </a:cubicBezTo>
                  <a:cubicBezTo>
                    <a:pt x="3554" y="17380"/>
                    <a:pt x="1729" y="16579"/>
                    <a:pt x="1" y="15651"/>
                  </a:cubicBezTo>
                  <a:lnTo>
                    <a:pt x="1" y="15651"/>
                  </a:lnTo>
                  <a:cubicBezTo>
                    <a:pt x="225" y="17060"/>
                    <a:pt x="513" y="18436"/>
                    <a:pt x="769" y="19748"/>
                  </a:cubicBezTo>
                  <a:lnTo>
                    <a:pt x="5762" y="19748"/>
                  </a:lnTo>
                  <a:cubicBezTo>
                    <a:pt x="6242" y="22084"/>
                    <a:pt x="6530" y="24421"/>
                    <a:pt x="6626" y="26789"/>
                  </a:cubicBezTo>
                  <a:lnTo>
                    <a:pt x="1697" y="26437"/>
                  </a:lnTo>
                  <a:lnTo>
                    <a:pt x="1697" y="26437"/>
                  </a:lnTo>
                  <a:cubicBezTo>
                    <a:pt x="1761" y="27461"/>
                    <a:pt x="1761" y="28518"/>
                    <a:pt x="1697" y="29542"/>
                  </a:cubicBezTo>
                  <a:cubicBezTo>
                    <a:pt x="1346" y="34774"/>
                    <a:pt x="3444" y="39688"/>
                    <a:pt x="8783" y="39688"/>
                  </a:cubicBezTo>
                  <a:cubicBezTo>
                    <a:pt x="8800" y="39688"/>
                    <a:pt x="8817" y="39688"/>
                    <a:pt x="8835" y="39688"/>
                  </a:cubicBezTo>
                  <a:cubicBezTo>
                    <a:pt x="13411" y="39688"/>
                    <a:pt x="17060" y="35047"/>
                    <a:pt x="14756" y="29094"/>
                  </a:cubicBezTo>
                  <a:cubicBezTo>
                    <a:pt x="14532" y="28486"/>
                    <a:pt x="14340" y="27910"/>
                    <a:pt x="14180" y="27365"/>
                  </a:cubicBezTo>
                  <a:lnTo>
                    <a:pt x="9059" y="26981"/>
                  </a:lnTo>
                  <a:cubicBezTo>
                    <a:pt x="8547" y="24581"/>
                    <a:pt x="8675" y="22084"/>
                    <a:pt x="9411" y="19780"/>
                  </a:cubicBezTo>
                  <a:lnTo>
                    <a:pt x="14596" y="19780"/>
                  </a:lnTo>
                  <a:cubicBezTo>
                    <a:pt x="12899" y="19652"/>
                    <a:pt x="11267" y="19428"/>
                    <a:pt x="9603" y="19076"/>
                  </a:cubicBezTo>
                  <a:cubicBezTo>
                    <a:pt x="10019" y="17892"/>
                    <a:pt x="10531" y="16675"/>
                    <a:pt x="11139" y="15331"/>
                  </a:cubicBezTo>
                  <a:cubicBezTo>
                    <a:pt x="13379" y="10370"/>
                    <a:pt x="12643" y="4577"/>
                    <a:pt x="10723" y="1473"/>
                  </a:cubicBezTo>
                  <a:cubicBezTo>
                    <a:pt x="10083" y="384"/>
                    <a:pt x="9539" y="32"/>
                    <a:pt x="93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5" name="Google Shape;695;p42"/>
          <p:cNvSpPr/>
          <p:nvPr/>
        </p:nvSpPr>
        <p:spPr>
          <a:xfrm rot="4382723">
            <a:off x="1975429" y="2723610"/>
            <a:ext cx="276277" cy="606273"/>
          </a:xfrm>
          <a:custGeom>
            <a:avLst/>
            <a:gdLst/>
            <a:ahLst/>
            <a:cxnLst/>
            <a:rect l="l" t="t" r="r" b="b"/>
            <a:pathLst>
              <a:path w="19332" h="42423" extrusionOk="0">
                <a:moveTo>
                  <a:pt x="11042" y="1323"/>
                </a:moveTo>
                <a:lnTo>
                  <a:pt x="11042" y="1323"/>
                </a:lnTo>
                <a:cubicBezTo>
                  <a:pt x="11586" y="1547"/>
                  <a:pt x="12066" y="1835"/>
                  <a:pt x="12547" y="2155"/>
                </a:cubicBezTo>
                <a:cubicBezTo>
                  <a:pt x="12034" y="2027"/>
                  <a:pt x="11586" y="1803"/>
                  <a:pt x="11234" y="1451"/>
                </a:cubicBezTo>
                <a:cubicBezTo>
                  <a:pt x="11170" y="1387"/>
                  <a:pt x="11106" y="1387"/>
                  <a:pt x="11042" y="1323"/>
                </a:cubicBezTo>
                <a:close/>
                <a:moveTo>
                  <a:pt x="8962" y="843"/>
                </a:moveTo>
                <a:cubicBezTo>
                  <a:pt x="8514" y="939"/>
                  <a:pt x="8130" y="1131"/>
                  <a:pt x="7778" y="1451"/>
                </a:cubicBezTo>
                <a:cubicBezTo>
                  <a:pt x="7266" y="1963"/>
                  <a:pt x="6529" y="2251"/>
                  <a:pt x="5793" y="2251"/>
                </a:cubicBezTo>
                <a:cubicBezTo>
                  <a:pt x="5985" y="2091"/>
                  <a:pt x="6209" y="1899"/>
                  <a:pt x="6401" y="1739"/>
                </a:cubicBezTo>
                <a:lnTo>
                  <a:pt x="6401" y="1771"/>
                </a:lnTo>
                <a:cubicBezTo>
                  <a:pt x="6817" y="1643"/>
                  <a:pt x="7202" y="1451"/>
                  <a:pt x="7490" y="1163"/>
                </a:cubicBezTo>
                <a:lnTo>
                  <a:pt x="7554" y="1131"/>
                </a:lnTo>
                <a:cubicBezTo>
                  <a:pt x="7906" y="971"/>
                  <a:pt x="8322" y="875"/>
                  <a:pt x="8738" y="843"/>
                </a:cubicBezTo>
                <a:close/>
                <a:moveTo>
                  <a:pt x="9538" y="1635"/>
                </a:moveTo>
                <a:cubicBezTo>
                  <a:pt x="10266" y="1635"/>
                  <a:pt x="10994" y="1915"/>
                  <a:pt x="11554" y="2475"/>
                </a:cubicBezTo>
                <a:cubicBezTo>
                  <a:pt x="11999" y="2920"/>
                  <a:pt x="12614" y="3151"/>
                  <a:pt x="13243" y="3151"/>
                </a:cubicBezTo>
                <a:cubicBezTo>
                  <a:pt x="13384" y="3151"/>
                  <a:pt x="13526" y="3139"/>
                  <a:pt x="13667" y="3115"/>
                </a:cubicBezTo>
                <a:cubicBezTo>
                  <a:pt x="13827" y="3307"/>
                  <a:pt x="13987" y="3435"/>
                  <a:pt x="14179" y="3628"/>
                </a:cubicBezTo>
                <a:cubicBezTo>
                  <a:pt x="14403" y="3884"/>
                  <a:pt x="14563" y="4204"/>
                  <a:pt x="14787" y="4460"/>
                </a:cubicBezTo>
                <a:cubicBezTo>
                  <a:pt x="14320" y="4753"/>
                  <a:pt x="13791" y="4897"/>
                  <a:pt x="13267" y="4897"/>
                </a:cubicBezTo>
                <a:cubicBezTo>
                  <a:pt x="12533" y="4897"/>
                  <a:pt x="11807" y="4617"/>
                  <a:pt x="11266" y="4076"/>
                </a:cubicBezTo>
                <a:cubicBezTo>
                  <a:pt x="10786" y="3596"/>
                  <a:pt x="10162" y="3355"/>
                  <a:pt x="9538" y="3355"/>
                </a:cubicBezTo>
                <a:cubicBezTo>
                  <a:pt x="8914" y="3355"/>
                  <a:pt x="8290" y="3596"/>
                  <a:pt x="7810" y="4076"/>
                </a:cubicBezTo>
                <a:cubicBezTo>
                  <a:pt x="7267" y="4618"/>
                  <a:pt x="6552" y="4895"/>
                  <a:pt x="5830" y="4895"/>
                </a:cubicBezTo>
                <a:cubicBezTo>
                  <a:pt x="5273" y="4895"/>
                  <a:pt x="4713" y="4730"/>
                  <a:pt x="4225" y="4396"/>
                </a:cubicBezTo>
                <a:cubicBezTo>
                  <a:pt x="4257" y="4332"/>
                  <a:pt x="4289" y="4236"/>
                  <a:pt x="4321" y="4172"/>
                </a:cubicBezTo>
                <a:cubicBezTo>
                  <a:pt x="4577" y="3788"/>
                  <a:pt x="4833" y="3403"/>
                  <a:pt x="5121" y="3019"/>
                </a:cubicBezTo>
                <a:cubicBezTo>
                  <a:pt x="5364" y="3103"/>
                  <a:pt x="5615" y="3144"/>
                  <a:pt x="5865" y="3144"/>
                </a:cubicBezTo>
                <a:cubicBezTo>
                  <a:pt x="6471" y="3144"/>
                  <a:pt x="7068" y="2906"/>
                  <a:pt x="7522" y="2475"/>
                </a:cubicBezTo>
                <a:cubicBezTo>
                  <a:pt x="8082" y="1915"/>
                  <a:pt x="8810" y="1635"/>
                  <a:pt x="9538" y="1635"/>
                </a:cubicBezTo>
                <a:close/>
                <a:moveTo>
                  <a:pt x="9506" y="4292"/>
                </a:moveTo>
                <a:cubicBezTo>
                  <a:pt x="10234" y="4292"/>
                  <a:pt x="10962" y="4572"/>
                  <a:pt x="11522" y="5132"/>
                </a:cubicBezTo>
                <a:cubicBezTo>
                  <a:pt x="12002" y="5596"/>
                  <a:pt x="12627" y="5828"/>
                  <a:pt x="13251" y="5828"/>
                </a:cubicBezTo>
                <a:cubicBezTo>
                  <a:pt x="13875" y="5828"/>
                  <a:pt x="14499" y="5596"/>
                  <a:pt x="14979" y="5132"/>
                </a:cubicBezTo>
                <a:cubicBezTo>
                  <a:pt x="15043" y="5068"/>
                  <a:pt x="15075" y="5036"/>
                  <a:pt x="15139" y="5004"/>
                </a:cubicBezTo>
                <a:cubicBezTo>
                  <a:pt x="15395" y="5420"/>
                  <a:pt x="15651" y="5868"/>
                  <a:pt x="15875" y="6316"/>
                </a:cubicBezTo>
                <a:cubicBezTo>
                  <a:pt x="15651" y="6412"/>
                  <a:pt x="15459" y="6572"/>
                  <a:pt x="15267" y="6732"/>
                </a:cubicBezTo>
                <a:cubicBezTo>
                  <a:pt x="14707" y="7292"/>
                  <a:pt x="13979" y="7572"/>
                  <a:pt x="13251" y="7572"/>
                </a:cubicBezTo>
                <a:cubicBezTo>
                  <a:pt x="12523" y="7572"/>
                  <a:pt x="11794" y="7292"/>
                  <a:pt x="11234" y="6732"/>
                </a:cubicBezTo>
                <a:cubicBezTo>
                  <a:pt x="10754" y="6252"/>
                  <a:pt x="10130" y="6012"/>
                  <a:pt x="9506" y="6012"/>
                </a:cubicBezTo>
                <a:cubicBezTo>
                  <a:pt x="8882" y="6012"/>
                  <a:pt x="8258" y="6252"/>
                  <a:pt x="7778" y="6732"/>
                </a:cubicBezTo>
                <a:cubicBezTo>
                  <a:pt x="7218" y="7292"/>
                  <a:pt x="6489" y="7572"/>
                  <a:pt x="5761" y="7572"/>
                </a:cubicBezTo>
                <a:cubicBezTo>
                  <a:pt x="5033" y="7572"/>
                  <a:pt x="4305" y="7292"/>
                  <a:pt x="3745" y="6732"/>
                </a:cubicBezTo>
                <a:cubicBezTo>
                  <a:pt x="3617" y="6572"/>
                  <a:pt x="3425" y="6476"/>
                  <a:pt x="3265" y="6380"/>
                </a:cubicBezTo>
                <a:cubicBezTo>
                  <a:pt x="3425" y="5900"/>
                  <a:pt x="3649" y="5420"/>
                  <a:pt x="3873" y="4972"/>
                </a:cubicBezTo>
                <a:cubicBezTo>
                  <a:pt x="3937" y="5036"/>
                  <a:pt x="4001" y="5068"/>
                  <a:pt x="4033" y="5100"/>
                </a:cubicBezTo>
                <a:lnTo>
                  <a:pt x="4033" y="5132"/>
                </a:lnTo>
                <a:cubicBezTo>
                  <a:pt x="4513" y="5596"/>
                  <a:pt x="5137" y="5828"/>
                  <a:pt x="5761" y="5828"/>
                </a:cubicBezTo>
                <a:cubicBezTo>
                  <a:pt x="6385" y="5828"/>
                  <a:pt x="7009" y="5596"/>
                  <a:pt x="7490" y="5132"/>
                </a:cubicBezTo>
                <a:cubicBezTo>
                  <a:pt x="8050" y="4572"/>
                  <a:pt x="8778" y="4292"/>
                  <a:pt x="9506" y="4292"/>
                </a:cubicBezTo>
                <a:close/>
                <a:moveTo>
                  <a:pt x="9506" y="6916"/>
                </a:moveTo>
                <a:cubicBezTo>
                  <a:pt x="10234" y="6916"/>
                  <a:pt x="10962" y="7196"/>
                  <a:pt x="11522" y="7756"/>
                </a:cubicBezTo>
                <a:cubicBezTo>
                  <a:pt x="12002" y="8236"/>
                  <a:pt x="12627" y="8476"/>
                  <a:pt x="13251" y="8476"/>
                </a:cubicBezTo>
                <a:cubicBezTo>
                  <a:pt x="13875" y="8476"/>
                  <a:pt x="14499" y="8236"/>
                  <a:pt x="14979" y="7756"/>
                </a:cubicBezTo>
                <a:cubicBezTo>
                  <a:pt x="15331" y="7404"/>
                  <a:pt x="15779" y="7180"/>
                  <a:pt x="16227" y="7052"/>
                </a:cubicBezTo>
                <a:cubicBezTo>
                  <a:pt x="16483" y="7596"/>
                  <a:pt x="16675" y="8140"/>
                  <a:pt x="16867" y="8684"/>
                </a:cubicBezTo>
                <a:cubicBezTo>
                  <a:pt x="16259" y="8684"/>
                  <a:pt x="15683" y="8940"/>
                  <a:pt x="15267" y="9357"/>
                </a:cubicBezTo>
                <a:cubicBezTo>
                  <a:pt x="14707" y="9917"/>
                  <a:pt x="13979" y="10197"/>
                  <a:pt x="13251" y="10197"/>
                </a:cubicBezTo>
                <a:cubicBezTo>
                  <a:pt x="12523" y="10197"/>
                  <a:pt x="11794" y="9917"/>
                  <a:pt x="11234" y="9357"/>
                </a:cubicBezTo>
                <a:cubicBezTo>
                  <a:pt x="10754" y="8876"/>
                  <a:pt x="10130" y="8636"/>
                  <a:pt x="9506" y="8636"/>
                </a:cubicBezTo>
                <a:cubicBezTo>
                  <a:pt x="8882" y="8636"/>
                  <a:pt x="8258" y="8876"/>
                  <a:pt x="7778" y="9357"/>
                </a:cubicBezTo>
                <a:cubicBezTo>
                  <a:pt x="7218" y="9917"/>
                  <a:pt x="6489" y="10197"/>
                  <a:pt x="5761" y="10197"/>
                </a:cubicBezTo>
                <a:cubicBezTo>
                  <a:pt x="5033" y="10197"/>
                  <a:pt x="4305" y="9917"/>
                  <a:pt x="3745" y="9357"/>
                </a:cubicBezTo>
                <a:cubicBezTo>
                  <a:pt x="3425" y="9037"/>
                  <a:pt x="3009" y="8812"/>
                  <a:pt x="2561" y="8748"/>
                </a:cubicBezTo>
                <a:cubicBezTo>
                  <a:pt x="2689" y="8172"/>
                  <a:pt x="2817" y="7628"/>
                  <a:pt x="3009" y="7116"/>
                </a:cubicBezTo>
                <a:cubicBezTo>
                  <a:pt x="3393" y="7244"/>
                  <a:pt x="3745" y="7468"/>
                  <a:pt x="4033" y="7756"/>
                </a:cubicBezTo>
                <a:cubicBezTo>
                  <a:pt x="4513" y="8236"/>
                  <a:pt x="5137" y="8476"/>
                  <a:pt x="5761" y="8476"/>
                </a:cubicBezTo>
                <a:cubicBezTo>
                  <a:pt x="6385" y="8476"/>
                  <a:pt x="7009" y="8236"/>
                  <a:pt x="7490" y="7756"/>
                </a:cubicBezTo>
                <a:cubicBezTo>
                  <a:pt x="8050" y="7196"/>
                  <a:pt x="8778" y="6916"/>
                  <a:pt x="9506" y="6916"/>
                </a:cubicBezTo>
                <a:close/>
                <a:moveTo>
                  <a:pt x="9506" y="9573"/>
                </a:moveTo>
                <a:cubicBezTo>
                  <a:pt x="10234" y="9573"/>
                  <a:pt x="10962" y="9853"/>
                  <a:pt x="11522" y="10413"/>
                </a:cubicBezTo>
                <a:cubicBezTo>
                  <a:pt x="12002" y="10877"/>
                  <a:pt x="12627" y="11109"/>
                  <a:pt x="13251" y="11109"/>
                </a:cubicBezTo>
                <a:cubicBezTo>
                  <a:pt x="13875" y="11109"/>
                  <a:pt x="14499" y="10877"/>
                  <a:pt x="14979" y="10413"/>
                </a:cubicBezTo>
                <a:cubicBezTo>
                  <a:pt x="15502" y="9889"/>
                  <a:pt x="16184" y="9604"/>
                  <a:pt x="16880" y="9604"/>
                </a:cubicBezTo>
                <a:cubicBezTo>
                  <a:pt x="16951" y="9604"/>
                  <a:pt x="17021" y="9607"/>
                  <a:pt x="17091" y="9613"/>
                </a:cubicBezTo>
                <a:cubicBezTo>
                  <a:pt x="17251" y="10189"/>
                  <a:pt x="17411" y="10797"/>
                  <a:pt x="17507" y="11405"/>
                </a:cubicBezTo>
                <a:cubicBezTo>
                  <a:pt x="17321" y="11360"/>
                  <a:pt x="17133" y="11338"/>
                  <a:pt x="16947" y="11338"/>
                </a:cubicBezTo>
                <a:cubicBezTo>
                  <a:pt x="16332" y="11338"/>
                  <a:pt x="15734" y="11579"/>
                  <a:pt x="15267" y="12045"/>
                </a:cubicBezTo>
                <a:cubicBezTo>
                  <a:pt x="14723" y="12589"/>
                  <a:pt x="13995" y="12861"/>
                  <a:pt x="13263" y="12861"/>
                </a:cubicBezTo>
                <a:cubicBezTo>
                  <a:pt x="12531" y="12861"/>
                  <a:pt x="11794" y="12589"/>
                  <a:pt x="11234" y="12045"/>
                </a:cubicBezTo>
                <a:cubicBezTo>
                  <a:pt x="10754" y="11565"/>
                  <a:pt x="10130" y="11325"/>
                  <a:pt x="9510" y="11325"/>
                </a:cubicBezTo>
                <a:cubicBezTo>
                  <a:pt x="8890" y="11325"/>
                  <a:pt x="8274" y="11565"/>
                  <a:pt x="7810" y="12045"/>
                </a:cubicBezTo>
                <a:cubicBezTo>
                  <a:pt x="7250" y="12589"/>
                  <a:pt x="6513" y="12861"/>
                  <a:pt x="5777" y="12861"/>
                </a:cubicBezTo>
                <a:cubicBezTo>
                  <a:pt x="5041" y="12861"/>
                  <a:pt x="4305" y="12589"/>
                  <a:pt x="3745" y="12045"/>
                </a:cubicBezTo>
                <a:cubicBezTo>
                  <a:pt x="3329" y="11597"/>
                  <a:pt x="2753" y="11373"/>
                  <a:pt x="2145" y="11373"/>
                </a:cubicBezTo>
                <a:cubicBezTo>
                  <a:pt x="2177" y="10765"/>
                  <a:pt x="2241" y="10157"/>
                  <a:pt x="2369" y="9613"/>
                </a:cubicBezTo>
                <a:cubicBezTo>
                  <a:pt x="2977" y="9677"/>
                  <a:pt x="3585" y="9965"/>
                  <a:pt x="4033" y="10413"/>
                </a:cubicBezTo>
                <a:cubicBezTo>
                  <a:pt x="4513" y="10877"/>
                  <a:pt x="5137" y="11109"/>
                  <a:pt x="5761" y="11109"/>
                </a:cubicBezTo>
                <a:cubicBezTo>
                  <a:pt x="6385" y="11109"/>
                  <a:pt x="7009" y="10877"/>
                  <a:pt x="7490" y="10413"/>
                </a:cubicBezTo>
                <a:cubicBezTo>
                  <a:pt x="8050" y="9853"/>
                  <a:pt x="8778" y="9573"/>
                  <a:pt x="9506" y="9573"/>
                </a:cubicBezTo>
                <a:close/>
                <a:moveTo>
                  <a:pt x="9475" y="12213"/>
                </a:moveTo>
                <a:cubicBezTo>
                  <a:pt x="10213" y="12213"/>
                  <a:pt x="10954" y="12501"/>
                  <a:pt x="11522" y="13069"/>
                </a:cubicBezTo>
                <a:cubicBezTo>
                  <a:pt x="12002" y="13533"/>
                  <a:pt x="12627" y="13765"/>
                  <a:pt x="13251" y="13765"/>
                </a:cubicBezTo>
                <a:cubicBezTo>
                  <a:pt x="13875" y="13765"/>
                  <a:pt x="14499" y="13533"/>
                  <a:pt x="14979" y="13069"/>
                </a:cubicBezTo>
                <a:cubicBezTo>
                  <a:pt x="15513" y="12536"/>
                  <a:pt x="16212" y="12241"/>
                  <a:pt x="16937" y="12241"/>
                </a:cubicBezTo>
                <a:cubicBezTo>
                  <a:pt x="17169" y="12241"/>
                  <a:pt x="17403" y="12271"/>
                  <a:pt x="17636" y="12333"/>
                </a:cubicBezTo>
                <a:cubicBezTo>
                  <a:pt x="17700" y="12941"/>
                  <a:pt x="17764" y="13517"/>
                  <a:pt x="17796" y="14157"/>
                </a:cubicBezTo>
                <a:cubicBezTo>
                  <a:pt x="17520" y="14055"/>
                  <a:pt x="17231" y="14005"/>
                  <a:pt x="16944" y="14005"/>
                </a:cubicBezTo>
                <a:cubicBezTo>
                  <a:pt x="16331" y="14005"/>
                  <a:pt x="15725" y="14234"/>
                  <a:pt x="15267" y="14670"/>
                </a:cubicBezTo>
                <a:cubicBezTo>
                  <a:pt x="14707" y="15214"/>
                  <a:pt x="13979" y="15486"/>
                  <a:pt x="13251" y="15486"/>
                </a:cubicBezTo>
                <a:cubicBezTo>
                  <a:pt x="12523" y="15486"/>
                  <a:pt x="11794" y="15214"/>
                  <a:pt x="11234" y="14670"/>
                </a:cubicBezTo>
                <a:cubicBezTo>
                  <a:pt x="10754" y="14189"/>
                  <a:pt x="10130" y="13949"/>
                  <a:pt x="9506" y="13949"/>
                </a:cubicBezTo>
                <a:cubicBezTo>
                  <a:pt x="8882" y="13949"/>
                  <a:pt x="8258" y="14189"/>
                  <a:pt x="7778" y="14670"/>
                </a:cubicBezTo>
                <a:cubicBezTo>
                  <a:pt x="7234" y="15214"/>
                  <a:pt x="6505" y="15486"/>
                  <a:pt x="5773" y="15486"/>
                </a:cubicBezTo>
                <a:cubicBezTo>
                  <a:pt x="5041" y="15486"/>
                  <a:pt x="4305" y="15214"/>
                  <a:pt x="3745" y="14670"/>
                </a:cubicBezTo>
                <a:cubicBezTo>
                  <a:pt x="3322" y="14247"/>
                  <a:pt x="2756" y="13995"/>
                  <a:pt x="2156" y="13995"/>
                </a:cubicBezTo>
                <a:cubicBezTo>
                  <a:pt x="2120" y="13995"/>
                  <a:pt x="2084" y="13996"/>
                  <a:pt x="2049" y="13997"/>
                </a:cubicBezTo>
                <a:cubicBezTo>
                  <a:pt x="2049" y="13389"/>
                  <a:pt x="2049" y="12813"/>
                  <a:pt x="2081" y="12237"/>
                </a:cubicBezTo>
                <a:cubicBezTo>
                  <a:pt x="2817" y="12237"/>
                  <a:pt x="3521" y="12525"/>
                  <a:pt x="4033" y="13037"/>
                </a:cubicBezTo>
                <a:cubicBezTo>
                  <a:pt x="4513" y="13517"/>
                  <a:pt x="5137" y="13757"/>
                  <a:pt x="5761" y="13757"/>
                </a:cubicBezTo>
                <a:cubicBezTo>
                  <a:pt x="6385" y="13757"/>
                  <a:pt x="7009" y="13517"/>
                  <a:pt x="7490" y="13037"/>
                </a:cubicBezTo>
                <a:cubicBezTo>
                  <a:pt x="8042" y="12485"/>
                  <a:pt x="8757" y="12213"/>
                  <a:pt x="9475" y="12213"/>
                </a:cubicBezTo>
                <a:close/>
                <a:moveTo>
                  <a:pt x="9518" y="14854"/>
                </a:moveTo>
                <a:cubicBezTo>
                  <a:pt x="10250" y="14854"/>
                  <a:pt x="10978" y="15134"/>
                  <a:pt x="11522" y="15694"/>
                </a:cubicBezTo>
                <a:cubicBezTo>
                  <a:pt x="12002" y="16158"/>
                  <a:pt x="12627" y="16390"/>
                  <a:pt x="13251" y="16390"/>
                </a:cubicBezTo>
                <a:cubicBezTo>
                  <a:pt x="13875" y="16390"/>
                  <a:pt x="14499" y="16158"/>
                  <a:pt x="14979" y="15694"/>
                </a:cubicBezTo>
                <a:cubicBezTo>
                  <a:pt x="15504" y="15169"/>
                  <a:pt x="16223" y="14872"/>
                  <a:pt x="16953" y="14872"/>
                </a:cubicBezTo>
                <a:cubicBezTo>
                  <a:pt x="17247" y="14872"/>
                  <a:pt x="17542" y="14920"/>
                  <a:pt x="17828" y="15022"/>
                </a:cubicBezTo>
                <a:cubicBezTo>
                  <a:pt x="17828" y="15598"/>
                  <a:pt x="17828" y="16174"/>
                  <a:pt x="17764" y="16782"/>
                </a:cubicBezTo>
                <a:cubicBezTo>
                  <a:pt x="17488" y="16680"/>
                  <a:pt x="17203" y="16630"/>
                  <a:pt x="16920" y="16630"/>
                </a:cubicBezTo>
                <a:cubicBezTo>
                  <a:pt x="16316" y="16630"/>
                  <a:pt x="15725" y="16858"/>
                  <a:pt x="15267" y="17294"/>
                </a:cubicBezTo>
                <a:cubicBezTo>
                  <a:pt x="14707" y="17854"/>
                  <a:pt x="13979" y="18134"/>
                  <a:pt x="13251" y="18134"/>
                </a:cubicBezTo>
                <a:cubicBezTo>
                  <a:pt x="12523" y="18134"/>
                  <a:pt x="11794" y="17854"/>
                  <a:pt x="11234" y="17294"/>
                </a:cubicBezTo>
                <a:cubicBezTo>
                  <a:pt x="10754" y="16830"/>
                  <a:pt x="10130" y="16598"/>
                  <a:pt x="9506" y="16598"/>
                </a:cubicBezTo>
                <a:cubicBezTo>
                  <a:pt x="8882" y="16598"/>
                  <a:pt x="8258" y="16830"/>
                  <a:pt x="7778" y="17294"/>
                </a:cubicBezTo>
                <a:cubicBezTo>
                  <a:pt x="7234" y="17854"/>
                  <a:pt x="6505" y="18134"/>
                  <a:pt x="5773" y="18134"/>
                </a:cubicBezTo>
                <a:cubicBezTo>
                  <a:pt x="5041" y="18134"/>
                  <a:pt x="4305" y="17854"/>
                  <a:pt x="3745" y="17294"/>
                </a:cubicBezTo>
                <a:cubicBezTo>
                  <a:pt x="3393" y="16942"/>
                  <a:pt x="2881" y="16686"/>
                  <a:pt x="2369" y="16622"/>
                </a:cubicBezTo>
                <a:cubicBezTo>
                  <a:pt x="2273" y="16046"/>
                  <a:pt x="2209" y="15470"/>
                  <a:pt x="2145" y="14894"/>
                </a:cubicBezTo>
                <a:cubicBezTo>
                  <a:pt x="2849" y="14894"/>
                  <a:pt x="3553" y="15182"/>
                  <a:pt x="4065" y="15694"/>
                </a:cubicBezTo>
                <a:cubicBezTo>
                  <a:pt x="4529" y="16158"/>
                  <a:pt x="5145" y="16390"/>
                  <a:pt x="5765" y="16390"/>
                </a:cubicBezTo>
                <a:cubicBezTo>
                  <a:pt x="6385" y="16390"/>
                  <a:pt x="7009" y="16158"/>
                  <a:pt x="7490" y="15694"/>
                </a:cubicBezTo>
                <a:cubicBezTo>
                  <a:pt x="8050" y="15134"/>
                  <a:pt x="8786" y="14854"/>
                  <a:pt x="9518" y="14854"/>
                </a:cubicBezTo>
                <a:close/>
                <a:moveTo>
                  <a:pt x="9518" y="17478"/>
                </a:moveTo>
                <a:cubicBezTo>
                  <a:pt x="10250" y="17478"/>
                  <a:pt x="10978" y="17758"/>
                  <a:pt x="11522" y="18318"/>
                </a:cubicBezTo>
                <a:cubicBezTo>
                  <a:pt x="12002" y="18798"/>
                  <a:pt x="12627" y="19038"/>
                  <a:pt x="13251" y="19038"/>
                </a:cubicBezTo>
                <a:cubicBezTo>
                  <a:pt x="13875" y="19038"/>
                  <a:pt x="14499" y="18798"/>
                  <a:pt x="14979" y="18318"/>
                </a:cubicBezTo>
                <a:cubicBezTo>
                  <a:pt x="15504" y="17793"/>
                  <a:pt x="16208" y="17517"/>
                  <a:pt x="16943" y="17517"/>
                </a:cubicBezTo>
                <a:cubicBezTo>
                  <a:pt x="17193" y="17517"/>
                  <a:pt x="17447" y="17549"/>
                  <a:pt x="17700" y="17614"/>
                </a:cubicBezTo>
                <a:cubicBezTo>
                  <a:pt x="17636" y="18094"/>
                  <a:pt x="17604" y="18606"/>
                  <a:pt x="17507" y="19118"/>
                </a:cubicBezTo>
                <a:cubicBezTo>
                  <a:pt x="17539" y="19182"/>
                  <a:pt x="17507" y="19246"/>
                  <a:pt x="17475" y="19310"/>
                </a:cubicBezTo>
                <a:cubicBezTo>
                  <a:pt x="17298" y="19268"/>
                  <a:pt x="17120" y="19247"/>
                  <a:pt x="16943" y="19247"/>
                </a:cubicBezTo>
                <a:cubicBezTo>
                  <a:pt x="16320" y="19247"/>
                  <a:pt x="15716" y="19502"/>
                  <a:pt x="15267" y="19951"/>
                </a:cubicBezTo>
                <a:cubicBezTo>
                  <a:pt x="14707" y="20511"/>
                  <a:pt x="13979" y="20791"/>
                  <a:pt x="13251" y="20791"/>
                </a:cubicBezTo>
                <a:cubicBezTo>
                  <a:pt x="12523" y="20791"/>
                  <a:pt x="11794" y="20511"/>
                  <a:pt x="11234" y="19951"/>
                </a:cubicBezTo>
                <a:cubicBezTo>
                  <a:pt x="10754" y="19470"/>
                  <a:pt x="10130" y="19230"/>
                  <a:pt x="9506" y="19230"/>
                </a:cubicBezTo>
                <a:cubicBezTo>
                  <a:pt x="8882" y="19230"/>
                  <a:pt x="8258" y="19470"/>
                  <a:pt x="7778" y="19951"/>
                </a:cubicBezTo>
                <a:cubicBezTo>
                  <a:pt x="7234" y="20511"/>
                  <a:pt x="6505" y="20791"/>
                  <a:pt x="5773" y="20791"/>
                </a:cubicBezTo>
                <a:cubicBezTo>
                  <a:pt x="5041" y="20791"/>
                  <a:pt x="4305" y="20511"/>
                  <a:pt x="3745" y="19951"/>
                </a:cubicBezTo>
                <a:cubicBezTo>
                  <a:pt x="3585" y="19758"/>
                  <a:pt x="3361" y="19630"/>
                  <a:pt x="3137" y="19534"/>
                </a:cubicBezTo>
                <a:cubicBezTo>
                  <a:pt x="2913" y="18894"/>
                  <a:pt x="2721" y="18222"/>
                  <a:pt x="2561" y="17550"/>
                </a:cubicBezTo>
                <a:lnTo>
                  <a:pt x="2561" y="17550"/>
                </a:lnTo>
                <a:cubicBezTo>
                  <a:pt x="3137" y="17646"/>
                  <a:pt x="3649" y="17902"/>
                  <a:pt x="4065" y="18318"/>
                </a:cubicBezTo>
                <a:cubicBezTo>
                  <a:pt x="4529" y="18798"/>
                  <a:pt x="5145" y="19038"/>
                  <a:pt x="5765" y="19038"/>
                </a:cubicBezTo>
                <a:cubicBezTo>
                  <a:pt x="6385" y="19038"/>
                  <a:pt x="7009" y="18798"/>
                  <a:pt x="7490" y="18318"/>
                </a:cubicBezTo>
                <a:cubicBezTo>
                  <a:pt x="8050" y="17758"/>
                  <a:pt x="8786" y="17478"/>
                  <a:pt x="9518" y="17478"/>
                </a:cubicBezTo>
                <a:close/>
                <a:moveTo>
                  <a:pt x="9506" y="20135"/>
                </a:moveTo>
                <a:cubicBezTo>
                  <a:pt x="10234" y="20135"/>
                  <a:pt x="10962" y="20415"/>
                  <a:pt x="11522" y="20975"/>
                </a:cubicBezTo>
                <a:cubicBezTo>
                  <a:pt x="12002" y="21439"/>
                  <a:pt x="12627" y="21671"/>
                  <a:pt x="13251" y="21671"/>
                </a:cubicBezTo>
                <a:cubicBezTo>
                  <a:pt x="13875" y="21671"/>
                  <a:pt x="14499" y="21439"/>
                  <a:pt x="14979" y="20975"/>
                </a:cubicBezTo>
                <a:cubicBezTo>
                  <a:pt x="15492" y="20434"/>
                  <a:pt x="16188" y="20145"/>
                  <a:pt x="16913" y="20145"/>
                </a:cubicBezTo>
                <a:cubicBezTo>
                  <a:pt x="17046" y="20145"/>
                  <a:pt x="17181" y="20155"/>
                  <a:pt x="17315" y="20175"/>
                </a:cubicBezTo>
                <a:cubicBezTo>
                  <a:pt x="17219" y="20751"/>
                  <a:pt x="17123" y="21327"/>
                  <a:pt x="16995" y="21903"/>
                </a:cubicBezTo>
                <a:cubicBezTo>
                  <a:pt x="16955" y="21901"/>
                  <a:pt x="16915" y="21900"/>
                  <a:pt x="16875" y="21900"/>
                </a:cubicBezTo>
                <a:cubicBezTo>
                  <a:pt x="16276" y="21900"/>
                  <a:pt x="15687" y="22125"/>
                  <a:pt x="15267" y="22575"/>
                </a:cubicBezTo>
                <a:cubicBezTo>
                  <a:pt x="14707" y="23119"/>
                  <a:pt x="13979" y="23391"/>
                  <a:pt x="13251" y="23391"/>
                </a:cubicBezTo>
                <a:cubicBezTo>
                  <a:pt x="12523" y="23391"/>
                  <a:pt x="11794" y="23119"/>
                  <a:pt x="11234" y="22575"/>
                </a:cubicBezTo>
                <a:cubicBezTo>
                  <a:pt x="10754" y="22095"/>
                  <a:pt x="10130" y="21855"/>
                  <a:pt x="9506" y="21855"/>
                </a:cubicBezTo>
                <a:cubicBezTo>
                  <a:pt x="8882" y="21855"/>
                  <a:pt x="8258" y="22095"/>
                  <a:pt x="7778" y="22575"/>
                </a:cubicBezTo>
                <a:cubicBezTo>
                  <a:pt x="7255" y="23078"/>
                  <a:pt x="6554" y="23353"/>
                  <a:pt x="5836" y="23353"/>
                </a:cubicBezTo>
                <a:cubicBezTo>
                  <a:pt x="5412" y="23353"/>
                  <a:pt x="4981" y="23257"/>
                  <a:pt x="4577" y="23055"/>
                </a:cubicBezTo>
                <a:cubicBezTo>
                  <a:pt x="4321" y="22415"/>
                  <a:pt x="4033" y="21743"/>
                  <a:pt x="3713" y="20975"/>
                </a:cubicBezTo>
                <a:cubicBezTo>
                  <a:pt x="3617" y="20847"/>
                  <a:pt x="3585" y="20719"/>
                  <a:pt x="3521" y="20559"/>
                </a:cubicBezTo>
                <a:lnTo>
                  <a:pt x="3521" y="20559"/>
                </a:lnTo>
                <a:cubicBezTo>
                  <a:pt x="3713" y="20687"/>
                  <a:pt x="3873" y="20815"/>
                  <a:pt x="4033" y="20975"/>
                </a:cubicBezTo>
                <a:cubicBezTo>
                  <a:pt x="4513" y="21439"/>
                  <a:pt x="5137" y="21671"/>
                  <a:pt x="5761" y="21671"/>
                </a:cubicBezTo>
                <a:cubicBezTo>
                  <a:pt x="6385" y="21671"/>
                  <a:pt x="7009" y="21439"/>
                  <a:pt x="7490" y="20975"/>
                </a:cubicBezTo>
                <a:cubicBezTo>
                  <a:pt x="8050" y="20415"/>
                  <a:pt x="8778" y="20135"/>
                  <a:pt x="9506" y="20135"/>
                </a:cubicBezTo>
                <a:close/>
                <a:moveTo>
                  <a:pt x="9506" y="22791"/>
                </a:moveTo>
                <a:cubicBezTo>
                  <a:pt x="10234" y="22791"/>
                  <a:pt x="10962" y="23071"/>
                  <a:pt x="11522" y="23631"/>
                </a:cubicBezTo>
                <a:cubicBezTo>
                  <a:pt x="12002" y="24095"/>
                  <a:pt x="12627" y="24327"/>
                  <a:pt x="13251" y="24327"/>
                </a:cubicBezTo>
                <a:cubicBezTo>
                  <a:pt x="13875" y="24327"/>
                  <a:pt x="14499" y="24095"/>
                  <a:pt x="14979" y="23631"/>
                </a:cubicBezTo>
                <a:cubicBezTo>
                  <a:pt x="15459" y="23119"/>
                  <a:pt x="16131" y="22831"/>
                  <a:pt x="16835" y="22831"/>
                </a:cubicBezTo>
                <a:cubicBezTo>
                  <a:pt x="16707" y="23439"/>
                  <a:pt x="16579" y="24015"/>
                  <a:pt x="16483" y="24623"/>
                </a:cubicBezTo>
                <a:cubicBezTo>
                  <a:pt x="16035" y="24719"/>
                  <a:pt x="15619" y="24911"/>
                  <a:pt x="15267" y="25231"/>
                </a:cubicBezTo>
                <a:cubicBezTo>
                  <a:pt x="14707" y="25792"/>
                  <a:pt x="13979" y="26072"/>
                  <a:pt x="13251" y="26072"/>
                </a:cubicBezTo>
                <a:cubicBezTo>
                  <a:pt x="12523" y="26072"/>
                  <a:pt x="11794" y="25792"/>
                  <a:pt x="11234" y="25231"/>
                </a:cubicBezTo>
                <a:cubicBezTo>
                  <a:pt x="10754" y="24751"/>
                  <a:pt x="10130" y="24511"/>
                  <a:pt x="9506" y="24511"/>
                </a:cubicBezTo>
                <a:cubicBezTo>
                  <a:pt x="8882" y="24511"/>
                  <a:pt x="8258" y="24751"/>
                  <a:pt x="7778" y="25231"/>
                </a:cubicBezTo>
                <a:cubicBezTo>
                  <a:pt x="7238" y="25744"/>
                  <a:pt x="6539" y="26030"/>
                  <a:pt x="5815" y="26030"/>
                </a:cubicBezTo>
                <a:cubicBezTo>
                  <a:pt x="5680" y="26030"/>
                  <a:pt x="5545" y="26020"/>
                  <a:pt x="5409" y="26000"/>
                </a:cubicBezTo>
                <a:cubicBezTo>
                  <a:pt x="5313" y="25360"/>
                  <a:pt x="5153" y="24719"/>
                  <a:pt x="4929" y="24111"/>
                </a:cubicBezTo>
                <a:lnTo>
                  <a:pt x="4929" y="24111"/>
                </a:lnTo>
                <a:cubicBezTo>
                  <a:pt x="5217" y="24229"/>
                  <a:pt x="5523" y="24286"/>
                  <a:pt x="5828" y="24286"/>
                </a:cubicBezTo>
                <a:cubicBezTo>
                  <a:pt x="6437" y="24286"/>
                  <a:pt x="7042" y="24058"/>
                  <a:pt x="7490" y="23631"/>
                </a:cubicBezTo>
                <a:cubicBezTo>
                  <a:pt x="8050" y="23071"/>
                  <a:pt x="8778" y="22791"/>
                  <a:pt x="9506" y="22791"/>
                </a:cubicBezTo>
                <a:close/>
                <a:moveTo>
                  <a:pt x="9522" y="25440"/>
                </a:moveTo>
                <a:cubicBezTo>
                  <a:pt x="10242" y="25440"/>
                  <a:pt x="10962" y="25712"/>
                  <a:pt x="11522" y="26256"/>
                </a:cubicBezTo>
                <a:cubicBezTo>
                  <a:pt x="12002" y="26736"/>
                  <a:pt x="12627" y="26976"/>
                  <a:pt x="13251" y="26976"/>
                </a:cubicBezTo>
                <a:cubicBezTo>
                  <a:pt x="13875" y="26976"/>
                  <a:pt x="14499" y="26736"/>
                  <a:pt x="14979" y="26256"/>
                </a:cubicBezTo>
                <a:cubicBezTo>
                  <a:pt x="15363" y="25904"/>
                  <a:pt x="15811" y="25648"/>
                  <a:pt x="16323" y="25552"/>
                </a:cubicBezTo>
                <a:lnTo>
                  <a:pt x="16323" y="25552"/>
                </a:lnTo>
                <a:cubicBezTo>
                  <a:pt x="16227" y="26160"/>
                  <a:pt x="16131" y="26768"/>
                  <a:pt x="16035" y="27408"/>
                </a:cubicBezTo>
                <a:cubicBezTo>
                  <a:pt x="15747" y="27504"/>
                  <a:pt x="15491" y="27664"/>
                  <a:pt x="15267" y="27856"/>
                </a:cubicBezTo>
                <a:lnTo>
                  <a:pt x="15267" y="27888"/>
                </a:lnTo>
                <a:cubicBezTo>
                  <a:pt x="14707" y="28432"/>
                  <a:pt x="13979" y="28704"/>
                  <a:pt x="13251" y="28704"/>
                </a:cubicBezTo>
                <a:cubicBezTo>
                  <a:pt x="12523" y="28704"/>
                  <a:pt x="11794" y="28432"/>
                  <a:pt x="11234" y="27888"/>
                </a:cubicBezTo>
                <a:cubicBezTo>
                  <a:pt x="10754" y="27408"/>
                  <a:pt x="10130" y="27168"/>
                  <a:pt x="9506" y="27168"/>
                </a:cubicBezTo>
                <a:cubicBezTo>
                  <a:pt x="8882" y="27168"/>
                  <a:pt x="8258" y="27408"/>
                  <a:pt x="7778" y="27888"/>
                </a:cubicBezTo>
                <a:cubicBezTo>
                  <a:pt x="7246" y="28419"/>
                  <a:pt x="6520" y="28706"/>
                  <a:pt x="5768" y="28706"/>
                </a:cubicBezTo>
                <a:cubicBezTo>
                  <a:pt x="5660" y="28706"/>
                  <a:pt x="5550" y="28700"/>
                  <a:pt x="5441" y="28688"/>
                </a:cubicBezTo>
                <a:cubicBezTo>
                  <a:pt x="5537" y="28080"/>
                  <a:pt x="5537" y="27504"/>
                  <a:pt x="5505" y="26928"/>
                </a:cubicBezTo>
                <a:lnTo>
                  <a:pt x="5505" y="26928"/>
                </a:lnTo>
                <a:cubicBezTo>
                  <a:pt x="5608" y="26941"/>
                  <a:pt x="5710" y="26948"/>
                  <a:pt x="5813" y="26948"/>
                </a:cubicBezTo>
                <a:cubicBezTo>
                  <a:pt x="6450" y="26948"/>
                  <a:pt x="7081" y="26697"/>
                  <a:pt x="7522" y="26256"/>
                </a:cubicBezTo>
                <a:cubicBezTo>
                  <a:pt x="8082" y="25712"/>
                  <a:pt x="8802" y="25440"/>
                  <a:pt x="9522" y="25440"/>
                </a:cubicBezTo>
                <a:close/>
                <a:moveTo>
                  <a:pt x="9506" y="28072"/>
                </a:moveTo>
                <a:cubicBezTo>
                  <a:pt x="10234" y="28072"/>
                  <a:pt x="10962" y="28352"/>
                  <a:pt x="11522" y="28912"/>
                </a:cubicBezTo>
                <a:cubicBezTo>
                  <a:pt x="12002" y="29376"/>
                  <a:pt x="12627" y="29608"/>
                  <a:pt x="13251" y="29608"/>
                </a:cubicBezTo>
                <a:cubicBezTo>
                  <a:pt x="13875" y="29608"/>
                  <a:pt x="14499" y="29376"/>
                  <a:pt x="14979" y="28912"/>
                </a:cubicBezTo>
                <a:cubicBezTo>
                  <a:pt x="15235" y="28624"/>
                  <a:pt x="15587" y="28432"/>
                  <a:pt x="15971" y="28304"/>
                </a:cubicBezTo>
                <a:lnTo>
                  <a:pt x="15971" y="28304"/>
                </a:lnTo>
                <a:cubicBezTo>
                  <a:pt x="15939" y="28464"/>
                  <a:pt x="15939" y="28624"/>
                  <a:pt x="15907" y="28784"/>
                </a:cubicBezTo>
                <a:cubicBezTo>
                  <a:pt x="15683" y="28880"/>
                  <a:pt x="15459" y="29008"/>
                  <a:pt x="15267" y="29200"/>
                </a:cubicBezTo>
                <a:cubicBezTo>
                  <a:pt x="14707" y="29760"/>
                  <a:pt x="13979" y="30040"/>
                  <a:pt x="13251" y="30040"/>
                </a:cubicBezTo>
                <a:cubicBezTo>
                  <a:pt x="12523" y="30040"/>
                  <a:pt x="11794" y="29760"/>
                  <a:pt x="11234" y="29200"/>
                </a:cubicBezTo>
                <a:cubicBezTo>
                  <a:pt x="10754" y="28720"/>
                  <a:pt x="10130" y="28480"/>
                  <a:pt x="9506" y="28480"/>
                </a:cubicBezTo>
                <a:cubicBezTo>
                  <a:pt x="8882" y="28480"/>
                  <a:pt x="8258" y="28720"/>
                  <a:pt x="7778" y="29200"/>
                </a:cubicBezTo>
                <a:cubicBezTo>
                  <a:pt x="7257" y="29721"/>
                  <a:pt x="6563" y="30011"/>
                  <a:pt x="5845" y="30011"/>
                </a:cubicBezTo>
                <a:cubicBezTo>
                  <a:pt x="5637" y="30011"/>
                  <a:pt x="5426" y="29987"/>
                  <a:pt x="5217" y="29936"/>
                </a:cubicBezTo>
                <a:cubicBezTo>
                  <a:pt x="5249" y="29808"/>
                  <a:pt x="5281" y="29680"/>
                  <a:pt x="5313" y="29552"/>
                </a:cubicBezTo>
                <a:cubicBezTo>
                  <a:pt x="5466" y="29584"/>
                  <a:pt x="5620" y="29599"/>
                  <a:pt x="5775" y="29599"/>
                </a:cubicBezTo>
                <a:cubicBezTo>
                  <a:pt x="6401" y="29599"/>
                  <a:pt x="7028" y="29348"/>
                  <a:pt x="7490" y="28912"/>
                </a:cubicBezTo>
                <a:cubicBezTo>
                  <a:pt x="8050" y="28352"/>
                  <a:pt x="8778" y="28072"/>
                  <a:pt x="9506" y="28072"/>
                </a:cubicBezTo>
                <a:close/>
                <a:moveTo>
                  <a:pt x="9506" y="29416"/>
                </a:moveTo>
                <a:cubicBezTo>
                  <a:pt x="10234" y="29416"/>
                  <a:pt x="10962" y="29696"/>
                  <a:pt x="11522" y="30256"/>
                </a:cubicBezTo>
                <a:cubicBezTo>
                  <a:pt x="12002" y="30721"/>
                  <a:pt x="12627" y="30953"/>
                  <a:pt x="13251" y="30953"/>
                </a:cubicBezTo>
                <a:cubicBezTo>
                  <a:pt x="13875" y="30953"/>
                  <a:pt x="14499" y="30721"/>
                  <a:pt x="14979" y="30256"/>
                </a:cubicBezTo>
                <a:cubicBezTo>
                  <a:pt x="15203" y="30000"/>
                  <a:pt x="15523" y="29808"/>
                  <a:pt x="15843" y="29680"/>
                </a:cubicBezTo>
                <a:cubicBezTo>
                  <a:pt x="15843" y="29808"/>
                  <a:pt x="15843" y="29968"/>
                  <a:pt x="15843" y="30128"/>
                </a:cubicBezTo>
                <a:lnTo>
                  <a:pt x="15811" y="30128"/>
                </a:lnTo>
                <a:cubicBezTo>
                  <a:pt x="15619" y="30224"/>
                  <a:pt x="15427" y="30352"/>
                  <a:pt x="15267" y="30544"/>
                </a:cubicBezTo>
                <a:cubicBezTo>
                  <a:pt x="14707" y="31089"/>
                  <a:pt x="13979" y="31361"/>
                  <a:pt x="13251" y="31361"/>
                </a:cubicBezTo>
                <a:cubicBezTo>
                  <a:pt x="12523" y="31361"/>
                  <a:pt x="11794" y="31089"/>
                  <a:pt x="11234" y="30544"/>
                </a:cubicBezTo>
                <a:cubicBezTo>
                  <a:pt x="10754" y="30064"/>
                  <a:pt x="10130" y="29824"/>
                  <a:pt x="9506" y="29824"/>
                </a:cubicBezTo>
                <a:cubicBezTo>
                  <a:pt x="8882" y="29824"/>
                  <a:pt x="8258" y="30064"/>
                  <a:pt x="7778" y="30544"/>
                </a:cubicBezTo>
                <a:cubicBezTo>
                  <a:pt x="7249" y="31051"/>
                  <a:pt x="6539" y="31330"/>
                  <a:pt x="5825" y="31330"/>
                </a:cubicBezTo>
                <a:cubicBezTo>
                  <a:pt x="5500" y="31330"/>
                  <a:pt x="5175" y="31272"/>
                  <a:pt x="4865" y="31153"/>
                </a:cubicBezTo>
                <a:cubicBezTo>
                  <a:pt x="4897" y="31025"/>
                  <a:pt x="4961" y="30897"/>
                  <a:pt x="4993" y="30769"/>
                </a:cubicBezTo>
                <a:cubicBezTo>
                  <a:pt x="5269" y="30871"/>
                  <a:pt x="5554" y="30921"/>
                  <a:pt x="5837" y="30921"/>
                </a:cubicBezTo>
                <a:cubicBezTo>
                  <a:pt x="6440" y="30921"/>
                  <a:pt x="7032" y="30692"/>
                  <a:pt x="7490" y="30256"/>
                </a:cubicBezTo>
                <a:cubicBezTo>
                  <a:pt x="8050" y="29696"/>
                  <a:pt x="8778" y="29416"/>
                  <a:pt x="9506" y="29416"/>
                </a:cubicBezTo>
                <a:close/>
                <a:moveTo>
                  <a:pt x="9518" y="30721"/>
                </a:moveTo>
                <a:cubicBezTo>
                  <a:pt x="10250" y="30721"/>
                  <a:pt x="10978" y="30993"/>
                  <a:pt x="11522" y="31537"/>
                </a:cubicBezTo>
                <a:cubicBezTo>
                  <a:pt x="12002" y="32017"/>
                  <a:pt x="12627" y="32257"/>
                  <a:pt x="13251" y="32257"/>
                </a:cubicBezTo>
                <a:cubicBezTo>
                  <a:pt x="13875" y="32257"/>
                  <a:pt x="14499" y="32017"/>
                  <a:pt x="14979" y="31537"/>
                </a:cubicBezTo>
                <a:cubicBezTo>
                  <a:pt x="15235" y="31313"/>
                  <a:pt x="15523" y="31121"/>
                  <a:pt x="15843" y="30993"/>
                </a:cubicBezTo>
                <a:lnTo>
                  <a:pt x="15843" y="31441"/>
                </a:lnTo>
                <a:cubicBezTo>
                  <a:pt x="15651" y="31537"/>
                  <a:pt x="15427" y="31665"/>
                  <a:pt x="15267" y="31857"/>
                </a:cubicBezTo>
                <a:cubicBezTo>
                  <a:pt x="14707" y="32401"/>
                  <a:pt x="13979" y="32673"/>
                  <a:pt x="13251" y="32673"/>
                </a:cubicBezTo>
                <a:cubicBezTo>
                  <a:pt x="12523" y="32673"/>
                  <a:pt x="11794" y="32401"/>
                  <a:pt x="11234" y="31857"/>
                </a:cubicBezTo>
                <a:cubicBezTo>
                  <a:pt x="10754" y="31377"/>
                  <a:pt x="10130" y="31137"/>
                  <a:pt x="9506" y="31137"/>
                </a:cubicBezTo>
                <a:cubicBezTo>
                  <a:pt x="8882" y="31137"/>
                  <a:pt x="8258" y="31377"/>
                  <a:pt x="7778" y="31857"/>
                </a:cubicBezTo>
                <a:cubicBezTo>
                  <a:pt x="7253" y="32382"/>
                  <a:pt x="6538" y="32659"/>
                  <a:pt x="5822" y="32659"/>
                </a:cubicBezTo>
                <a:cubicBezTo>
                  <a:pt x="5359" y="32659"/>
                  <a:pt x="4895" y="32543"/>
                  <a:pt x="4481" y="32305"/>
                </a:cubicBezTo>
                <a:cubicBezTo>
                  <a:pt x="4545" y="32145"/>
                  <a:pt x="4577" y="32017"/>
                  <a:pt x="4609" y="31857"/>
                </a:cubicBezTo>
                <a:lnTo>
                  <a:pt x="4609" y="31889"/>
                </a:lnTo>
                <a:cubicBezTo>
                  <a:pt x="4988" y="32111"/>
                  <a:pt x="5411" y="32221"/>
                  <a:pt x="5830" y="32221"/>
                </a:cubicBezTo>
                <a:cubicBezTo>
                  <a:pt x="6436" y="32221"/>
                  <a:pt x="7035" y="31991"/>
                  <a:pt x="7490" y="31537"/>
                </a:cubicBezTo>
                <a:cubicBezTo>
                  <a:pt x="8050" y="30993"/>
                  <a:pt x="8786" y="30721"/>
                  <a:pt x="9518" y="30721"/>
                </a:cubicBezTo>
                <a:close/>
                <a:moveTo>
                  <a:pt x="9518" y="32041"/>
                </a:moveTo>
                <a:cubicBezTo>
                  <a:pt x="10250" y="32041"/>
                  <a:pt x="10978" y="32321"/>
                  <a:pt x="11522" y="32881"/>
                </a:cubicBezTo>
                <a:cubicBezTo>
                  <a:pt x="12002" y="33345"/>
                  <a:pt x="12627" y="33577"/>
                  <a:pt x="13251" y="33577"/>
                </a:cubicBezTo>
                <a:cubicBezTo>
                  <a:pt x="13875" y="33577"/>
                  <a:pt x="14499" y="33345"/>
                  <a:pt x="14979" y="32881"/>
                </a:cubicBezTo>
                <a:cubicBezTo>
                  <a:pt x="15235" y="32625"/>
                  <a:pt x="15523" y="32433"/>
                  <a:pt x="15875" y="32305"/>
                </a:cubicBezTo>
                <a:lnTo>
                  <a:pt x="15875" y="32593"/>
                </a:lnTo>
                <a:lnTo>
                  <a:pt x="15875" y="32753"/>
                </a:lnTo>
                <a:cubicBezTo>
                  <a:pt x="15651" y="32849"/>
                  <a:pt x="15459" y="32977"/>
                  <a:pt x="15267" y="33169"/>
                </a:cubicBezTo>
                <a:cubicBezTo>
                  <a:pt x="14707" y="33713"/>
                  <a:pt x="13979" y="33985"/>
                  <a:pt x="13251" y="33985"/>
                </a:cubicBezTo>
                <a:cubicBezTo>
                  <a:pt x="12523" y="33985"/>
                  <a:pt x="11794" y="33713"/>
                  <a:pt x="11234" y="33169"/>
                </a:cubicBezTo>
                <a:cubicBezTo>
                  <a:pt x="10754" y="32689"/>
                  <a:pt x="10130" y="32449"/>
                  <a:pt x="9506" y="32449"/>
                </a:cubicBezTo>
                <a:cubicBezTo>
                  <a:pt x="8882" y="32449"/>
                  <a:pt x="8258" y="32689"/>
                  <a:pt x="7778" y="33169"/>
                </a:cubicBezTo>
                <a:cubicBezTo>
                  <a:pt x="7223" y="33706"/>
                  <a:pt x="6499" y="33982"/>
                  <a:pt x="5766" y="33982"/>
                </a:cubicBezTo>
                <a:cubicBezTo>
                  <a:pt x="5188" y="33982"/>
                  <a:pt x="4605" y="33810"/>
                  <a:pt x="4097" y="33457"/>
                </a:cubicBezTo>
                <a:cubicBezTo>
                  <a:pt x="4161" y="33297"/>
                  <a:pt x="4193" y="33137"/>
                  <a:pt x="4257" y="32977"/>
                </a:cubicBezTo>
                <a:lnTo>
                  <a:pt x="4257" y="33009"/>
                </a:lnTo>
                <a:cubicBezTo>
                  <a:pt x="4694" y="33386"/>
                  <a:pt x="5245" y="33571"/>
                  <a:pt x="5796" y="33571"/>
                </a:cubicBezTo>
                <a:cubicBezTo>
                  <a:pt x="6415" y="33571"/>
                  <a:pt x="7033" y="33338"/>
                  <a:pt x="7490" y="32881"/>
                </a:cubicBezTo>
                <a:cubicBezTo>
                  <a:pt x="8050" y="32321"/>
                  <a:pt x="8786" y="32041"/>
                  <a:pt x="9518" y="32041"/>
                </a:cubicBezTo>
                <a:close/>
                <a:moveTo>
                  <a:pt x="9506" y="33345"/>
                </a:moveTo>
                <a:cubicBezTo>
                  <a:pt x="10234" y="33345"/>
                  <a:pt x="10962" y="33617"/>
                  <a:pt x="11522" y="34161"/>
                </a:cubicBezTo>
                <a:cubicBezTo>
                  <a:pt x="12002" y="34641"/>
                  <a:pt x="12627" y="34881"/>
                  <a:pt x="13251" y="34881"/>
                </a:cubicBezTo>
                <a:cubicBezTo>
                  <a:pt x="13875" y="34881"/>
                  <a:pt x="14499" y="34641"/>
                  <a:pt x="14979" y="34161"/>
                </a:cubicBezTo>
                <a:cubicBezTo>
                  <a:pt x="15235" y="33905"/>
                  <a:pt x="15555" y="33713"/>
                  <a:pt x="15907" y="33585"/>
                </a:cubicBezTo>
                <a:lnTo>
                  <a:pt x="15907" y="33585"/>
                </a:lnTo>
                <a:cubicBezTo>
                  <a:pt x="15939" y="33745"/>
                  <a:pt x="15907" y="33905"/>
                  <a:pt x="15875" y="34065"/>
                </a:cubicBezTo>
                <a:cubicBezTo>
                  <a:pt x="15651" y="34161"/>
                  <a:pt x="15459" y="34289"/>
                  <a:pt x="15267" y="34481"/>
                </a:cubicBezTo>
                <a:cubicBezTo>
                  <a:pt x="14707" y="35025"/>
                  <a:pt x="13979" y="35297"/>
                  <a:pt x="13251" y="35297"/>
                </a:cubicBezTo>
                <a:cubicBezTo>
                  <a:pt x="12523" y="35297"/>
                  <a:pt x="11794" y="35025"/>
                  <a:pt x="11234" y="34481"/>
                </a:cubicBezTo>
                <a:cubicBezTo>
                  <a:pt x="10754" y="34001"/>
                  <a:pt x="10130" y="33761"/>
                  <a:pt x="9506" y="33761"/>
                </a:cubicBezTo>
                <a:cubicBezTo>
                  <a:pt x="8882" y="33761"/>
                  <a:pt x="8258" y="34001"/>
                  <a:pt x="7778" y="34481"/>
                </a:cubicBezTo>
                <a:cubicBezTo>
                  <a:pt x="7224" y="35018"/>
                  <a:pt x="6494" y="35291"/>
                  <a:pt x="5764" y="35291"/>
                </a:cubicBezTo>
                <a:cubicBezTo>
                  <a:pt x="5101" y="35291"/>
                  <a:pt x="4438" y="35066"/>
                  <a:pt x="3905" y="34609"/>
                </a:cubicBezTo>
                <a:cubicBezTo>
                  <a:pt x="3905" y="34449"/>
                  <a:pt x="3937" y="34289"/>
                  <a:pt x="3969" y="34097"/>
                </a:cubicBezTo>
                <a:cubicBezTo>
                  <a:pt x="4001" y="34129"/>
                  <a:pt x="4033" y="34161"/>
                  <a:pt x="4033" y="34161"/>
                </a:cubicBezTo>
                <a:cubicBezTo>
                  <a:pt x="4513" y="34641"/>
                  <a:pt x="5137" y="34881"/>
                  <a:pt x="5761" y="34881"/>
                </a:cubicBezTo>
                <a:cubicBezTo>
                  <a:pt x="6385" y="34881"/>
                  <a:pt x="7009" y="34641"/>
                  <a:pt x="7490" y="34161"/>
                </a:cubicBezTo>
                <a:cubicBezTo>
                  <a:pt x="8050" y="33617"/>
                  <a:pt x="8778" y="33345"/>
                  <a:pt x="9506" y="33345"/>
                </a:cubicBezTo>
                <a:close/>
                <a:moveTo>
                  <a:pt x="9522" y="34665"/>
                </a:moveTo>
                <a:cubicBezTo>
                  <a:pt x="10258" y="34665"/>
                  <a:pt x="10994" y="34945"/>
                  <a:pt x="11554" y="35505"/>
                </a:cubicBezTo>
                <a:cubicBezTo>
                  <a:pt x="12018" y="35985"/>
                  <a:pt x="12635" y="36226"/>
                  <a:pt x="13255" y="36226"/>
                </a:cubicBezTo>
                <a:cubicBezTo>
                  <a:pt x="13875" y="36226"/>
                  <a:pt x="14499" y="35985"/>
                  <a:pt x="14979" y="35505"/>
                </a:cubicBezTo>
                <a:cubicBezTo>
                  <a:pt x="15235" y="35281"/>
                  <a:pt x="15523" y="35089"/>
                  <a:pt x="15843" y="34961"/>
                </a:cubicBezTo>
                <a:lnTo>
                  <a:pt x="15843" y="34961"/>
                </a:lnTo>
                <a:cubicBezTo>
                  <a:pt x="15843" y="35121"/>
                  <a:pt x="15811" y="35281"/>
                  <a:pt x="15779" y="35441"/>
                </a:cubicBezTo>
                <a:cubicBezTo>
                  <a:pt x="15587" y="35537"/>
                  <a:pt x="15427" y="35665"/>
                  <a:pt x="15267" y="35793"/>
                </a:cubicBezTo>
                <a:cubicBezTo>
                  <a:pt x="14707" y="36354"/>
                  <a:pt x="13979" y="36634"/>
                  <a:pt x="13251" y="36634"/>
                </a:cubicBezTo>
                <a:cubicBezTo>
                  <a:pt x="12523" y="36634"/>
                  <a:pt x="11794" y="36354"/>
                  <a:pt x="11234" y="35793"/>
                </a:cubicBezTo>
                <a:cubicBezTo>
                  <a:pt x="10754" y="35313"/>
                  <a:pt x="10130" y="35073"/>
                  <a:pt x="9506" y="35073"/>
                </a:cubicBezTo>
                <a:cubicBezTo>
                  <a:pt x="8882" y="35073"/>
                  <a:pt x="8258" y="35313"/>
                  <a:pt x="7778" y="35793"/>
                </a:cubicBezTo>
                <a:cubicBezTo>
                  <a:pt x="7229" y="36342"/>
                  <a:pt x="6500" y="36623"/>
                  <a:pt x="5768" y="36623"/>
                </a:cubicBezTo>
                <a:cubicBezTo>
                  <a:pt x="5091" y="36623"/>
                  <a:pt x="4411" y="36382"/>
                  <a:pt x="3873" y="35889"/>
                </a:cubicBezTo>
                <a:lnTo>
                  <a:pt x="3873" y="35377"/>
                </a:lnTo>
                <a:cubicBezTo>
                  <a:pt x="3937" y="35409"/>
                  <a:pt x="4001" y="35441"/>
                  <a:pt x="4065" y="35505"/>
                </a:cubicBezTo>
                <a:cubicBezTo>
                  <a:pt x="4529" y="35985"/>
                  <a:pt x="5153" y="36226"/>
                  <a:pt x="5777" y="36226"/>
                </a:cubicBezTo>
                <a:cubicBezTo>
                  <a:pt x="6401" y="36226"/>
                  <a:pt x="7026" y="35985"/>
                  <a:pt x="7490" y="35505"/>
                </a:cubicBezTo>
                <a:cubicBezTo>
                  <a:pt x="8050" y="34945"/>
                  <a:pt x="8786" y="34665"/>
                  <a:pt x="9522" y="34665"/>
                </a:cubicBezTo>
                <a:close/>
                <a:moveTo>
                  <a:pt x="9506" y="35977"/>
                </a:moveTo>
                <a:cubicBezTo>
                  <a:pt x="10234" y="35977"/>
                  <a:pt x="10962" y="36258"/>
                  <a:pt x="11522" y="36818"/>
                </a:cubicBezTo>
                <a:cubicBezTo>
                  <a:pt x="12002" y="37298"/>
                  <a:pt x="12627" y="37538"/>
                  <a:pt x="13251" y="37538"/>
                </a:cubicBezTo>
                <a:cubicBezTo>
                  <a:pt x="13875" y="37538"/>
                  <a:pt x="14499" y="37298"/>
                  <a:pt x="14979" y="36818"/>
                </a:cubicBezTo>
                <a:cubicBezTo>
                  <a:pt x="15171" y="36658"/>
                  <a:pt x="15363" y="36498"/>
                  <a:pt x="15587" y="36370"/>
                </a:cubicBezTo>
                <a:lnTo>
                  <a:pt x="15587" y="36370"/>
                </a:lnTo>
                <a:cubicBezTo>
                  <a:pt x="15555" y="36594"/>
                  <a:pt x="15491" y="36786"/>
                  <a:pt x="15427" y="37010"/>
                </a:cubicBezTo>
                <a:cubicBezTo>
                  <a:pt x="15363" y="37074"/>
                  <a:pt x="15331" y="37074"/>
                  <a:pt x="15267" y="37106"/>
                </a:cubicBezTo>
                <a:cubicBezTo>
                  <a:pt x="14707" y="37666"/>
                  <a:pt x="13979" y="37946"/>
                  <a:pt x="13251" y="37946"/>
                </a:cubicBezTo>
                <a:cubicBezTo>
                  <a:pt x="12523" y="37946"/>
                  <a:pt x="11794" y="37666"/>
                  <a:pt x="11234" y="37106"/>
                </a:cubicBezTo>
                <a:cubicBezTo>
                  <a:pt x="10754" y="36642"/>
                  <a:pt x="10130" y="36410"/>
                  <a:pt x="9506" y="36410"/>
                </a:cubicBezTo>
                <a:cubicBezTo>
                  <a:pt x="8882" y="36410"/>
                  <a:pt x="8258" y="36642"/>
                  <a:pt x="7778" y="37106"/>
                </a:cubicBezTo>
                <a:cubicBezTo>
                  <a:pt x="7232" y="37669"/>
                  <a:pt x="6501" y="37954"/>
                  <a:pt x="5765" y="37954"/>
                </a:cubicBezTo>
                <a:cubicBezTo>
                  <a:pt x="5206" y="37954"/>
                  <a:pt x="4645" y="37790"/>
                  <a:pt x="4161" y="37458"/>
                </a:cubicBezTo>
                <a:cubicBezTo>
                  <a:pt x="4097" y="37234"/>
                  <a:pt x="4033" y="37010"/>
                  <a:pt x="3969" y="36786"/>
                </a:cubicBezTo>
                <a:cubicBezTo>
                  <a:pt x="4001" y="36786"/>
                  <a:pt x="4033" y="36818"/>
                  <a:pt x="4065" y="36818"/>
                </a:cubicBezTo>
                <a:cubicBezTo>
                  <a:pt x="4529" y="37298"/>
                  <a:pt x="5145" y="37538"/>
                  <a:pt x="5765" y="37538"/>
                </a:cubicBezTo>
                <a:cubicBezTo>
                  <a:pt x="6385" y="37538"/>
                  <a:pt x="7009" y="37298"/>
                  <a:pt x="7490" y="36818"/>
                </a:cubicBezTo>
                <a:cubicBezTo>
                  <a:pt x="8050" y="36258"/>
                  <a:pt x="8778" y="35977"/>
                  <a:pt x="9506" y="35977"/>
                </a:cubicBezTo>
                <a:close/>
                <a:moveTo>
                  <a:pt x="9518" y="37314"/>
                </a:moveTo>
                <a:cubicBezTo>
                  <a:pt x="10250" y="37314"/>
                  <a:pt x="10978" y="37586"/>
                  <a:pt x="11522" y="38130"/>
                </a:cubicBezTo>
                <a:cubicBezTo>
                  <a:pt x="12002" y="38610"/>
                  <a:pt x="12627" y="38850"/>
                  <a:pt x="13251" y="38850"/>
                </a:cubicBezTo>
                <a:cubicBezTo>
                  <a:pt x="13875" y="38850"/>
                  <a:pt x="14499" y="38610"/>
                  <a:pt x="14979" y="38130"/>
                </a:cubicBezTo>
                <a:lnTo>
                  <a:pt x="14979" y="38130"/>
                </a:lnTo>
                <a:cubicBezTo>
                  <a:pt x="14851" y="38418"/>
                  <a:pt x="14723" y="38706"/>
                  <a:pt x="14563" y="38962"/>
                </a:cubicBezTo>
                <a:cubicBezTo>
                  <a:pt x="14142" y="39166"/>
                  <a:pt x="13690" y="39267"/>
                  <a:pt x="13243" y="39267"/>
                </a:cubicBezTo>
                <a:cubicBezTo>
                  <a:pt x="12500" y="39267"/>
                  <a:pt x="11774" y="38989"/>
                  <a:pt x="11234" y="38450"/>
                </a:cubicBezTo>
                <a:cubicBezTo>
                  <a:pt x="10754" y="37970"/>
                  <a:pt x="10130" y="37730"/>
                  <a:pt x="9506" y="37730"/>
                </a:cubicBezTo>
                <a:cubicBezTo>
                  <a:pt x="8882" y="37730"/>
                  <a:pt x="8258" y="37970"/>
                  <a:pt x="7778" y="38450"/>
                </a:cubicBezTo>
                <a:cubicBezTo>
                  <a:pt x="7262" y="38966"/>
                  <a:pt x="6557" y="39246"/>
                  <a:pt x="5839" y="39246"/>
                </a:cubicBezTo>
                <a:cubicBezTo>
                  <a:pt x="5534" y="39246"/>
                  <a:pt x="5226" y="39195"/>
                  <a:pt x="4929" y="39090"/>
                </a:cubicBezTo>
                <a:cubicBezTo>
                  <a:pt x="4801" y="38898"/>
                  <a:pt x="4673" y="38706"/>
                  <a:pt x="4577" y="38482"/>
                </a:cubicBezTo>
                <a:lnTo>
                  <a:pt x="4577" y="38482"/>
                </a:lnTo>
                <a:cubicBezTo>
                  <a:pt x="4954" y="38716"/>
                  <a:pt x="5377" y="38828"/>
                  <a:pt x="5800" y="38828"/>
                </a:cubicBezTo>
                <a:cubicBezTo>
                  <a:pt x="6418" y="38828"/>
                  <a:pt x="7033" y="38586"/>
                  <a:pt x="7490" y="38130"/>
                </a:cubicBezTo>
                <a:cubicBezTo>
                  <a:pt x="8050" y="37586"/>
                  <a:pt x="8786" y="37314"/>
                  <a:pt x="9518" y="37314"/>
                </a:cubicBezTo>
                <a:close/>
                <a:moveTo>
                  <a:pt x="9506" y="38634"/>
                </a:moveTo>
                <a:cubicBezTo>
                  <a:pt x="10234" y="38634"/>
                  <a:pt x="10962" y="38914"/>
                  <a:pt x="11522" y="39474"/>
                </a:cubicBezTo>
                <a:cubicBezTo>
                  <a:pt x="11973" y="39898"/>
                  <a:pt x="12578" y="40147"/>
                  <a:pt x="13190" y="40147"/>
                </a:cubicBezTo>
                <a:cubicBezTo>
                  <a:pt x="13317" y="40147"/>
                  <a:pt x="13444" y="40136"/>
                  <a:pt x="13571" y="40114"/>
                </a:cubicBezTo>
                <a:lnTo>
                  <a:pt x="13571" y="40114"/>
                </a:lnTo>
                <a:cubicBezTo>
                  <a:pt x="13411" y="40274"/>
                  <a:pt x="13219" y="40434"/>
                  <a:pt x="13059" y="40594"/>
                </a:cubicBezTo>
                <a:cubicBezTo>
                  <a:pt x="12355" y="40530"/>
                  <a:pt x="11714" y="40242"/>
                  <a:pt x="11234" y="39794"/>
                </a:cubicBezTo>
                <a:cubicBezTo>
                  <a:pt x="10754" y="39314"/>
                  <a:pt x="10130" y="39074"/>
                  <a:pt x="9506" y="39074"/>
                </a:cubicBezTo>
                <a:cubicBezTo>
                  <a:pt x="8882" y="39074"/>
                  <a:pt x="8258" y="39314"/>
                  <a:pt x="7778" y="39794"/>
                </a:cubicBezTo>
                <a:cubicBezTo>
                  <a:pt x="7394" y="40146"/>
                  <a:pt x="6913" y="40434"/>
                  <a:pt x="6401" y="40530"/>
                </a:cubicBezTo>
                <a:cubicBezTo>
                  <a:pt x="6209" y="40402"/>
                  <a:pt x="6017" y="40274"/>
                  <a:pt x="5857" y="40146"/>
                </a:cubicBezTo>
                <a:cubicBezTo>
                  <a:pt x="6465" y="40146"/>
                  <a:pt x="7074" y="39890"/>
                  <a:pt x="7490" y="39474"/>
                </a:cubicBezTo>
                <a:cubicBezTo>
                  <a:pt x="8050" y="38914"/>
                  <a:pt x="8778" y="38634"/>
                  <a:pt x="9506" y="38634"/>
                </a:cubicBezTo>
                <a:close/>
                <a:moveTo>
                  <a:pt x="9518" y="39946"/>
                </a:moveTo>
                <a:cubicBezTo>
                  <a:pt x="10250" y="39946"/>
                  <a:pt x="10978" y="40226"/>
                  <a:pt x="11522" y="40786"/>
                </a:cubicBezTo>
                <a:cubicBezTo>
                  <a:pt x="11682" y="40914"/>
                  <a:pt x="11842" y="41042"/>
                  <a:pt x="12034" y="41138"/>
                </a:cubicBezTo>
                <a:cubicBezTo>
                  <a:pt x="11874" y="41202"/>
                  <a:pt x="11682" y="41234"/>
                  <a:pt x="11554" y="41298"/>
                </a:cubicBezTo>
                <a:cubicBezTo>
                  <a:pt x="11426" y="41234"/>
                  <a:pt x="11330" y="41170"/>
                  <a:pt x="11234" y="41074"/>
                </a:cubicBezTo>
                <a:cubicBezTo>
                  <a:pt x="10754" y="40610"/>
                  <a:pt x="10130" y="40378"/>
                  <a:pt x="9506" y="40378"/>
                </a:cubicBezTo>
                <a:cubicBezTo>
                  <a:pt x="8882" y="40378"/>
                  <a:pt x="8258" y="40610"/>
                  <a:pt x="7778" y="41074"/>
                </a:cubicBezTo>
                <a:cubicBezTo>
                  <a:pt x="7746" y="41106"/>
                  <a:pt x="7714" y="41138"/>
                  <a:pt x="7650" y="41202"/>
                </a:cubicBezTo>
                <a:cubicBezTo>
                  <a:pt x="7490" y="41138"/>
                  <a:pt x="7330" y="41074"/>
                  <a:pt x="7170" y="41010"/>
                </a:cubicBezTo>
                <a:cubicBezTo>
                  <a:pt x="7298" y="40946"/>
                  <a:pt x="7394" y="40882"/>
                  <a:pt x="7490" y="40786"/>
                </a:cubicBezTo>
                <a:cubicBezTo>
                  <a:pt x="8050" y="40226"/>
                  <a:pt x="8786" y="39946"/>
                  <a:pt x="9518" y="39946"/>
                </a:cubicBezTo>
                <a:close/>
                <a:moveTo>
                  <a:pt x="9001" y="1"/>
                </a:moveTo>
                <a:cubicBezTo>
                  <a:pt x="8892" y="1"/>
                  <a:pt x="8783" y="4"/>
                  <a:pt x="8674" y="11"/>
                </a:cubicBezTo>
                <a:cubicBezTo>
                  <a:pt x="6785" y="139"/>
                  <a:pt x="4961" y="1451"/>
                  <a:pt x="3585" y="3756"/>
                </a:cubicBezTo>
                <a:cubicBezTo>
                  <a:pt x="1216" y="7660"/>
                  <a:pt x="0" y="14830"/>
                  <a:pt x="2945" y="21327"/>
                </a:cubicBezTo>
                <a:cubicBezTo>
                  <a:pt x="4865" y="25648"/>
                  <a:pt x="5409" y="27568"/>
                  <a:pt x="3713" y="31985"/>
                </a:cubicBezTo>
                <a:cubicBezTo>
                  <a:pt x="2625" y="34737"/>
                  <a:pt x="2849" y="37522"/>
                  <a:pt x="4257" y="39570"/>
                </a:cubicBezTo>
                <a:cubicBezTo>
                  <a:pt x="5473" y="41362"/>
                  <a:pt x="7458" y="42419"/>
                  <a:pt x="9634" y="42419"/>
                </a:cubicBezTo>
                <a:cubicBezTo>
                  <a:pt x="9707" y="42421"/>
                  <a:pt x="9781" y="42423"/>
                  <a:pt x="9854" y="42423"/>
                </a:cubicBezTo>
                <a:cubicBezTo>
                  <a:pt x="11599" y="42423"/>
                  <a:pt x="13269" y="41693"/>
                  <a:pt x="14467" y="40402"/>
                </a:cubicBezTo>
                <a:cubicBezTo>
                  <a:pt x="16099" y="38674"/>
                  <a:pt x="16899" y="35761"/>
                  <a:pt x="16675" y="32497"/>
                </a:cubicBezTo>
                <a:cubicBezTo>
                  <a:pt x="16451" y="29008"/>
                  <a:pt x="17027" y="26064"/>
                  <a:pt x="17636" y="22927"/>
                </a:cubicBezTo>
                <a:cubicBezTo>
                  <a:pt x="17892" y="21743"/>
                  <a:pt x="18116" y="20527"/>
                  <a:pt x="18308" y="19246"/>
                </a:cubicBezTo>
                <a:cubicBezTo>
                  <a:pt x="19332" y="12941"/>
                  <a:pt x="18020" y="6892"/>
                  <a:pt x="14787" y="3083"/>
                </a:cubicBezTo>
                <a:cubicBezTo>
                  <a:pt x="13087" y="1110"/>
                  <a:pt x="11013" y="1"/>
                  <a:pt x="90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42"/>
          <p:cNvSpPr/>
          <p:nvPr/>
        </p:nvSpPr>
        <p:spPr>
          <a:xfrm rot="4382723">
            <a:off x="2578302" y="1937134"/>
            <a:ext cx="276291" cy="606345"/>
          </a:xfrm>
          <a:custGeom>
            <a:avLst/>
            <a:gdLst/>
            <a:ahLst/>
            <a:cxnLst/>
            <a:rect l="l" t="t" r="r" b="b"/>
            <a:pathLst>
              <a:path w="19333" h="42428" extrusionOk="0">
                <a:moveTo>
                  <a:pt x="8290" y="1328"/>
                </a:moveTo>
                <a:cubicBezTo>
                  <a:pt x="8226" y="1360"/>
                  <a:pt x="8162" y="1392"/>
                  <a:pt x="8098" y="1456"/>
                </a:cubicBezTo>
                <a:cubicBezTo>
                  <a:pt x="7746" y="1808"/>
                  <a:pt x="7298" y="2064"/>
                  <a:pt x="6818" y="2192"/>
                </a:cubicBezTo>
                <a:cubicBezTo>
                  <a:pt x="7266" y="1840"/>
                  <a:pt x="7746" y="1552"/>
                  <a:pt x="8290" y="1328"/>
                </a:cubicBezTo>
                <a:close/>
                <a:moveTo>
                  <a:pt x="10595" y="880"/>
                </a:moveTo>
                <a:cubicBezTo>
                  <a:pt x="11011" y="880"/>
                  <a:pt x="11395" y="976"/>
                  <a:pt x="11779" y="1104"/>
                </a:cubicBezTo>
                <a:lnTo>
                  <a:pt x="11779" y="1136"/>
                </a:lnTo>
                <a:cubicBezTo>
                  <a:pt x="11811" y="1136"/>
                  <a:pt x="11811" y="1136"/>
                  <a:pt x="11843" y="1168"/>
                </a:cubicBezTo>
                <a:cubicBezTo>
                  <a:pt x="12131" y="1456"/>
                  <a:pt x="12515" y="1680"/>
                  <a:pt x="12931" y="1776"/>
                </a:cubicBezTo>
                <a:cubicBezTo>
                  <a:pt x="13123" y="1936"/>
                  <a:pt x="13347" y="2096"/>
                  <a:pt x="13539" y="2288"/>
                </a:cubicBezTo>
                <a:cubicBezTo>
                  <a:pt x="12771" y="2288"/>
                  <a:pt x="12067" y="2000"/>
                  <a:pt x="11523" y="1488"/>
                </a:cubicBezTo>
                <a:cubicBezTo>
                  <a:pt x="11203" y="1168"/>
                  <a:pt x="10819" y="944"/>
                  <a:pt x="10371" y="880"/>
                </a:cubicBezTo>
                <a:close/>
                <a:moveTo>
                  <a:pt x="9827" y="1640"/>
                </a:moveTo>
                <a:cubicBezTo>
                  <a:pt x="10555" y="1640"/>
                  <a:pt x="11283" y="1920"/>
                  <a:pt x="11843" y="2481"/>
                </a:cubicBezTo>
                <a:cubicBezTo>
                  <a:pt x="12308" y="2922"/>
                  <a:pt x="12907" y="3161"/>
                  <a:pt x="13531" y="3161"/>
                </a:cubicBezTo>
                <a:cubicBezTo>
                  <a:pt x="13767" y="3161"/>
                  <a:pt x="14007" y="3127"/>
                  <a:pt x="14244" y="3057"/>
                </a:cubicBezTo>
                <a:cubicBezTo>
                  <a:pt x="14532" y="3409"/>
                  <a:pt x="14788" y="3793"/>
                  <a:pt x="15044" y="4209"/>
                </a:cubicBezTo>
                <a:cubicBezTo>
                  <a:pt x="15076" y="4273"/>
                  <a:pt x="15108" y="4369"/>
                  <a:pt x="15140" y="4433"/>
                </a:cubicBezTo>
                <a:cubicBezTo>
                  <a:pt x="14655" y="4752"/>
                  <a:pt x="14098" y="4908"/>
                  <a:pt x="13544" y="4908"/>
                </a:cubicBezTo>
                <a:cubicBezTo>
                  <a:pt x="12819" y="4908"/>
                  <a:pt x="12100" y="4639"/>
                  <a:pt x="11555" y="4113"/>
                </a:cubicBezTo>
                <a:cubicBezTo>
                  <a:pt x="11075" y="3633"/>
                  <a:pt x="10451" y="3393"/>
                  <a:pt x="9827" y="3393"/>
                </a:cubicBezTo>
                <a:cubicBezTo>
                  <a:pt x="9203" y="3393"/>
                  <a:pt x="8578" y="3633"/>
                  <a:pt x="8098" y="4113"/>
                </a:cubicBezTo>
                <a:cubicBezTo>
                  <a:pt x="7557" y="4654"/>
                  <a:pt x="6831" y="4934"/>
                  <a:pt x="6098" y="4934"/>
                </a:cubicBezTo>
                <a:cubicBezTo>
                  <a:pt x="5573" y="4934"/>
                  <a:pt x="5045" y="4791"/>
                  <a:pt x="4578" y="4497"/>
                </a:cubicBezTo>
                <a:cubicBezTo>
                  <a:pt x="4770" y="4209"/>
                  <a:pt x="4994" y="3921"/>
                  <a:pt x="5186" y="3665"/>
                </a:cubicBezTo>
                <a:cubicBezTo>
                  <a:pt x="5346" y="3441"/>
                  <a:pt x="5538" y="3313"/>
                  <a:pt x="5698" y="3121"/>
                </a:cubicBezTo>
                <a:lnTo>
                  <a:pt x="5698" y="3153"/>
                </a:lnTo>
                <a:cubicBezTo>
                  <a:pt x="5829" y="3174"/>
                  <a:pt x="5960" y="3185"/>
                  <a:pt x="6092" y="3185"/>
                </a:cubicBezTo>
                <a:cubicBezTo>
                  <a:pt x="6731" y="3185"/>
                  <a:pt x="7359" y="2932"/>
                  <a:pt x="7810" y="2481"/>
                </a:cubicBezTo>
                <a:cubicBezTo>
                  <a:pt x="8370" y="1920"/>
                  <a:pt x="9099" y="1640"/>
                  <a:pt x="9827" y="1640"/>
                </a:cubicBezTo>
                <a:close/>
                <a:moveTo>
                  <a:pt x="9827" y="4297"/>
                </a:moveTo>
                <a:cubicBezTo>
                  <a:pt x="10555" y="4297"/>
                  <a:pt x="11283" y="4577"/>
                  <a:pt x="11843" y="5137"/>
                </a:cubicBezTo>
                <a:cubicBezTo>
                  <a:pt x="12323" y="5601"/>
                  <a:pt x="12947" y="5833"/>
                  <a:pt x="13571" y="5833"/>
                </a:cubicBezTo>
                <a:cubicBezTo>
                  <a:pt x="14196" y="5833"/>
                  <a:pt x="14820" y="5601"/>
                  <a:pt x="15300" y="5137"/>
                </a:cubicBezTo>
                <a:cubicBezTo>
                  <a:pt x="15332" y="5073"/>
                  <a:pt x="15396" y="5041"/>
                  <a:pt x="15460" y="4977"/>
                </a:cubicBezTo>
                <a:cubicBezTo>
                  <a:pt x="15684" y="5425"/>
                  <a:pt x="15876" y="5873"/>
                  <a:pt x="16068" y="6385"/>
                </a:cubicBezTo>
                <a:cubicBezTo>
                  <a:pt x="15908" y="6481"/>
                  <a:pt x="15716" y="6577"/>
                  <a:pt x="15588" y="6737"/>
                </a:cubicBezTo>
                <a:cubicBezTo>
                  <a:pt x="15028" y="7281"/>
                  <a:pt x="14292" y="7553"/>
                  <a:pt x="13559" y="7553"/>
                </a:cubicBezTo>
                <a:cubicBezTo>
                  <a:pt x="12827" y="7553"/>
                  <a:pt x="12099" y="7281"/>
                  <a:pt x="11555" y="6737"/>
                </a:cubicBezTo>
                <a:cubicBezTo>
                  <a:pt x="11075" y="6257"/>
                  <a:pt x="10451" y="6017"/>
                  <a:pt x="9827" y="6017"/>
                </a:cubicBezTo>
                <a:cubicBezTo>
                  <a:pt x="9203" y="6017"/>
                  <a:pt x="8578" y="6257"/>
                  <a:pt x="8098" y="6737"/>
                </a:cubicBezTo>
                <a:cubicBezTo>
                  <a:pt x="7538" y="7281"/>
                  <a:pt x="6810" y="7553"/>
                  <a:pt x="6082" y="7553"/>
                </a:cubicBezTo>
                <a:cubicBezTo>
                  <a:pt x="5354" y="7553"/>
                  <a:pt x="4626" y="7281"/>
                  <a:pt x="4066" y="6737"/>
                </a:cubicBezTo>
                <a:cubicBezTo>
                  <a:pt x="3874" y="6545"/>
                  <a:pt x="3682" y="6417"/>
                  <a:pt x="3458" y="6321"/>
                </a:cubicBezTo>
                <a:cubicBezTo>
                  <a:pt x="3682" y="5873"/>
                  <a:pt x="3938" y="5425"/>
                  <a:pt x="4194" y="5009"/>
                </a:cubicBezTo>
                <a:cubicBezTo>
                  <a:pt x="4258" y="5041"/>
                  <a:pt x="4290" y="5073"/>
                  <a:pt x="4354" y="5137"/>
                </a:cubicBezTo>
                <a:cubicBezTo>
                  <a:pt x="4834" y="5601"/>
                  <a:pt x="5458" y="5833"/>
                  <a:pt x="6082" y="5833"/>
                </a:cubicBezTo>
                <a:cubicBezTo>
                  <a:pt x="6706" y="5833"/>
                  <a:pt x="7330" y="5601"/>
                  <a:pt x="7810" y="5137"/>
                </a:cubicBezTo>
                <a:cubicBezTo>
                  <a:pt x="8370" y="4577"/>
                  <a:pt x="9099" y="4297"/>
                  <a:pt x="9827" y="4297"/>
                </a:cubicBezTo>
                <a:close/>
                <a:moveTo>
                  <a:pt x="9807" y="6921"/>
                </a:moveTo>
                <a:cubicBezTo>
                  <a:pt x="10539" y="6921"/>
                  <a:pt x="11267" y="7201"/>
                  <a:pt x="11811" y="7761"/>
                </a:cubicBezTo>
                <a:cubicBezTo>
                  <a:pt x="12291" y="8226"/>
                  <a:pt x="12915" y="8458"/>
                  <a:pt x="13539" y="8458"/>
                </a:cubicBezTo>
                <a:cubicBezTo>
                  <a:pt x="14164" y="8458"/>
                  <a:pt x="14788" y="8226"/>
                  <a:pt x="15268" y="7761"/>
                </a:cubicBezTo>
                <a:cubicBezTo>
                  <a:pt x="15588" y="7473"/>
                  <a:pt x="15940" y="7249"/>
                  <a:pt x="16324" y="7121"/>
                </a:cubicBezTo>
                <a:cubicBezTo>
                  <a:pt x="16516" y="7633"/>
                  <a:pt x="16644" y="8210"/>
                  <a:pt x="16772" y="8754"/>
                </a:cubicBezTo>
                <a:cubicBezTo>
                  <a:pt x="16324" y="8850"/>
                  <a:pt x="15908" y="9042"/>
                  <a:pt x="15588" y="9362"/>
                </a:cubicBezTo>
                <a:cubicBezTo>
                  <a:pt x="15028" y="9922"/>
                  <a:pt x="14292" y="10202"/>
                  <a:pt x="13559" y="10202"/>
                </a:cubicBezTo>
                <a:cubicBezTo>
                  <a:pt x="12827" y="10202"/>
                  <a:pt x="12099" y="9922"/>
                  <a:pt x="11555" y="9362"/>
                </a:cubicBezTo>
                <a:cubicBezTo>
                  <a:pt x="11075" y="8898"/>
                  <a:pt x="10451" y="8666"/>
                  <a:pt x="9827" y="8666"/>
                </a:cubicBezTo>
                <a:cubicBezTo>
                  <a:pt x="9203" y="8666"/>
                  <a:pt x="8578" y="8898"/>
                  <a:pt x="8098" y="9362"/>
                </a:cubicBezTo>
                <a:cubicBezTo>
                  <a:pt x="7538" y="9922"/>
                  <a:pt x="6810" y="10202"/>
                  <a:pt x="6082" y="10202"/>
                </a:cubicBezTo>
                <a:cubicBezTo>
                  <a:pt x="5354" y="10202"/>
                  <a:pt x="4626" y="9922"/>
                  <a:pt x="4066" y="9362"/>
                </a:cubicBezTo>
                <a:cubicBezTo>
                  <a:pt x="3618" y="8946"/>
                  <a:pt x="3041" y="8722"/>
                  <a:pt x="2465" y="8722"/>
                </a:cubicBezTo>
                <a:cubicBezTo>
                  <a:pt x="2625" y="8146"/>
                  <a:pt x="2849" y="7601"/>
                  <a:pt x="3073" y="7057"/>
                </a:cubicBezTo>
                <a:cubicBezTo>
                  <a:pt x="3554" y="7185"/>
                  <a:pt x="4002" y="7409"/>
                  <a:pt x="4322" y="7761"/>
                </a:cubicBezTo>
                <a:cubicBezTo>
                  <a:pt x="4802" y="8226"/>
                  <a:pt x="5434" y="8458"/>
                  <a:pt x="6062" y="8458"/>
                </a:cubicBezTo>
                <a:cubicBezTo>
                  <a:pt x="6690" y="8458"/>
                  <a:pt x="7314" y="8226"/>
                  <a:pt x="7778" y="7761"/>
                </a:cubicBezTo>
                <a:cubicBezTo>
                  <a:pt x="8338" y="7201"/>
                  <a:pt x="9075" y="6921"/>
                  <a:pt x="9807" y="6921"/>
                </a:cubicBezTo>
                <a:close/>
                <a:moveTo>
                  <a:pt x="9796" y="9562"/>
                </a:moveTo>
                <a:cubicBezTo>
                  <a:pt x="10534" y="9562"/>
                  <a:pt x="11275" y="9850"/>
                  <a:pt x="11843" y="10418"/>
                </a:cubicBezTo>
                <a:cubicBezTo>
                  <a:pt x="12323" y="10882"/>
                  <a:pt x="12947" y="11114"/>
                  <a:pt x="13567" y="11114"/>
                </a:cubicBezTo>
                <a:cubicBezTo>
                  <a:pt x="14188" y="11114"/>
                  <a:pt x="14804" y="10882"/>
                  <a:pt x="15268" y="10418"/>
                </a:cubicBezTo>
                <a:cubicBezTo>
                  <a:pt x="15748" y="9938"/>
                  <a:pt x="16324" y="9650"/>
                  <a:pt x="16996" y="9618"/>
                </a:cubicBezTo>
                <a:cubicBezTo>
                  <a:pt x="17092" y="10162"/>
                  <a:pt x="17156" y="10770"/>
                  <a:pt x="17220" y="11346"/>
                </a:cubicBezTo>
                <a:cubicBezTo>
                  <a:pt x="16612" y="11346"/>
                  <a:pt x="16004" y="11570"/>
                  <a:pt x="15588" y="12018"/>
                </a:cubicBezTo>
                <a:cubicBezTo>
                  <a:pt x="15028" y="12578"/>
                  <a:pt x="14292" y="12858"/>
                  <a:pt x="13559" y="12858"/>
                </a:cubicBezTo>
                <a:cubicBezTo>
                  <a:pt x="12827" y="12858"/>
                  <a:pt x="12099" y="12578"/>
                  <a:pt x="11555" y="12018"/>
                </a:cubicBezTo>
                <a:cubicBezTo>
                  <a:pt x="11075" y="11538"/>
                  <a:pt x="10451" y="11298"/>
                  <a:pt x="9827" y="11298"/>
                </a:cubicBezTo>
                <a:cubicBezTo>
                  <a:pt x="9203" y="11298"/>
                  <a:pt x="8578" y="11538"/>
                  <a:pt x="8098" y="12018"/>
                </a:cubicBezTo>
                <a:cubicBezTo>
                  <a:pt x="7542" y="12574"/>
                  <a:pt x="6813" y="12846"/>
                  <a:pt x="6086" y="12846"/>
                </a:cubicBezTo>
                <a:cubicBezTo>
                  <a:pt x="5348" y="12846"/>
                  <a:pt x="4614" y="12566"/>
                  <a:pt x="4066" y="12018"/>
                </a:cubicBezTo>
                <a:cubicBezTo>
                  <a:pt x="3592" y="11570"/>
                  <a:pt x="2983" y="11315"/>
                  <a:pt x="2358" y="11315"/>
                </a:cubicBezTo>
                <a:cubicBezTo>
                  <a:pt x="2181" y="11315"/>
                  <a:pt x="2002" y="11336"/>
                  <a:pt x="1825" y="11378"/>
                </a:cubicBezTo>
                <a:cubicBezTo>
                  <a:pt x="1953" y="10770"/>
                  <a:pt x="2081" y="10162"/>
                  <a:pt x="2241" y="9586"/>
                </a:cubicBezTo>
                <a:cubicBezTo>
                  <a:pt x="2315" y="9580"/>
                  <a:pt x="2388" y="9577"/>
                  <a:pt x="2460" y="9577"/>
                </a:cubicBezTo>
                <a:cubicBezTo>
                  <a:pt x="3180" y="9577"/>
                  <a:pt x="3859" y="9863"/>
                  <a:pt x="4354" y="10386"/>
                </a:cubicBezTo>
                <a:cubicBezTo>
                  <a:pt x="4834" y="10850"/>
                  <a:pt x="5458" y="11082"/>
                  <a:pt x="6082" y="11082"/>
                </a:cubicBezTo>
                <a:cubicBezTo>
                  <a:pt x="6706" y="11082"/>
                  <a:pt x="7330" y="10850"/>
                  <a:pt x="7810" y="10386"/>
                </a:cubicBezTo>
                <a:cubicBezTo>
                  <a:pt x="8362" y="9834"/>
                  <a:pt x="9078" y="9562"/>
                  <a:pt x="9796" y="9562"/>
                </a:cubicBezTo>
                <a:close/>
                <a:moveTo>
                  <a:pt x="9827" y="12202"/>
                </a:moveTo>
                <a:cubicBezTo>
                  <a:pt x="10555" y="12202"/>
                  <a:pt x="11283" y="12482"/>
                  <a:pt x="11843" y="13042"/>
                </a:cubicBezTo>
                <a:cubicBezTo>
                  <a:pt x="12323" y="13523"/>
                  <a:pt x="12947" y="13763"/>
                  <a:pt x="13571" y="13763"/>
                </a:cubicBezTo>
                <a:cubicBezTo>
                  <a:pt x="14196" y="13763"/>
                  <a:pt x="14820" y="13523"/>
                  <a:pt x="15300" y="13042"/>
                </a:cubicBezTo>
                <a:cubicBezTo>
                  <a:pt x="15812" y="12530"/>
                  <a:pt x="16516" y="12242"/>
                  <a:pt x="17252" y="12242"/>
                </a:cubicBezTo>
                <a:cubicBezTo>
                  <a:pt x="17284" y="12818"/>
                  <a:pt x="17316" y="13395"/>
                  <a:pt x="17284" y="14003"/>
                </a:cubicBezTo>
                <a:cubicBezTo>
                  <a:pt x="17248" y="14001"/>
                  <a:pt x="17212" y="14000"/>
                  <a:pt x="17177" y="14000"/>
                </a:cubicBezTo>
                <a:cubicBezTo>
                  <a:pt x="16576" y="14000"/>
                  <a:pt x="16011" y="14252"/>
                  <a:pt x="15588" y="14675"/>
                </a:cubicBezTo>
                <a:cubicBezTo>
                  <a:pt x="15028" y="15219"/>
                  <a:pt x="14292" y="15491"/>
                  <a:pt x="13559" y="15491"/>
                </a:cubicBezTo>
                <a:cubicBezTo>
                  <a:pt x="12827" y="15491"/>
                  <a:pt x="12099" y="15219"/>
                  <a:pt x="11555" y="14675"/>
                </a:cubicBezTo>
                <a:cubicBezTo>
                  <a:pt x="11075" y="14195"/>
                  <a:pt x="10451" y="13955"/>
                  <a:pt x="9827" y="13955"/>
                </a:cubicBezTo>
                <a:cubicBezTo>
                  <a:pt x="9203" y="13955"/>
                  <a:pt x="8578" y="14195"/>
                  <a:pt x="8098" y="14675"/>
                </a:cubicBezTo>
                <a:cubicBezTo>
                  <a:pt x="7538" y="15219"/>
                  <a:pt x="6810" y="15491"/>
                  <a:pt x="6082" y="15491"/>
                </a:cubicBezTo>
                <a:cubicBezTo>
                  <a:pt x="5354" y="15491"/>
                  <a:pt x="4626" y="15219"/>
                  <a:pt x="4066" y="14675"/>
                </a:cubicBezTo>
                <a:cubicBezTo>
                  <a:pt x="3615" y="14224"/>
                  <a:pt x="3021" y="13990"/>
                  <a:pt x="2418" y="13990"/>
                </a:cubicBezTo>
                <a:cubicBezTo>
                  <a:pt x="2121" y="13990"/>
                  <a:pt x="1822" y="14047"/>
                  <a:pt x="1537" y="14163"/>
                </a:cubicBezTo>
                <a:cubicBezTo>
                  <a:pt x="1569" y="13523"/>
                  <a:pt x="1601" y="12914"/>
                  <a:pt x="1697" y="12306"/>
                </a:cubicBezTo>
                <a:cubicBezTo>
                  <a:pt x="1906" y="12256"/>
                  <a:pt x="2120" y="12231"/>
                  <a:pt x="2334" y="12231"/>
                </a:cubicBezTo>
                <a:cubicBezTo>
                  <a:pt x="3070" y="12231"/>
                  <a:pt x="3808" y="12522"/>
                  <a:pt x="4354" y="13042"/>
                </a:cubicBezTo>
                <a:cubicBezTo>
                  <a:pt x="4834" y="13523"/>
                  <a:pt x="5458" y="13763"/>
                  <a:pt x="6082" y="13763"/>
                </a:cubicBezTo>
                <a:cubicBezTo>
                  <a:pt x="6706" y="13763"/>
                  <a:pt x="7330" y="13523"/>
                  <a:pt x="7810" y="13042"/>
                </a:cubicBezTo>
                <a:cubicBezTo>
                  <a:pt x="8370" y="12482"/>
                  <a:pt x="9099" y="12202"/>
                  <a:pt x="9827" y="12202"/>
                </a:cubicBezTo>
                <a:close/>
                <a:moveTo>
                  <a:pt x="9827" y="14859"/>
                </a:moveTo>
                <a:cubicBezTo>
                  <a:pt x="10555" y="14859"/>
                  <a:pt x="11283" y="15139"/>
                  <a:pt x="11843" y="15699"/>
                </a:cubicBezTo>
                <a:cubicBezTo>
                  <a:pt x="12323" y="16163"/>
                  <a:pt x="12947" y="16395"/>
                  <a:pt x="13571" y="16395"/>
                </a:cubicBezTo>
                <a:cubicBezTo>
                  <a:pt x="14196" y="16395"/>
                  <a:pt x="14820" y="16163"/>
                  <a:pt x="15300" y="15699"/>
                </a:cubicBezTo>
                <a:cubicBezTo>
                  <a:pt x="15812" y="15187"/>
                  <a:pt x="16484" y="14899"/>
                  <a:pt x="17188" y="14899"/>
                </a:cubicBezTo>
                <a:cubicBezTo>
                  <a:pt x="17156" y="15475"/>
                  <a:pt x="17092" y="16051"/>
                  <a:pt x="16964" y="16627"/>
                </a:cubicBezTo>
                <a:cubicBezTo>
                  <a:pt x="16452" y="16691"/>
                  <a:pt x="15972" y="16915"/>
                  <a:pt x="15588" y="17299"/>
                </a:cubicBezTo>
                <a:cubicBezTo>
                  <a:pt x="15028" y="17859"/>
                  <a:pt x="14300" y="18139"/>
                  <a:pt x="13571" y="18139"/>
                </a:cubicBezTo>
                <a:cubicBezTo>
                  <a:pt x="12843" y="18139"/>
                  <a:pt x="12115" y="17859"/>
                  <a:pt x="11555" y="17299"/>
                </a:cubicBezTo>
                <a:cubicBezTo>
                  <a:pt x="11075" y="16819"/>
                  <a:pt x="10451" y="16579"/>
                  <a:pt x="9827" y="16579"/>
                </a:cubicBezTo>
                <a:cubicBezTo>
                  <a:pt x="9203" y="16579"/>
                  <a:pt x="8578" y="16819"/>
                  <a:pt x="8098" y="17299"/>
                </a:cubicBezTo>
                <a:cubicBezTo>
                  <a:pt x="7538" y="17859"/>
                  <a:pt x="6810" y="18139"/>
                  <a:pt x="6082" y="18139"/>
                </a:cubicBezTo>
                <a:cubicBezTo>
                  <a:pt x="5354" y="18139"/>
                  <a:pt x="4626" y="17859"/>
                  <a:pt x="4066" y="17299"/>
                </a:cubicBezTo>
                <a:cubicBezTo>
                  <a:pt x="3618" y="16873"/>
                  <a:pt x="3041" y="16645"/>
                  <a:pt x="2451" y="16645"/>
                </a:cubicBezTo>
                <a:cubicBezTo>
                  <a:pt x="2156" y="16645"/>
                  <a:pt x="1857" y="16702"/>
                  <a:pt x="1569" y="16819"/>
                </a:cubicBezTo>
                <a:cubicBezTo>
                  <a:pt x="1537" y="16211"/>
                  <a:pt x="1505" y="15603"/>
                  <a:pt x="1505" y="15027"/>
                </a:cubicBezTo>
                <a:cubicBezTo>
                  <a:pt x="1787" y="14936"/>
                  <a:pt x="2078" y="14891"/>
                  <a:pt x="2366" y="14891"/>
                </a:cubicBezTo>
                <a:cubicBezTo>
                  <a:pt x="3091" y="14891"/>
                  <a:pt x="3804" y="15172"/>
                  <a:pt x="4354" y="15699"/>
                </a:cubicBezTo>
                <a:cubicBezTo>
                  <a:pt x="4834" y="16163"/>
                  <a:pt x="5458" y="16395"/>
                  <a:pt x="6082" y="16395"/>
                </a:cubicBezTo>
                <a:cubicBezTo>
                  <a:pt x="6706" y="16395"/>
                  <a:pt x="7330" y="16163"/>
                  <a:pt x="7810" y="15699"/>
                </a:cubicBezTo>
                <a:cubicBezTo>
                  <a:pt x="8370" y="15139"/>
                  <a:pt x="9099" y="14859"/>
                  <a:pt x="9827" y="14859"/>
                </a:cubicBezTo>
                <a:close/>
                <a:moveTo>
                  <a:pt x="9827" y="17483"/>
                </a:moveTo>
                <a:cubicBezTo>
                  <a:pt x="10555" y="17483"/>
                  <a:pt x="11283" y="17763"/>
                  <a:pt x="11843" y="18323"/>
                </a:cubicBezTo>
                <a:cubicBezTo>
                  <a:pt x="12323" y="18804"/>
                  <a:pt x="12947" y="19044"/>
                  <a:pt x="13571" y="19044"/>
                </a:cubicBezTo>
                <a:cubicBezTo>
                  <a:pt x="14196" y="19044"/>
                  <a:pt x="14820" y="18804"/>
                  <a:pt x="15300" y="18323"/>
                </a:cubicBezTo>
                <a:cubicBezTo>
                  <a:pt x="15684" y="17907"/>
                  <a:pt x="16196" y="17651"/>
                  <a:pt x="16772" y="17555"/>
                </a:cubicBezTo>
                <a:lnTo>
                  <a:pt x="16772" y="17555"/>
                </a:lnTo>
                <a:cubicBezTo>
                  <a:pt x="16612" y="18227"/>
                  <a:pt x="16420" y="18868"/>
                  <a:pt x="16196" y="19540"/>
                </a:cubicBezTo>
                <a:cubicBezTo>
                  <a:pt x="15972" y="19636"/>
                  <a:pt x="15748" y="19764"/>
                  <a:pt x="15588" y="19924"/>
                </a:cubicBezTo>
                <a:cubicBezTo>
                  <a:pt x="15028" y="20484"/>
                  <a:pt x="14292" y="20764"/>
                  <a:pt x="13559" y="20764"/>
                </a:cubicBezTo>
                <a:cubicBezTo>
                  <a:pt x="12827" y="20764"/>
                  <a:pt x="12099" y="20484"/>
                  <a:pt x="11555" y="19924"/>
                </a:cubicBezTo>
                <a:cubicBezTo>
                  <a:pt x="11075" y="19460"/>
                  <a:pt x="10451" y="19228"/>
                  <a:pt x="9827" y="19228"/>
                </a:cubicBezTo>
                <a:cubicBezTo>
                  <a:pt x="9203" y="19228"/>
                  <a:pt x="8578" y="19460"/>
                  <a:pt x="8098" y="19924"/>
                </a:cubicBezTo>
                <a:cubicBezTo>
                  <a:pt x="7538" y="20484"/>
                  <a:pt x="6810" y="20764"/>
                  <a:pt x="6082" y="20764"/>
                </a:cubicBezTo>
                <a:cubicBezTo>
                  <a:pt x="5354" y="20764"/>
                  <a:pt x="4626" y="20484"/>
                  <a:pt x="4066" y="19924"/>
                </a:cubicBezTo>
                <a:cubicBezTo>
                  <a:pt x="3618" y="19501"/>
                  <a:pt x="3016" y="19252"/>
                  <a:pt x="2410" y="19252"/>
                </a:cubicBezTo>
                <a:cubicBezTo>
                  <a:pt x="2235" y="19252"/>
                  <a:pt x="2061" y="19273"/>
                  <a:pt x="1889" y="19316"/>
                </a:cubicBezTo>
                <a:cubicBezTo>
                  <a:pt x="1857" y="19252"/>
                  <a:pt x="1825" y="19220"/>
                  <a:pt x="1825" y="19156"/>
                </a:cubicBezTo>
                <a:cubicBezTo>
                  <a:pt x="1729" y="18612"/>
                  <a:pt x="1697" y="18131"/>
                  <a:pt x="1633" y="17619"/>
                </a:cubicBezTo>
                <a:cubicBezTo>
                  <a:pt x="1890" y="17545"/>
                  <a:pt x="2150" y="17509"/>
                  <a:pt x="2405" y="17509"/>
                </a:cubicBezTo>
                <a:cubicBezTo>
                  <a:pt x="3135" y="17509"/>
                  <a:pt x="3832" y="17802"/>
                  <a:pt x="4354" y="18323"/>
                </a:cubicBezTo>
                <a:cubicBezTo>
                  <a:pt x="4834" y="18804"/>
                  <a:pt x="5458" y="19044"/>
                  <a:pt x="6082" y="19044"/>
                </a:cubicBezTo>
                <a:cubicBezTo>
                  <a:pt x="6706" y="19044"/>
                  <a:pt x="7330" y="18804"/>
                  <a:pt x="7810" y="18323"/>
                </a:cubicBezTo>
                <a:cubicBezTo>
                  <a:pt x="8370" y="17763"/>
                  <a:pt x="9099" y="17483"/>
                  <a:pt x="9827" y="17483"/>
                </a:cubicBezTo>
                <a:close/>
                <a:moveTo>
                  <a:pt x="2366" y="20162"/>
                </a:moveTo>
                <a:cubicBezTo>
                  <a:pt x="3096" y="20162"/>
                  <a:pt x="3826" y="20449"/>
                  <a:pt x="4386" y="20980"/>
                </a:cubicBezTo>
                <a:cubicBezTo>
                  <a:pt x="4850" y="21460"/>
                  <a:pt x="5474" y="21700"/>
                  <a:pt x="6098" y="21700"/>
                </a:cubicBezTo>
                <a:cubicBezTo>
                  <a:pt x="6722" y="21700"/>
                  <a:pt x="7346" y="21460"/>
                  <a:pt x="7810" y="20980"/>
                </a:cubicBezTo>
                <a:cubicBezTo>
                  <a:pt x="8370" y="20436"/>
                  <a:pt x="9107" y="20164"/>
                  <a:pt x="9839" y="20164"/>
                </a:cubicBezTo>
                <a:cubicBezTo>
                  <a:pt x="10571" y="20164"/>
                  <a:pt x="11299" y="20436"/>
                  <a:pt x="11843" y="20980"/>
                </a:cubicBezTo>
                <a:cubicBezTo>
                  <a:pt x="12323" y="21460"/>
                  <a:pt x="12947" y="21700"/>
                  <a:pt x="13571" y="21700"/>
                </a:cubicBezTo>
                <a:cubicBezTo>
                  <a:pt x="14196" y="21700"/>
                  <a:pt x="14820" y="21460"/>
                  <a:pt x="15300" y="20980"/>
                </a:cubicBezTo>
                <a:cubicBezTo>
                  <a:pt x="15460" y="20852"/>
                  <a:pt x="15652" y="20692"/>
                  <a:pt x="15844" y="20596"/>
                </a:cubicBezTo>
                <a:lnTo>
                  <a:pt x="15844" y="20596"/>
                </a:lnTo>
                <a:cubicBezTo>
                  <a:pt x="15780" y="20724"/>
                  <a:pt x="15748" y="20884"/>
                  <a:pt x="15684" y="21012"/>
                </a:cubicBezTo>
                <a:cubicBezTo>
                  <a:pt x="15300" y="21748"/>
                  <a:pt x="15012" y="22452"/>
                  <a:pt x="14756" y="23092"/>
                </a:cubicBezTo>
                <a:cubicBezTo>
                  <a:pt x="14367" y="23293"/>
                  <a:pt x="13947" y="23389"/>
                  <a:pt x="13529" y="23389"/>
                </a:cubicBezTo>
                <a:cubicBezTo>
                  <a:pt x="12813" y="23389"/>
                  <a:pt x="12101" y="23106"/>
                  <a:pt x="11555" y="22580"/>
                </a:cubicBezTo>
                <a:cubicBezTo>
                  <a:pt x="11075" y="22116"/>
                  <a:pt x="10451" y="21884"/>
                  <a:pt x="9831" y="21884"/>
                </a:cubicBezTo>
                <a:cubicBezTo>
                  <a:pt x="9211" y="21884"/>
                  <a:pt x="8594" y="22116"/>
                  <a:pt x="8130" y="22580"/>
                </a:cubicBezTo>
                <a:cubicBezTo>
                  <a:pt x="7570" y="23140"/>
                  <a:pt x="6834" y="23420"/>
                  <a:pt x="6098" y="23420"/>
                </a:cubicBezTo>
                <a:cubicBezTo>
                  <a:pt x="5362" y="23420"/>
                  <a:pt x="4626" y="23140"/>
                  <a:pt x="4066" y="22580"/>
                </a:cubicBezTo>
                <a:cubicBezTo>
                  <a:pt x="3646" y="22160"/>
                  <a:pt x="3085" y="21937"/>
                  <a:pt x="2489" y="21937"/>
                </a:cubicBezTo>
                <a:cubicBezTo>
                  <a:pt x="2450" y="21937"/>
                  <a:pt x="2409" y="21938"/>
                  <a:pt x="2369" y="21940"/>
                </a:cubicBezTo>
                <a:cubicBezTo>
                  <a:pt x="2241" y="21364"/>
                  <a:pt x="2145" y="20788"/>
                  <a:pt x="2049" y="20180"/>
                </a:cubicBezTo>
                <a:cubicBezTo>
                  <a:pt x="2154" y="20168"/>
                  <a:pt x="2260" y="20162"/>
                  <a:pt x="2366" y="20162"/>
                </a:cubicBezTo>
                <a:close/>
                <a:moveTo>
                  <a:pt x="9827" y="22764"/>
                </a:moveTo>
                <a:cubicBezTo>
                  <a:pt x="10555" y="22764"/>
                  <a:pt x="11283" y="23044"/>
                  <a:pt x="11843" y="23604"/>
                </a:cubicBezTo>
                <a:cubicBezTo>
                  <a:pt x="12293" y="24055"/>
                  <a:pt x="12902" y="24290"/>
                  <a:pt x="13514" y="24290"/>
                </a:cubicBezTo>
                <a:cubicBezTo>
                  <a:pt x="13816" y="24290"/>
                  <a:pt x="14118" y="24233"/>
                  <a:pt x="14404" y="24117"/>
                </a:cubicBezTo>
                <a:lnTo>
                  <a:pt x="14404" y="24117"/>
                </a:lnTo>
                <a:cubicBezTo>
                  <a:pt x="14180" y="24725"/>
                  <a:pt x="14020" y="25365"/>
                  <a:pt x="13924" y="26005"/>
                </a:cubicBezTo>
                <a:cubicBezTo>
                  <a:pt x="13788" y="26025"/>
                  <a:pt x="13652" y="26035"/>
                  <a:pt x="13516" y="26035"/>
                </a:cubicBezTo>
                <a:cubicBezTo>
                  <a:pt x="12786" y="26035"/>
                  <a:pt x="12068" y="25750"/>
                  <a:pt x="11555" y="25237"/>
                </a:cubicBezTo>
                <a:cubicBezTo>
                  <a:pt x="11075" y="24757"/>
                  <a:pt x="10451" y="24517"/>
                  <a:pt x="9827" y="24517"/>
                </a:cubicBezTo>
                <a:cubicBezTo>
                  <a:pt x="9203" y="24517"/>
                  <a:pt x="8578" y="24757"/>
                  <a:pt x="8098" y="25237"/>
                </a:cubicBezTo>
                <a:cubicBezTo>
                  <a:pt x="7538" y="25781"/>
                  <a:pt x="6810" y="26053"/>
                  <a:pt x="6082" y="26053"/>
                </a:cubicBezTo>
                <a:cubicBezTo>
                  <a:pt x="5354" y="26053"/>
                  <a:pt x="4626" y="25781"/>
                  <a:pt x="4066" y="25237"/>
                </a:cubicBezTo>
                <a:cubicBezTo>
                  <a:pt x="3714" y="24917"/>
                  <a:pt x="3297" y="24693"/>
                  <a:pt x="2849" y="24629"/>
                </a:cubicBezTo>
                <a:cubicBezTo>
                  <a:pt x="2753" y="24021"/>
                  <a:pt x="2625" y="23412"/>
                  <a:pt x="2529" y="22804"/>
                </a:cubicBezTo>
                <a:lnTo>
                  <a:pt x="2529" y="22804"/>
                </a:lnTo>
                <a:cubicBezTo>
                  <a:pt x="3201" y="22836"/>
                  <a:pt x="3874" y="23124"/>
                  <a:pt x="4354" y="23604"/>
                </a:cubicBezTo>
                <a:cubicBezTo>
                  <a:pt x="4834" y="24085"/>
                  <a:pt x="5458" y="24325"/>
                  <a:pt x="6082" y="24325"/>
                </a:cubicBezTo>
                <a:cubicBezTo>
                  <a:pt x="6706" y="24325"/>
                  <a:pt x="7330" y="24085"/>
                  <a:pt x="7810" y="23604"/>
                </a:cubicBezTo>
                <a:cubicBezTo>
                  <a:pt x="8370" y="23044"/>
                  <a:pt x="9099" y="22764"/>
                  <a:pt x="9827" y="22764"/>
                </a:cubicBezTo>
                <a:close/>
                <a:moveTo>
                  <a:pt x="9827" y="25389"/>
                </a:moveTo>
                <a:cubicBezTo>
                  <a:pt x="10555" y="25389"/>
                  <a:pt x="11283" y="25669"/>
                  <a:pt x="11843" y="26229"/>
                </a:cubicBezTo>
                <a:cubicBezTo>
                  <a:pt x="12284" y="26670"/>
                  <a:pt x="12891" y="26921"/>
                  <a:pt x="13521" y="26921"/>
                </a:cubicBezTo>
                <a:cubicBezTo>
                  <a:pt x="13623" y="26921"/>
                  <a:pt x="13725" y="26914"/>
                  <a:pt x="13827" y="26901"/>
                </a:cubicBezTo>
                <a:lnTo>
                  <a:pt x="13827" y="26901"/>
                </a:lnTo>
                <a:cubicBezTo>
                  <a:pt x="13763" y="27477"/>
                  <a:pt x="13795" y="28053"/>
                  <a:pt x="13891" y="28661"/>
                </a:cubicBezTo>
                <a:cubicBezTo>
                  <a:pt x="13782" y="28673"/>
                  <a:pt x="13673" y="28679"/>
                  <a:pt x="13565" y="28679"/>
                </a:cubicBezTo>
                <a:cubicBezTo>
                  <a:pt x="12813" y="28679"/>
                  <a:pt x="12086" y="28393"/>
                  <a:pt x="11555" y="27861"/>
                </a:cubicBezTo>
                <a:cubicBezTo>
                  <a:pt x="11075" y="27381"/>
                  <a:pt x="10451" y="27141"/>
                  <a:pt x="9827" y="27141"/>
                </a:cubicBezTo>
                <a:cubicBezTo>
                  <a:pt x="9203" y="27141"/>
                  <a:pt x="8578" y="27381"/>
                  <a:pt x="8098" y="27861"/>
                </a:cubicBezTo>
                <a:cubicBezTo>
                  <a:pt x="7538" y="28405"/>
                  <a:pt x="6810" y="28677"/>
                  <a:pt x="6082" y="28677"/>
                </a:cubicBezTo>
                <a:cubicBezTo>
                  <a:pt x="5354" y="28677"/>
                  <a:pt x="4626" y="28405"/>
                  <a:pt x="4066" y="27861"/>
                </a:cubicBezTo>
                <a:cubicBezTo>
                  <a:pt x="3842" y="27637"/>
                  <a:pt x="3586" y="27477"/>
                  <a:pt x="3297" y="27381"/>
                </a:cubicBezTo>
                <a:cubicBezTo>
                  <a:pt x="3201" y="26773"/>
                  <a:pt x="3105" y="26165"/>
                  <a:pt x="3009" y="25525"/>
                </a:cubicBezTo>
                <a:lnTo>
                  <a:pt x="3009" y="25525"/>
                </a:lnTo>
                <a:cubicBezTo>
                  <a:pt x="3522" y="25653"/>
                  <a:pt x="3970" y="25877"/>
                  <a:pt x="4354" y="26229"/>
                </a:cubicBezTo>
                <a:cubicBezTo>
                  <a:pt x="4834" y="26709"/>
                  <a:pt x="5458" y="26949"/>
                  <a:pt x="6082" y="26949"/>
                </a:cubicBezTo>
                <a:cubicBezTo>
                  <a:pt x="6706" y="26949"/>
                  <a:pt x="7330" y="26709"/>
                  <a:pt x="7810" y="26229"/>
                </a:cubicBezTo>
                <a:cubicBezTo>
                  <a:pt x="8370" y="25669"/>
                  <a:pt x="9099" y="25389"/>
                  <a:pt x="9827" y="25389"/>
                </a:cubicBezTo>
                <a:close/>
                <a:moveTo>
                  <a:pt x="9827" y="28069"/>
                </a:moveTo>
                <a:cubicBezTo>
                  <a:pt x="10555" y="28069"/>
                  <a:pt x="11283" y="28341"/>
                  <a:pt x="11843" y="28885"/>
                </a:cubicBezTo>
                <a:cubicBezTo>
                  <a:pt x="12298" y="29340"/>
                  <a:pt x="12913" y="29576"/>
                  <a:pt x="13530" y="29576"/>
                </a:cubicBezTo>
                <a:cubicBezTo>
                  <a:pt x="13694" y="29576"/>
                  <a:pt x="13858" y="29559"/>
                  <a:pt x="14020" y="29526"/>
                </a:cubicBezTo>
                <a:cubicBezTo>
                  <a:pt x="14052" y="29654"/>
                  <a:pt x="14084" y="29814"/>
                  <a:pt x="14116" y="29942"/>
                </a:cubicBezTo>
                <a:cubicBezTo>
                  <a:pt x="13915" y="29983"/>
                  <a:pt x="13713" y="30004"/>
                  <a:pt x="13513" y="30004"/>
                </a:cubicBezTo>
                <a:cubicBezTo>
                  <a:pt x="12786" y="30004"/>
                  <a:pt x="12082" y="29732"/>
                  <a:pt x="11555" y="29205"/>
                </a:cubicBezTo>
                <a:cubicBezTo>
                  <a:pt x="11075" y="28725"/>
                  <a:pt x="10451" y="28485"/>
                  <a:pt x="9827" y="28485"/>
                </a:cubicBezTo>
                <a:cubicBezTo>
                  <a:pt x="9203" y="28485"/>
                  <a:pt x="8578" y="28725"/>
                  <a:pt x="8098" y="29205"/>
                </a:cubicBezTo>
                <a:cubicBezTo>
                  <a:pt x="7538" y="29766"/>
                  <a:pt x="6810" y="30046"/>
                  <a:pt x="6082" y="30046"/>
                </a:cubicBezTo>
                <a:cubicBezTo>
                  <a:pt x="5354" y="30046"/>
                  <a:pt x="4626" y="29766"/>
                  <a:pt x="4066" y="29205"/>
                </a:cubicBezTo>
                <a:cubicBezTo>
                  <a:pt x="3874" y="29013"/>
                  <a:pt x="3650" y="28885"/>
                  <a:pt x="3394" y="28789"/>
                </a:cubicBezTo>
                <a:cubicBezTo>
                  <a:pt x="3394" y="28629"/>
                  <a:pt x="3394" y="28469"/>
                  <a:pt x="3362" y="28309"/>
                </a:cubicBezTo>
                <a:lnTo>
                  <a:pt x="3362" y="28309"/>
                </a:lnTo>
                <a:cubicBezTo>
                  <a:pt x="3746" y="28437"/>
                  <a:pt x="4066" y="28629"/>
                  <a:pt x="4354" y="28885"/>
                </a:cubicBezTo>
                <a:cubicBezTo>
                  <a:pt x="4834" y="29365"/>
                  <a:pt x="5458" y="29606"/>
                  <a:pt x="6082" y="29606"/>
                </a:cubicBezTo>
                <a:cubicBezTo>
                  <a:pt x="6706" y="29606"/>
                  <a:pt x="7330" y="29365"/>
                  <a:pt x="7810" y="28885"/>
                </a:cubicBezTo>
                <a:cubicBezTo>
                  <a:pt x="8370" y="28341"/>
                  <a:pt x="9099" y="28069"/>
                  <a:pt x="9827" y="28069"/>
                </a:cubicBezTo>
                <a:close/>
                <a:moveTo>
                  <a:pt x="9827" y="29357"/>
                </a:moveTo>
                <a:cubicBezTo>
                  <a:pt x="10555" y="29357"/>
                  <a:pt x="11283" y="29638"/>
                  <a:pt x="11843" y="30198"/>
                </a:cubicBezTo>
                <a:cubicBezTo>
                  <a:pt x="12301" y="30634"/>
                  <a:pt x="12892" y="30862"/>
                  <a:pt x="13496" y="30862"/>
                </a:cubicBezTo>
                <a:cubicBezTo>
                  <a:pt x="13779" y="30862"/>
                  <a:pt x="14064" y="30812"/>
                  <a:pt x="14340" y="30710"/>
                </a:cubicBezTo>
                <a:cubicBezTo>
                  <a:pt x="14372" y="30838"/>
                  <a:pt x="14436" y="30998"/>
                  <a:pt x="14468" y="31126"/>
                </a:cubicBezTo>
                <a:cubicBezTo>
                  <a:pt x="14158" y="31246"/>
                  <a:pt x="13833" y="31303"/>
                  <a:pt x="13508" y="31303"/>
                </a:cubicBezTo>
                <a:cubicBezTo>
                  <a:pt x="12793" y="31303"/>
                  <a:pt x="12083" y="31024"/>
                  <a:pt x="11555" y="30518"/>
                </a:cubicBezTo>
                <a:lnTo>
                  <a:pt x="11555" y="30486"/>
                </a:lnTo>
                <a:cubicBezTo>
                  <a:pt x="11075" y="30022"/>
                  <a:pt x="10451" y="29790"/>
                  <a:pt x="9827" y="29790"/>
                </a:cubicBezTo>
                <a:cubicBezTo>
                  <a:pt x="9203" y="29790"/>
                  <a:pt x="8578" y="30022"/>
                  <a:pt x="8098" y="30486"/>
                </a:cubicBezTo>
                <a:cubicBezTo>
                  <a:pt x="7538" y="31046"/>
                  <a:pt x="6810" y="31326"/>
                  <a:pt x="6082" y="31326"/>
                </a:cubicBezTo>
                <a:cubicBezTo>
                  <a:pt x="5354" y="31326"/>
                  <a:pt x="4626" y="31046"/>
                  <a:pt x="4066" y="30486"/>
                </a:cubicBezTo>
                <a:cubicBezTo>
                  <a:pt x="3906" y="30326"/>
                  <a:pt x="3714" y="30198"/>
                  <a:pt x="3522" y="30102"/>
                </a:cubicBezTo>
                <a:cubicBezTo>
                  <a:pt x="3522" y="29942"/>
                  <a:pt x="3522" y="29782"/>
                  <a:pt x="3490" y="29622"/>
                </a:cubicBezTo>
                <a:lnTo>
                  <a:pt x="3490" y="29622"/>
                </a:lnTo>
                <a:cubicBezTo>
                  <a:pt x="3810" y="29750"/>
                  <a:pt x="4098" y="29942"/>
                  <a:pt x="4354" y="30198"/>
                </a:cubicBezTo>
                <a:cubicBezTo>
                  <a:pt x="4834" y="30678"/>
                  <a:pt x="5458" y="30918"/>
                  <a:pt x="6082" y="30918"/>
                </a:cubicBezTo>
                <a:cubicBezTo>
                  <a:pt x="6706" y="30918"/>
                  <a:pt x="7330" y="30678"/>
                  <a:pt x="7810" y="30198"/>
                </a:cubicBezTo>
                <a:cubicBezTo>
                  <a:pt x="8370" y="29638"/>
                  <a:pt x="9099" y="29357"/>
                  <a:pt x="9827" y="29357"/>
                </a:cubicBezTo>
                <a:close/>
                <a:moveTo>
                  <a:pt x="9807" y="30702"/>
                </a:moveTo>
                <a:cubicBezTo>
                  <a:pt x="10539" y="30702"/>
                  <a:pt x="11267" y="30982"/>
                  <a:pt x="11811" y="31542"/>
                </a:cubicBezTo>
                <a:cubicBezTo>
                  <a:pt x="12284" y="31996"/>
                  <a:pt x="12880" y="32226"/>
                  <a:pt x="13481" y="32226"/>
                </a:cubicBezTo>
                <a:cubicBezTo>
                  <a:pt x="13895" y="32226"/>
                  <a:pt x="14312" y="32116"/>
                  <a:pt x="14692" y="31894"/>
                </a:cubicBezTo>
                <a:cubicBezTo>
                  <a:pt x="14756" y="32022"/>
                  <a:pt x="14788" y="32118"/>
                  <a:pt x="14852" y="32278"/>
                </a:cubicBezTo>
                <a:cubicBezTo>
                  <a:pt x="14852" y="32278"/>
                  <a:pt x="14852" y="32310"/>
                  <a:pt x="14852" y="32310"/>
                </a:cubicBezTo>
                <a:cubicBezTo>
                  <a:pt x="14425" y="32549"/>
                  <a:pt x="13958" y="32664"/>
                  <a:pt x="13495" y="32664"/>
                </a:cubicBezTo>
                <a:cubicBezTo>
                  <a:pt x="12778" y="32664"/>
                  <a:pt x="12068" y="32387"/>
                  <a:pt x="11523" y="31862"/>
                </a:cubicBezTo>
                <a:cubicBezTo>
                  <a:pt x="11059" y="31382"/>
                  <a:pt x="10435" y="31142"/>
                  <a:pt x="9811" y="31142"/>
                </a:cubicBezTo>
                <a:cubicBezTo>
                  <a:pt x="9187" y="31142"/>
                  <a:pt x="8562" y="31382"/>
                  <a:pt x="8098" y="31862"/>
                </a:cubicBezTo>
                <a:cubicBezTo>
                  <a:pt x="7538" y="32406"/>
                  <a:pt x="6802" y="32678"/>
                  <a:pt x="6070" y="32678"/>
                </a:cubicBezTo>
                <a:cubicBezTo>
                  <a:pt x="5338" y="32678"/>
                  <a:pt x="4610" y="32406"/>
                  <a:pt x="4066" y="31862"/>
                </a:cubicBezTo>
                <a:cubicBezTo>
                  <a:pt x="3874" y="31670"/>
                  <a:pt x="3682" y="31542"/>
                  <a:pt x="3490" y="31446"/>
                </a:cubicBezTo>
                <a:lnTo>
                  <a:pt x="3490" y="30998"/>
                </a:lnTo>
                <a:cubicBezTo>
                  <a:pt x="3810" y="31126"/>
                  <a:pt x="4098" y="31318"/>
                  <a:pt x="4354" y="31542"/>
                </a:cubicBezTo>
                <a:cubicBezTo>
                  <a:pt x="4818" y="32022"/>
                  <a:pt x="5442" y="32262"/>
                  <a:pt x="6066" y="32262"/>
                </a:cubicBezTo>
                <a:cubicBezTo>
                  <a:pt x="6690" y="32262"/>
                  <a:pt x="7314" y="32022"/>
                  <a:pt x="7778" y="31542"/>
                </a:cubicBezTo>
                <a:cubicBezTo>
                  <a:pt x="8338" y="30982"/>
                  <a:pt x="9075" y="30702"/>
                  <a:pt x="9807" y="30702"/>
                </a:cubicBezTo>
                <a:close/>
                <a:moveTo>
                  <a:pt x="9815" y="32046"/>
                </a:moveTo>
                <a:cubicBezTo>
                  <a:pt x="10547" y="32046"/>
                  <a:pt x="11283" y="32326"/>
                  <a:pt x="11843" y="32886"/>
                </a:cubicBezTo>
                <a:cubicBezTo>
                  <a:pt x="12300" y="33343"/>
                  <a:pt x="12909" y="33576"/>
                  <a:pt x="13524" y="33576"/>
                </a:cubicBezTo>
                <a:cubicBezTo>
                  <a:pt x="14071" y="33576"/>
                  <a:pt x="14623" y="33391"/>
                  <a:pt x="15076" y="33014"/>
                </a:cubicBezTo>
                <a:cubicBezTo>
                  <a:pt x="15140" y="33142"/>
                  <a:pt x="15172" y="33302"/>
                  <a:pt x="15236" y="33462"/>
                </a:cubicBezTo>
                <a:cubicBezTo>
                  <a:pt x="14728" y="33815"/>
                  <a:pt x="14145" y="33988"/>
                  <a:pt x="13567" y="33988"/>
                </a:cubicBezTo>
                <a:cubicBezTo>
                  <a:pt x="12834" y="33988"/>
                  <a:pt x="12110" y="33711"/>
                  <a:pt x="11555" y="33174"/>
                </a:cubicBezTo>
                <a:cubicBezTo>
                  <a:pt x="11075" y="32694"/>
                  <a:pt x="10451" y="32454"/>
                  <a:pt x="9827" y="32454"/>
                </a:cubicBezTo>
                <a:cubicBezTo>
                  <a:pt x="9203" y="32454"/>
                  <a:pt x="8578" y="32694"/>
                  <a:pt x="8098" y="33174"/>
                </a:cubicBezTo>
                <a:cubicBezTo>
                  <a:pt x="7538" y="33718"/>
                  <a:pt x="6810" y="33990"/>
                  <a:pt x="6082" y="33990"/>
                </a:cubicBezTo>
                <a:cubicBezTo>
                  <a:pt x="5354" y="33990"/>
                  <a:pt x="4626" y="33718"/>
                  <a:pt x="4066" y="33174"/>
                </a:cubicBezTo>
                <a:cubicBezTo>
                  <a:pt x="3874" y="32982"/>
                  <a:pt x="3682" y="32854"/>
                  <a:pt x="3458" y="32758"/>
                </a:cubicBezTo>
                <a:lnTo>
                  <a:pt x="3458" y="32598"/>
                </a:lnTo>
                <a:lnTo>
                  <a:pt x="3458" y="32310"/>
                </a:lnTo>
                <a:cubicBezTo>
                  <a:pt x="3778" y="32438"/>
                  <a:pt x="4098" y="32630"/>
                  <a:pt x="4354" y="32886"/>
                </a:cubicBezTo>
                <a:cubicBezTo>
                  <a:pt x="4818" y="33350"/>
                  <a:pt x="5442" y="33582"/>
                  <a:pt x="6070" y="33582"/>
                </a:cubicBezTo>
                <a:cubicBezTo>
                  <a:pt x="6698" y="33582"/>
                  <a:pt x="7330" y="33350"/>
                  <a:pt x="7810" y="32886"/>
                </a:cubicBezTo>
                <a:cubicBezTo>
                  <a:pt x="8354" y="32326"/>
                  <a:pt x="9083" y="32046"/>
                  <a:pt x="9815" y="32046"/>
                </a:cubicBezTo>
                <a:close/>
                <a:moveTo>
                  <a:pt x="9827" y="33358"/>
                </a:moveTo>
                <a:cubicBezTo>
                  <a:pt x="10555" y="33358"/>
                  <a:pt x="11283" y="33638"/>
                  <a:pt x="11843" y="34198"/>
                </a:cubicBezTo>
                <a:cubicBezTo>
                  <a:pt x="12323" y="34678"/>
                  <a:pt x="12947" y="34919"/>
                  <a:pt x="13571" y="34919"/>
                </a:cubicBezTo>
                <a:cubicBezTo>
                  <a:pt x="14196" y="34919"/>
                  <a:pt x="14820" y="34678"/>
                  <a:pt x="15300" y="34198"/>
                </a:cubicBezTo>
                <a:lnTo>
                  <a:pt x="15364" y="34134"/>
                </a:lnTo>
                <a:cubicBezTo>
                  <a:pt x="15396" y="34294"/>
                  <a:pt x="15396" y="34454"/>
                  <a:pt x="15428" y="34614"/>
                </a:cubicBezTo>
                <a:lnTo>
                  <a:pt x="15396" y="34614"/>
                </a:lnTo>
                <a:cubicBezTo>
                  <a:pt x="14858" y="35075"/>
                  <a:pt x="14187" y="35308"/>
                  <a:pt x="13518" y="35308"/>
                </a:cubicBezTo>
                <a:cubicBezTo>
                  <a:pt x="12794" y="35308"/>
                  <a:pt x="12072" y="35035"/>
                  <a:pt x="11523" y="34486"/>
                </a:cubicBezTo>
                <a:cubicBezTo>
                  <a:pt x="11043" y="34006"/>
                  <a:pt x="10419" y="33766"/>
                  <a:pt x="9795" y="33766"/>
                </a:cubicBezTo>
                <a:cubicBezTo>
                  <a:pt x="9171" y="33766"/>
                  <a:pt x="8546" y="34006"/>
                  <a:pt x="8066" y="34486"/>
                </a:cubicBezTo>
                <a:cubicBezTo>
                  <a:pt x="7522" y="35047"/>
                  <a:pt x="6794" y="35327"/>
                  <a:pt x="6062" y="35327"/>
                </a:cubicBezTo>
                <a:cubicBezTo>
                  <a:pt x="5330" y="35327"/>
                  <a:pt x="4594" y="35047"/>
                  <a:pt x="4034" y="34486"/>
                </a:cubicBezTo>
                <a:cubicBezTo>
                  <a:pt x="3874" y="34326"/>
                  <a:pt x="3650" y="34166"/>
                  <a:pt x="3426" y="34070"/>
                </a:cubicBezTo>
                <a:lnTo>
                  <a:pt x="3426" y="33622"/>
                </a:lnTo>
                <a:cubicBezTo>
                  <a:pt x="3778" y="33750"/>
                  <a:pt x="4098" y="33942"/>
                  <a:pt x="4354" y="34198"/>
                </a:cubicBezTo>
                <a:cubicBezTo>
                  <a:pt x="4834" y="34678"/>
                  <a:pt x="5458" y="34919"/>
                  <a:pt x="6082" y="34919"/>
                </a:cubicBezTo>
                <a:cubicBezTo>
                  <a:pt x="6706" y="34919"/>
                  <a:pt x="7330" y="34678"/>
                  <a:pt x="7810" y="34198"/>
                </a:cubicBezTo>
                <a:cubicBezTo>
                  <a:pt x="8370" y="33638"/>
                  <a:pt x="9099" y="33358"/>
                  <a:pt x="9827" y="33358"/>
                </a:cubicBezTo>
                <a:close/>
                <a:moveTo>
                  <a:pt x="9807" y="34670"/>
                </a:moveTo>
                <a:cubicBezTo>
                  <a:pt x="10539" y="34670"/>
                  <a:pt x="11267" y="34951"/>
                  <a:pt x="11811" y="35511"/>
                </a:cubicBezTo>
                <a:cubicBezTo>
                  <a:pt x="12291" y="35991"/>
                  <a:pt x="12915" y="36231"/>
                  <a:pt x="13539" y="36231"/>
                </a:cubicBezTo>
                <a:cubicBezTo>
                  <a:pt x="14164" y="36231"/>
                  <a:pt x="14788" y="35991"/>
                  <a:pt x="15268" y="35511"/>
                </a:cubicBezTo>
                <a:cubicBezTo>
                  <a:pt x="15332" y="35447"/>
                  <a:pt x="15396" y="35415"/>
                  <a:pt x="15460" y="35383"/>
                </a:cubicBezTo>
                <a:cubicBezTo>
                  <a:pt x="15492" y="35543"/>
                  <a:pt x="15492" y="35735"/>
                  <a:pt x="15492" y="35895"/>
                </a:cubicBezTo>
                <a:lnTo>
                  <a:pt x="15460" y="35895"/>
                </a:lnTo>
                <a:cubicBezTo>
                  <a:pt x="14906" y="36387"/>
                  <a:pt x="14226" y="36628"/>
                  <a:pt x="13549" y="36628"/>
                </a:cubicBezTo>
                <a:cubicBezTo>
                  <a:pt x="12817" y="36628"/>
                  <a:pt x="12088" y="36347"/>
                  <a:pt x="11523" y="35799"/>
                </a:cubicBezTo>
                <a:cubicBezTo>
                  <a:pt x="11043" y="35319"/>
                  <a:pt x="10419" y="35079"/>
                  <a:pt x="9795" y="35079"/>
                </a:cubicBezTo>
                <a:cubicBezTo>
                  <a:pt x="9171" y="35079"/>
                  <a:pt x="8546" y="35319"/>
                  <a:pt x="8066" y="35799"/>
                </a:cubicBezTo>
                <a:cubicBezTo>
                  <a:pt x="7522" y="36359"/>
                  <a:pt x="6794" y="36639"/>
                  <a:pt x="6062" y="36639"/>
                </a:cubicBezTo>
                <a:cubicBezTo>
                  <a:pt x="5330" y="36639"/>
                  <a:pt x="4594" y="36359"/>
                  <a:pt x="4034" y="35799"/>
                </a:cubicBezTo>
                <a:cubicBezTo>
                  <a:pt x="3906" y="35671"/>
                  <a:pt x="3746" y="35543"/>
                  <a:pt x="3554" y="35447"/>
                </a:cubicBezTo>
                <a:cubicBezTo>
                  <a:pt x="3522" y="35287"/>
                  <a:pt x="3522" y="35127"/>
                  <a:pt x="3490" y="34967"/>
                </a:cubicBezTo>
                <a:lnTo>
                  <a:pt x="3490" y="34967"/>
                </a:lnTo>
                <a:cubicBezTo>
                  <a:pt x="3810" y="35095"/>
                  <a:pt x="4098" y="35287"/>
                  <a:pt x="4354" y="35511"/>
                </a:cubicBezTo>
                <a:cubicBezTo>
                  <a:pt x="4818" y="35991"/>
                  <a:pt x="5442" y="36231"/>
                  <a:pt x="6066" y="36231"/>
                </a:cubicBezTo>
                <a:cubicBezTo>
                  <a:pt x="6690" y="36231"/>
                  <a:pt x="7314" y="35991"/>
                  <a:pt x="7778" y="35511"/>
                </a:cubicBezTo>
                <a:cubicBezTo>
                  <a:pt x="8338" y="34951"/>
                  <a:pt x="9075" y="34670"/>
                  <a:pt x="9807" y="34670"/>
                </a:cubicBezTo>
                <a:close/>
                <a:moveTo>
                  <a:pt x="9815" y="35983"/>
                </a:moveTo>
                <a:cubicBezTo>
                  <a:pt x="10547" y="35983"/>
                  <a:pt x="11283" y="36263"/>
                  <a:pt x="11843" y="36823"/>
                </a:cubicBezTo>
                <a:cubicBezTo>
                  <a:pt x="12323" y="37287"/>
                  <a:pt x="12947" y="37519"/>
                  <a:pt x="13567" y="37519"/>
                </a:cubicBezTo>
                <a:cubicBezTo>
                  <a:pt x="14188" y="37519"/>
                  <a:pt x="14804" y="37287"/>
                  <a:pt x="15268" y="36823"/>
                </a:cubicBezTo>
                <a:cubicBezTo>
                  <a:pt x="15300" y="36791"/>
                  <a:pt x="15332" y="36759"/>
                  <a:pt x="15364" y="36759"/>
                </a:cubicBezTo>
                <a:cubicBezTo>
                  <a:pt x="15300" y="36983"/>
                  <a:pt x="15268" y="37207"/>
                  <a:pt x="15172" y="37431"/>
                </a:cubicBezTo>
                <a:lnTo>
                  <a:pt x="15172" y="37463"/>
                </a:lnTo>
                <a:cubicBezTo>
                  <a:pt x="14684" y="37797"/>
                  <a:pt x="14118" y="37962"/>
                  <a:pt x="13554" y="37962"/>
                </a:cubicBezTo>
                <a:cubicBezTo>
                  <a:pt x="12823" y="37962"/>
                  <a:pt x="12097" y="37685"/>
                  <a:pt x="11555" y="37143"/>
                </a:cubicBezTo>
                <a:cubicBezTo>
                  <a:pt x="11075" y="36663"/>
                  <a:pt x="10451" y="36423"/>
                  <a:pt x="9827" y="36423"/>
                </a:cubicBezTo>
                <a:cubicBezTo>
                  <a:pt x="9203" y="36423"/>
                  <a:pt x="8578" y="36663"/>
                  <a:pt x="8098" y="37143"/>
                </a:cubicBezTo>
                <a:cubicBezTo>
                  <a:pt x="7538" y="37703"/>
                  <a:pt x="6810" y="37983"/>
                  <a:pt x="6082" y="37983"/>
                </a:cubicBezTo>
                <a:cubicBezTo>
                  <a:pt x="5354" y="37983"/>
                  <a:pt x="4626" y="37703"/>
                  <a:pt x="4066" y="37143"/>
                </a:cubicBezTo>
                <a:cubicBezTo>
                  <a:pt x="4002" y="37079"/>
                  <a:pt x="3970" y="37047"/>
                  <a:pt x="3906" y="37015"/>
                </a:cubicBezTo>
                <a:cubicBezTo>
                  <a:pt x="3842" y="36823"/>
                  <a:pt x="3778" y="36631"/>
                  <a:pt x="3746" y="36407"/>
                </a:cubicBezTo>
                <a:lnTo>
                  <a:pt x="3746" y="36407"/>
                </a:lnTo>
                <a:cubicBezTo>
                  <a:pt x="3970" y="36503"/>
                  <a:pt x="4162" y="36631"/>
                  <a:pt x="4354" y="36823"/>
                </a:cubicBezTo>
                <a:cubicBezTo>
                  <a:pt x="4834" y="37287"/>
                  <a:pt x="5458" y="37519"/>
                  <a:pt x="6082" y="37519"/>
                </a:cubicBezTo>
                <a:cubicBezTo>
                  <a:pt x="6706" y="37519"/>
                  <a:pt x="7330" y="37287"/>
                  <a:pt x="7810" y="36823"/>
                </a:cubicBezTo>
                <a:cubicBezTo>
                  <a:pt x="8354" y="36263"/>
                  <a:pt x="9083" y="35983"/>
                  <a:pt x="9815" y="35983"/>
                </a:cubicBezTo>
                <a:close/>
                <a:moveTo>
                  <a:pt x="9795" y="37327"/>
                </a:moveTo>
                <a:cubicBezTo>
                  <a:pt x="10523" y="37327"/>
                  <a:pt x="11251" y="37607"/>
                  <a:pt x="11811" y="38167"/>
                </a:cubicBezTo>
                <a:cubicBezTo>
                  <a:pt x="12268" y="38624"/>
                  <a:pt x="12883" y="38865"/>
                  <a:pt x="13501" y="38865"/>
                </a:cubicBezTo>
                <a:cubicBezTo>
                  <a:pt x="13923" y="38865"/>
                  <a:pt x="14347" y="38753"/>
                  <a:pt x="14724" y="38519"/>
                </a:cubicBezTo>
                <a:lnTo>
                  <a:pt x="14724" y="38519"/>
                </a:lnTo>
                <a:cubicBezTo>
                  <a:pt x="14628" y="38743"/>
                  <a:pt x="14500" y="38935"/>
                  <a:pt x="14372" y="39127"/>
                </a:cubicBezTo>
                <a:cubicBezTo>
                  <a:pt x="14089" y="39218"/>
                  <a:pt x="13799" y="39263"/>
                  <a:pt x="13511" y="39263"/>
                </a:cubicBezTo>
                <a:cubicBezTo>
                  <a:pt x="12786" y="39263"/>
                  <a:pt x="12073" y="38982"/>
                  <a:pt x="11523" y="38455"/>
                </a:cubicBezTo>
                <a:cubicBezTo>
                  <a:pt x="11043" y="37975"/>
                  <a:pt x="10419" y="37735"/>
                  <a:pt x="9795" y="37735"/>
                </a:cubicBezTo>
                <a:cubicBezTo>
                  <a:pt x="9171" y="37735"/>
                  <a:pt x="8546" y="37975"/>
                  <a:pt x="8066" y="38455"/>
                </a:cubicBezTo>
                <a:cubicBezTo>
                  <a:pt x="7525" y="38996"/>
                  <a:pt x="6796" y="39286"/>
                  <a:pt x="6060" y="39286"/>
                </a:cubicBezTo>
                <a:cubicBezTo>
                  <a:pt x="5620" y="39286"/>
                  <a:pt x="5177" y="39183"/>
                  <a:pt x="4770" y="38967"/>
                </a:cubicBezTo>
                <a:cubicBezTo>
                  <a:pt x="4610" y="38711"/>
                  <a:pt x="4450" y="38455"/>
                  <a:pt x="4322" y="38167"/>
                </a:cubicBezTo>
                <a:lnTo>
                  <a:pt x="4322" y="38167"/>
                </a:lnTo>
                <a:cubicBezTo>
                  <a:pt x="4802" y="38647"/>
                  <a:pt x="5426" y="38887"/>
                  <a:pt x="6050" y="38887"/>
                </a:cubicBezTo>
                <a:cubicBezTo>
                  <a:pt x="6674" y="38887"/>
                  <a:pt x="7298" y="38647"/>
                  <a:pt x="7778" y="38167"/>
                </a:cubicBezTo>
                <a:cubicBezTo>
                  <a:pt x="8338" y="37607"/>
                  <a:pt x="9067" y="37327"/>
                  <a:pt x="9795" y="37327"/>
                </a:cubicBezTo>
                <a:close/>
                <a:moveTo>
                  <a:pt x="9807" y="38639"/>
                </a:moveTo>
                <a:cubicBezTo>
                  <a:pt x="10539" y="38639"/>
                  <a:pt x="11267" y="38919"/>
                  <a:pt x="11811" y="39479"/>
                </a:cubicBezTo>
                <a:cubicBezTo>
                  <a:pt x="12259" y="39895"/>
                  <a:pt x="12867" y="40151"/>
                  <a:pt x="13475" y="40151"/>
                </a:cubicBezTo>
                <a:cubicBezTo>
                  <a:pt x="13315" y="40280"/>
                  <a:pt x="13123" y="40408"/>
                  <a:pt x="12963" y="40536"/>
                </a:cubicBezTo>
                <a:lnTo>
                  <a:pt x="12931" y="40536"/>
                </a:lnTo>
                <a:cubicBezTo>
                  <a:pt x="12419" y="40440"/>
                  <a:pt x="11907" y="40151"/>
                  <a:pt x="11523" y="39799"/>
                </a:cubicBezTo>
                <a:cubicBezTo>
                  <a:pt x="11043" y="39319"/>
                  <a:pt x="10419" y="39079"/>
                  <a:pt x="9795" y="39079"/>
                </a:cubicBezTo>
                <a:cubicBezTo>
                  <a:pt x="9171" y="39079"/>
                  <a:pt x="8546" y="39319"/>
                  <a:pt x="8066" y="39799"/>
                </a:cubicBezTo>
                <a:cubicBezTo>
                  <a:pt x="7586" y="40247"/>
                  <a:pt x="6946" y="40536"/>
                  <a:pt x="6274" y="40600"/>
                </a:cubicBezTo>
                <a:cubicBezTo>
                  <a:pt x="6082" y="40440"/>
                  <a:pt x="5890" y="40280"/>
                  <a:pt x="5730" y="40119"/>
                </a:cubicBezTo>
                <a:lnTo>
                  <a:pt x="5730" y="40119"/>
                </a:lnTo>
                <a:cubicBezTo>
                  <a:pt x="5862" y="40141"/>
                  <a:pt x="5993" y="40152"/>
                  <a:pt x="6122" y="40152"/>
                </a:cubicBezTo>
                <a:cubicBezTo>
                  <a:pt x="6745" y="40152"/>
                  <a:pt x="7328" y="39904"/>
                  <a:pt x="7778" y="39479"/>
                </a:cubicBezTo>
                <a:cubicBezTo>
                  <a:pt x="8338" y="38919"/>
                  <a:pt x="9075" y="38639"/>
                  <a:pt x="9807" y="38639"/>
                </a:cubicBezTo>
                <a:close/>
                <a:moveTo>
                  <a:pt x="9807" y="39983"/>
                </a:moveTo>
                <a:cubicBezTo>
                  <a:pt x="10539" y="39983"/>
                  <a:pt x="11267" y="40264"/>
                  <a:pt x="11811" y="40824"/>
                </a:cubicBezTo>
                <a:cubicBezTo>
                  <a:pt x="11939" y="40888"/>
                  <a:pt x="12035" y="40952"/>
                  <a:pt x="12131" y="41016"/>
                </a:cubicBezTo>
                <a:cubicBezTo>
                  <a:pt x="12003" y="41112"/>
                  <a:pt x="11843" y="41144"/>
                  <a:pt x="11683" y="41208"/>
                </a:cubicBezTo>
                <a:cubicBezTo>
                  <a:pt x="11619" y="41176"/>
                  <a:pt x="11587" y="41112"/>
                  <a:pt x="11555" y="41080"/>
                </a:cubicBezTo>
                <a:lnTo>
                  <a:pt x="11523" y="41112"/>
                </a:lnTo>
                <a:cubicBezTo>
                  <a:pt x="11043" y="40632"/>
                  <a:pt x="10419" y="40392"/>
                  <a:pt x="9795" y="40392"/>
                </a:cubicBezTo>
                <a:cubicBezTo>
                  <a:pt x="9171" y="40392"/>
                  <a:pt x="8546" y="40632"/>
                  <a:pt x="8066" y="41112"/>
                </a:cubicBezTo>
                <a:cubicBezTo>
                  <a:pt x="8002" y="41176"/>
                  <a:pt x="7906" y="41240"/>
                  <a:pt x="7778" y="41304"/>
                </a:cubicBezTo>
                <a:cubicBezTo>
                  <a:pt x="7618" y="41272"/>
                  <a:pt x="7458" y="41208"/>
                  <a:pt x="7298" y="41176"/>
                </a:cubicBezTo>
                <a:cubicBezTo>
                  <a:pt x="7490" y="41080"/>
                  <a:pt x="7650" y="40952"/>
                  <a:pt x="7778" y="40824"/>
                </a:cubicBezTo>
                <a:cubicBezTo>
                  <a:pt x="8338" y="40264"/>
                  <a:pt x="9075" y="39983"/>
                  <a:pt x="9807" y="39983"/>
                </a:cubicBezTo>
                <a:close/>
                <a:moveTo>
                  <a:pt x="10286" y="1"/>
                </a:moveTo>
                <a:cubicBezTo>
                  <a:pt x="8274" y="1"/>
                  <a:pt x="6257" y="1109"/>
                  <a:pt x="4578" y="3089"/>
                </a:cubicBezTo>
                <a:cubicBezTo>
                  <a:pt x="1345" y="6897"/>
                  <a:pt x="1" y="12946"/>
                  <a:pt x="993" y="19284"/>
                </a:cubicBezTo>
                <a:cubicBezTo>
                  <a:pt x="1185" y="20564"/>
                  <a:pt x="1441" y="21780"/>
                  <a:pt x="1665" y="22932"/>
                </a:cubicBezTo>
                <a:cubicBezTo>
                  <a:pt x="2305" y="26069"/>
                  <a:pt x="2881" y="29045"/>
                  <a:pt x="2625" y="32534"/>
                </a:cubicBezTo>
                <a:cubicBezTo>
                  <a:pt x="2401" y="35799"/>
                  <a:pt x="3233" y="38679"/>
                  <a:pt x="4866" y="40440"/>
                </a:cubicBezTo>
                <a:cubicBezTo>
                  <a:pt x="6062" y="41728"/>
                  <a:pt x="7728" y="42428"/>
                  <a:pt x="9470" y="42428"/>
                </a:cubicBezTo>
                <a:cubicBezTo>
                  <a:pt x="9546" y="42428"/>
                  <a:pt x="9622" y="42427"/>
                  <a:pt x="9699" y="42424"/>
                </a:cubicBezTo>
                <a:cubicBezTo>
                  <a:pt x="11843" y="42424"/>
                  <a:pt x="13859" y="41368"/>
                  <a:pt x="15076" y="39575"/>
                </a:cubicBezTo>
                <a:cubicBezTo>
                  <a:pt x="16484" y="37495"/>
                  <a:pt x="16676" y="34742"/>
                  <a:pt x="15620" y="31958"/>
                </a:cubicBezTo>
                <a:cubicBezTo>
                  <a:pt x="13924" y="27573"/>
                  <a:pt x="14436" y="25653"/>
                  <a:pt x="16388" y="21332"/>
                </a:cubicBezTo>
                <a:cubicBezTo>
                  <a:pt x="19333" y="14835"/>
                  <a:pt x="18116" y="7665"/>
                  <a:pt x="15748" y="3761"/>
                </a:cubicBezTo>
                <a:cubicBezTo>
                  <a:pt x="14372" y="1456"/>
                  <a:pt x="12547" y="144"/>
                  <a:pt x="10691" y="16"/>
                </a:cubicBezTo>
                <a:cubicBezTo>
                  <a:pt x="10556" y="6"/>
                  <a:pt x="10421" y="1"/>
                  <a:pt x="10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7" name="Google Shape;697;p42"/>
          <p:cNvGrpSpPr/>
          <p:nvPr/>
        </p:nvGrpSpPr>
        <p:grpSpPr>
          <a:xfrm>
            <a:off x="543820" y="1491047"/>
            <a:ext cx="612994" cy="611767"/>
            <a:chOff x="1594943" y="708058"/>
            <a:chExt cx="884807" cy="883035"/>
          </a:xfrm>
        </p:grpSpPr>
        <p:sp>
          <p:nvSpPr>
            <p:cNvPr id="698" name="Google Shape;698;p42"/>
            <p:cNvSpPr/>
            <p:nvPr/>
          </p:nvSpPr>
          <p:spPr>
            <a:xfrm rot="2700000">
              <a:off x="1649493" y="1242839"/>
              <a:ext cx="306262" cy="281148"/>
            </a:xfrm>
            <a:custGeom>
              <a:avLst/>
              <a:gdLst/>
              <a:ahLst/>
              <a:cxnLst/>
              <a:rect l="l" t="t" r="r" b="b"/>
              <a:pathLst>
                <a:path w="15524" h="14251" extrusionOk="0">
                  <a:moveTo>
                    <a:pt x="13475" y="0"/>
                  </a:moveTo>
                  <a:lnTo>
                    <a:pt x="12162" y="64"/>
                  </a:lnTo>
                  <a:cubicBezTo>
                    <a:pt x="12387" y="1217"/>
                    <a:pt x="12707" y="2337"/>
                    <a:pt x="13155" y="3425"/>
                  </a:cubicBezTo>
                  <a:cubicBezTo>
                    <a:pt x="14147" y="5985"/>
                    <a:pt x="13987" y="8546"/>
                    <a:pt x="12675" y="10434"/>
                  </a:cubicBezTo>
                  <a:cubicBezTo>
                    <a:pt x="11618" y="12003"/>
                    <a:pt x="9826" y="12963"/>
                    <a:pt x="7938" y="12963"/>
                  </a:cubicBezTo>
                  <a:cubicBezTo>
                    <a:pt x="7863" y="12966"/>
                    <a:pt x="7789" y="12967"/>
                    <a:pt x="7714" y="12967"/>
                  </a:cubicBezTo>
                  <a:cubicBezTo>
                    <a:pt x="6160" y="12967"/>
                    <a:pt x="4654" y="12333"/>
                    <a:pt x="3585" y="11202"/>
                  </a:cubicBezTo>
                  <a:cubicBezTo>
                    <a:pt x="2081" y="9570"/>
                    <a:pt x="1312" y="6818"/>
                    <a:pt x="1536" y="3649"/>
                  </a:cubicBezTo>
                  <a:cubicBezTo>
                    <a:pt x="1600" y="2753"/>
                    <a:pt x="1600" y="1921"/>
                    <a:pt x="1568" y="1089"/>
                  </a:cubicBezTo>
                  <a:lnTo>
                    <a:pt x="1568" y="1089"/>
                  </a:lnTo>
                  <a:cubicBezTo>
                    <a:pt x="1152" y="1153"/>
                    <a:pt x="704" y="1217"/>
                    <a:pt x="256" y="1281"/>
                  </a:cubicBezTo>
                  <a:cubicBezTo>
                    <a:pt x="256" y="2017"/>
                    <a:pt x="288" y="2785"/>
                    <a:pt x="224" y="3553"/>
                  </a:cubicBezTo>
                  <a:cubicBezTo>
                    <a:pt x="0" y="7074"/>
                    <a:pt x="864" y="10178"/>
                    <a:pt x="2625" y="12099"/>
                  </a:cubicBezTo>
                  <a:cubicBezTo>
                    <a:pt x="3927" y="13461"/>
                    <a:pt x="5716" y="14251"/>
                    <a:pt x="7585" y="14251"/>
                  </a:cubicBezTo>
                  <a:cubicBezTo>
                    <a:pt x="7692" y="14251"/>
                    <a:pt x="7799" y="14248"/>
                    <a:pt x="7906" y="14243"/>
                  </a:cubicBezTo>
                  <a:lnTo>
                    <a:pt x="7938" y="14243"/>
                  </a:lnTo>
                  <a:cubicBezTo>
                    <a:pt x="10274" y="14243"/>
                    <a:pt x="12451" y="13123"/>
                    <a:pt x="13763" y="11202"/>
                  </a:cubicBezTo>
                  <a:cubicBezTo>
                    <a:pt x="15299" y="8930"/>
                    <a:pt x="15523" y="5953"/>
                    <a:pt x="14371" y="2945"/>
                  </a:cubicBezTo>
                  <a:cubicBezTo>
                    <a:pt x="13987" y="1985"/>
                    <a:pt x="13699" y="1025"/>
                    <a:pt x="134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42"/>
            <p:cNvSpPr/>
            <p:nvPr/>
          </p:nvSpPr>
          <p:spPr>
            <a:xfrm rot="2700000">
              <a:off x="1965543" y="784850"/>
              <a:ext cx="409816" cy="465015"/>
            </a:xfrm>
            <a:custGeom>
              <a:avLst/>
              <a:gdLst/>
              <a:ahLst/>
              <a:cxnLst/>
              <a:rect l="l" t="t" r="r" b="b"/>
              <a:pathLst>
                <a:path w="20773" h="23571" extrusionOk="0">
                  <a:moveTo>
                    <a:pt x="11112" y="1"/>
                  </a:moveTo>
                  <a:cubicBezTo>
                    <a:pt x="8911" y="1"/>
                    <a:pt x="6704" y="1204"/>
                    <a:pt x="4866" y="3343"/>
                  </a:cubicBezTo>
                  <a:cubicBezTo>
                    <a:pt x="1409" y="7376"/>
                    <a:pt x="1" y="13841"/>
                    <a:pt x="1057" y="20594"/>
                  </a:cubicBezTo>
                  <a:cubicBezTo>
                    <a:pt x="1217" y="21619"/>
                    <a:pt x="1409" y="22611"/>
                    <a:pt x="1601" y="23571"/>
                  </a:cubicBezTo>
                  <a:lnTo>
                    <a:pt x="2913" y="23379"/>
                  </a:lnTo>
                  <a:cubicBezTo>
                    <a:pt x="2721" y="22419"/>
                    <a:pt x="2529" y="21427"/>
                    <a:pt x="2369" y="20402"/>
                  </a:cubicBezTo>
                  <a:cubicBezTo>
                    <a:pt x="1345" y="14001"/>
                    <a:pt x="2657" y="7952"/>
                    <a:pt x="5890" y="4207"/>
                  </a:cubicBezTo>
                  <a:cubicBezTo>
                    <a:pt x="7490" y="2351"/>
                    <a:pt x="9346" y="1295"/>
                    <a:pt x="11139" y="1295"/>
                  </a:cubicBezTo>
                  <a:lnTo>
                    <a:pt x="11427" y="1295"/>
                  </a:lnTo>
                  <a:cubicBezTo>
                    <a:pt x="13059" y="1391"/>
                    <a:pt x="14659" y="2639"/>
                    <a:pt x="15940" y="4752"/>
                  </a:cubicBezTo>
                  <a:cubicBezTo>
                    <a:pt x="18276" y="8624"/>
                    <a:pt x="19460" y="15698"/>
                    <a:pt x="16612" y="22163"/>
                  </a:cubicBezTo>
                  <a:lnTo>
                    <a:pt x="18052" y="22099"/>
                  </a:lnTo>
                  <a:cubicBezTo>
                    <a:pt x="20773" y="15345"/>
                    <a:pt x="19492" y="8080"/>
                    <a:pt x="17060" y="4079"/>
                  </a:cubicBezTo>
                  <a:cubicBezTo>
                    <a:pt x="15556" y="1583"/>
                    <a:pt x="13571" y="143"/>
                    <a:pt x="11523" y="15"/>
                  </a:cubicBezTo>
                  <a:cubicBezTo>
                    <a:pt x="11386" y="5"/>
                    <a:pt x="11249" y="1"/>
                    <a:pt x="111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2"/>
            <p:cNvSpPr/>
            <p:nvPr/>
          </p:nvSpPr>
          <p:spPr>
            <a:xfrm rot="2700000">
              <a:off x="1809720" y="1232972"/>
              <a:ext cx="34130" cy="17696"/>
            </a:xfrm>
            <a:custGeom>
              <a:avLst/>
              <a:gdLst/>
              <a:ahLst/>
              <a:cxnLst/>
              <a:rect l="l" t="t" r="r" b="b"/>
              <a:pathLst>
                <a:path w="1730" h="897" extrusionOk="0">
                  <a:moveTo>
                    <a:pt x="1729" y="0"/>
                  </a:moveTo>
                  <a:lnTo>
                    <a:pt x="1729" y="0"/>
                  </a:lnTo>
                  <a:cubicBezTo>
                    <a:pt x="1153" y="65"/>
                    <a:pt x="545" y="129"/>
                    <a:pt x="1" y="193"/>
                  </a:cubicBezTo>
                  <a:lnTo>
                    <a:pt x="1" y="385"/>
                  </a:lnTo>
                  <a:cubicBezTo>
                    <a:pt x="161" y="673"/>
                    <a:pt x="417" y="833"/>
                    <a:pt x="737" y="897"/>
                  </a:cubicBezTo>
                  <a:cubicBezTo>
                    <a:pt x="1089" y="897"/>
                    <a:pt x="1441" y="577"/>
                    <a:pt x="17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2"/>
            <p:cNvSpPr/>
            <p:nvPr/>
          </p:nvSpPr>
          <p:spPr>
            <a:xfrm rot="2700000">
              <a:off x="1730670" y="1310532"/>
              <a:ext cx="195132" cy="85581"/>
            </a:xfrm>
            <a:custGeom>
              <a:avLst/>
              <a:gdLst/>
              <a:ahLst/>
              <a:cxnLst/>
              <a:rect l="l" t="t" r="r" b="b"/>
              <a:pathLst>
                <a:path w="9891" h="4338" extrusionOk="0">
                  <a:moveTo>
                    <a:pt x="3533" y="1"/>
                  </a:moveTo>
                  <a:cubicBezTo>
                    <a:pt x="3169" y="1"/>
                    <a:pt x="2801" y="305"/>
                    <a:pt x="2497" y="913"/>
                  </a:cubicBezTo>
                  <a:cubicBezTo>
                    <a:pt x="2081" y="1777"/>
                    <a:pt x="1473" y="2289"/>
                    <a:pt x="769" y="2289"/>
                  </a:cubicBezTo>
                  <a:cubicBezTo>
                    <a:pt x="513" y="2257"/>
                    <a:pt x="225" y="2193"/>
                    <a:pt x="1" y="2033"/>
                  </a:cubicBezTo>
                  <a:lnTo>
                    <a:pt x="1" y="2033"/>
                  </a:lnTo>
                  <a:cubicBezTo>
                    <a:pt x="33" y="2705"/>
                    <a:pt x="97" y="3378"/>
                    <a:pt x="193" y="4018"/>
                  </a:cubicBezTo>
                  <a:cubicBezTo>
                    <a:pt x="353" y="4210"/>
                    <a:pt x="577" y="4306"/>
                    <a:pt x="769" y="4338"/>
                  </a:cubicBezTo>
                  <a:cubicBezTo>
                    <a:pt x="1153" y="4338"/>
                    <a:pt x="1505" y="3986"/>
                    <a:pt x="1793" y="3378"/>
                  </a:cubicBezTo>
                  <a:cubicBezTo>
                    <a:pt x="2241" y="2513"/>
                    <a:pt x="2849" y="2001"/>
                    <a:pt x="3521" y="2001"/>
                  </a:cubicBezTo>
                  <a:cubicBezTo>
                    <a:pt x="4225" y="2001"/>
                    <a:pt x="4834" y="2513"/>
                    <a:pt x="5250" y="3378"/>
                  </a:cubicBezTo>
                  <a:cubicBezTo>
                    <a:pt x="5538" y="3986"/>
                    <a:pt x="5906" y="4290"/>
                    <a:pt x="6274" y="4290"/>
                  </a:cubicBezTo>
                  <a:cubicBezTo>
                    <a:pt x="6642" y="4290"/>
                    <a:pt x="7010" y="3986"/>
                    <a:pt x="7298" y="3378"/>
                  </a:cubicBezTo>
                  <a:cubicBezTo>
                    <a:pt x="7714" y="2513"/>
                    <a:pt x="8354" y="2001"/>
                    <a:pt x="9026" y="2001"/>
                  </a:cubicBezTo>
                  <a:cubicBezTo>
                    <a:pt x="9346" y="2001"/>
                    <a:pt x="9634" y="2129"/>
                    <a:pt x="9891" y="2321"/>
                  </a:cubicBezTo>
                  <a:cubicBezTo>
                    <a:pt x="9827" y="1809"/>
                    <a:pt x="9667" y="1329"/>
                    <a:pt x="9506" y="849"/>
                  </a:cubicBezTo>
                  <a:cubicBezTo>
                    <a:pt x="9378" y="561"/>
                    <a:pt x="9282" y="337"/>
                    <a:pt x="9186" y="49"/>
                  </a:cubicBezTo>
                  <a:cubicBezTo>
                    <a:pt x="9122" y="29"/>
                    <a:pt x="9058" y="19"/>
                    <a:pt x="8993" y="19"/>
                  </a:cubicBezTo>
                  <a:cubicBezTo>
                    <a:pt x="8635" y="19"/>
                    <a:pt x="8273" y="317"/>
                    <a:pt x="8002" y="913"/>
                  </a:cubicBezTo>
                  <a:cubicBezTo>
                    <a:pt x="7554" y="1777"/>
                    <a:pt x="6946" y="2289"/>
                    <a:pt x="6274" y="2289"/>
                  </a:cubicBezTo>
                  <a:cubicBezTo>
                    <a:pt x="5602" y="2289"/>
                    <a:pt x="4994" y="1777"/>
                    <a:pt x="4546" y="913"/>
                  </a:cubicBezTo>
                  <a:cubicBezTo>
                    <a:pt x="4257" y="305"/>
                    <a:pt x="3897" y="1"/>
                    <a:pt x="35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2"/>
            <p:cNvSpPr/>
            <p:nvPr/>
          </p:nvSpPr>
          <p:spPr>
            <a:xfrm rot="2700000">
              <a:off x="1770737" y="1268464"/>
              <a:ext cx="176825" cy="80215"/>
            </a:xfrm>
            <a:custGeom>
              <a:avLst/>
              <a:gdLst/>
              <a:ahLst/>
              <a:cxnLst/>
              <a:rect l="l" t="t" r="r" b="b"/>
              <a:pathLst>
                <a:path w="8963" h="4066" extrusionOk="0">
                  <a:moveTo>
                    <a:pt x="8514" y="0"/>
                  </a:moveTo>
                  <a:cubicBezTo>
                    <a:pt x="8290" y="160"/>
                    <a:pt x="8130" y="384"/>
                    <a:pt x="8034" y="641"/>
                  </a:cubicBezTo>
                  <a:cubicBezTo>
                    <a:pt x="7586" y="1537"/>
                    <a:pt x="6978" y="2017"/>
                    <a:pt x="6306" y="2017"/>
                  </a:cubicBezTo>
                  <a:cubicBezTo>
                    <a:pt x="5634" y="2017"/>
                    <a:pt x="4994" y="1537"/>
                    <a:pt x="4578" y="641"/>
                  </a:cubicBezTo>
                  <a:cubicBezTo>
                    <a:pt x="4482" y="449"/>
                    <a:pt x="4321" y="256"/>
                    <a:pt x="4161" y="64"/>
                  </a:cubicBezTo>
                  <a:cubicBezTo>
                    <a:pt x="3681" y="128"/>
                    <a:pt x="3265" y="192"/>
                    <a:pt x="2785" y="224"/>
                  </a:cubicBezTo>
                  <a:cubicBezTo>
                    <a:pt x="2689" y="352"/>
                    <a:pt x="2593" y="481"/>
                    <a:pt x="2529" y="641"/>
                  </a:cubicBezTo>
                  <a:cubicBezTo>
                    <a:pt x="2081" y="1537"/>
                    <a:pt x="1473" y="2017"/>
                    <a:pt x="801" y="2017"/>
                  </a:cubicBezTo>
                  <a:cubicBezTo>
                    <a:pt x="545" y="1985"/>
                    <a:pt x="257" y="1921"/>
                    <a:pt x="33" y="1761"/>
                  </a:cubicBezTo>
                  <a:lnTo>
                    <a:pt x="33" y="1761"/>
                  </a:lnTo>
                  <a:cubicBezTo>
                    <a:pt x="33" y="2305"/>
                    <a:pt x="65" y="2817"/>
                    <a:pt x="1" y="3361"/>
                  </a:cubicBezTo>
                  <a:lnTo>
                    <a:pt x="1" y="3553"/>
                  </a:lnTo>
                  <a:cubicBezTo>
                    <a:pt x="193" y="3841"/>
                    <a:pt x="481" y="4033"/>
                    <a:pt x="801" y="4065"/>
                  </a:cubicBezTo>
                  <a:cubicBezTo>
                    <a:pt x="1153" y="4065"/>
                    <a:pt x="1537" y="3745"/>
                    <a:pt x="1825" y="3137"/>
                  </a:cubicBezTo>
                  <a:cubicBezTo>
                    <a:pt x="2273" y="2241"/>
                    <a:pt x="2881" y="1761"/>
                    <a:pt x="3553" y="1761"/>
                  </a:cubicBezTo>
                  <a:cubicBezTo>
                    <a:pt x="4225" y="1761"/>
                    <a:pt x="4834" y="2241"/>
                    <a:pt x="5282" y="3137"/>
                  </a:cubicBezTo>
                  <a:cubicBezTo>
                    <a:pt x="5570" y="3745"/>
                    <a:pt x="5930" y="4049"/>
                    <a:pt x="6294" y="4049"/>
                  </a:cubicBezTo>
                  <a:cubicBezTo>
                    <a:pt x="6658" y="4049"/>
                    <a:pt x="7026" y="3745"/>
                    <a:pt x="7330" y="3137"/>
                  </a:cubicBezTo>
                  <a:cubicBezTo>
                    <a:pt x="7714" y="2305"/>
                    <a:pt x="8322" y="1825"/>
                    <a:pt x="8962" y="1793"/>
                  </a:cubicBezTo>
                  <a:cubicBezTo>
                    <a:pt x="8770" y="1185"/>
                    <a:pt x="8610" y="609"/>
                    <a:pt x="85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42"/>
            <p:cNvSpPr/>
            <p:nvPr/>
          </p:nvSpPr>
          <p:spPr>
            <a:xfrm rot="2700000">
              <a:off x="1881581" y="1299606"/>
              <a:ext cx="49913" cy="27639"/>
            </a:xfrm>
            <a:custGeom>
              <a:avLst/>
              <a:gdLst/>
              <a:ahLst/>
              <a:cxnLst/>
              <a:rect l="l" t="t" r="r" b="b"/>
              <a:pathLst>
                <a:path w="2530" h="1401" extrusionOk="0">
                  <a:moveTo>
                    <a:pt x="2529" y="0"/>
                  </a:moveTo>
                  <a:lnTo>
                    <a:pt x="2529" y="0"/>
                  </a:lnTo>
                  <a:cubicBezTo>
                    <a:pt x="1665" y="64"/>
                    <a:pt x="833" y="128"/>
                    <a:pt x="1" y="192"/>
                  </a:cubicBezTo>
                  <a:cubicBezTo>
                    <a:pt x="65" y="288"/>
                    <a:pt x="129" y="384"/>
                    <a:pt x="193" y="512"/>
                  </a:cubicBezTo>
                  <a:cubicBezTo>
                    <a:pt x="481" y="1105"/>
                    <a:pt x="841" y="1401"/>
                    <a:pt x="1201" y="1401"/>
                  </a:cubicBezTo>
                  <a:cubicBezTo>
                    <a:pt x="1561" y="1401"/>
                    <a:pt x="1921" y="1105"/>
                    <a:pt x="2209" y="512"/>
                  </a:cubicBezTo>
                  <a:cubicBezTo>
                    <a:pt x="2305" y="320"/>
                    <a:pt x="2401" y="160"/>
                    <a:pt x="25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42"/>
            <p:cNvSpPr/>
            <p:nvPr/>
          </p:nvSpPr>
          <p:spPr>
            <a:xfrm rot="2700000">
              <a:off x="1686285" y="1349241"/>
              <a:ext cx="188819" cy="119317"/>
            </a:xfrm>
            <a:custGeom>
              <a:avLst/>
              <a:gdLst/>
              <a:ahLst/>
              <a:cxnLst/>
              <a:rect l="l" t="t" r="r" b="b"/>
              <a:pathLst>
                <a:path w="9571" h="6048" extrusionOk="0">
                  <a:moveTo>
                    <a:pt x="3073" y="0"/>
                  </a:moveTo>
                  <a:cubicBezTo>
                    <a:pt x="2705" y="0"/>
                    <a:pt x="2337" y="296"/>
                    <a:pt x="2049" y="889"/>
                  </a:cubicBezTo>
                  <a:cubicBezTo>
                    <a:pt x="1601" y="1785"/>
                    <a:pt x="993" y="2265"/>
                    <a:pt x="321" y="2265"/>
                  </a:cubicBezTo>
                  <a:cubicBezTo>
                    <a:pt x="193" y="2265"/>
                    <a:pt x="97" y="2233"/>
                    <a:pt x="1" y="2201"/>
                  </a:cubicBezTo>
                  <a:lnTo>
                    <a:pt x="1" y="2201"/>
                  </a:lnTo>
                  <a:cubicBezTo>
                    <a:pt x="225" y="3129"/>
                    <a:pt x="673" y="3961"/>
                    <a:pt x="1313" y="4665"/>
                  </a:cubicBezTo>
                  <a:cubicBezTo>
                    <a:pt x="2156" y="5569"/>
                    <a:pt x="3340" y="6047"/>
                    <a:pt x="4570" y="6047"/>
                  </a:cubicBezTo>
                  <a:cubicBezTo>
                    <a:pt x="4647" y="6047"/>
                    <a:pt x="4724" y="6045"/>
                    <a:pt x="4802" y="6042"/>
                  </a:cubicBezTo>
                  <a:cubicBezTo>
                    <a:pt x="4833" y="6042"/>
                    <a:pt x="4865" y="6043"/>
                    <a:pt x="4896" y="6043"/>
                  </a:cubicBezTo>
                  <a:cubicBezTo>
                    <a:pt x="6428" y="6043"/>
                    <a:pt x="7828" y="5280"/>
                    <a:pt x="8674" y="4025"/>
                  </a:cubicBezTo>
                  <a:cubicBezTo>
                    <a:pt x="9283" y="3097"/>
                    <a:pt x="9571" y="2009"/>
                    <a:pt x="9571" y="889"/>
                  </a:cubicBezTo>
                  <a:cubicBezTo>
                    <a:pt x="9283" y="296"/>
                    <a:pt x="8922" y="0"/>
                    <a:pt x="8558" y="0"/>
                  </a:cubicBezTo>
                  <a:cubicBezTo>
                    <a:pt x="8194" y="0"/>
                    <a:pt x="7826" y="296"/>
                    <a:pt x="7522" y="889"/>
                  </a:cubicBezTo>
                  <a:cubicBezTo>
                    <a:pt x="7106" y="1785"/>
                    <a:pt x="6498" y="2265"/>
                    <a:pt x="5826" y="2265"/>
                  </a:cubicBezTo>
                  <a:cubicBezTo>
                    <a:pt x="5122" y="2265"/>
                    <a:pt x="4514" y="1785"/>
                    <a:pt x="4098" y="889"/>
                  </a:cubicBezTo>
                  <a:cubicBezTo>
                    <a:pt x="3809" y="296"/>
                    <a:pt x="3441" y="0"/>
                    <a:pt x="30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2"/>
            <p:cNvSpPr/>
            <p:nvPr/>
          </p:nvSpPr>
          <p:spPr>
            <a:xfrm rot="2700000">
              <a:off x="2009291" y="995634"/>
              <a:ext cx="272783" cy="84950"/>
            </a:xfrm>
            <a:custGeom>
              <a:avLst/>
              <a:gdLst/>
              <a:ahLst/>
              <a:cxnLst/>
              <a:rect l="l" t="t" r="r" b="b"/>
              <a:pathLst>
                <a:path w="13827" h="4306" extrusionOk="0">
                  <a:moveTo>
                    <a:pt x="5393" y="1"/>
                  </a:moveTo>
                  <a:cubicBezTo>
                    <a:pt x="5033" y="1"/>
                    <a:pt x="4673" y="305"/>
                    <a:pt x="4385" y="913"/>
                  </a:cubicBezTo>
                  <a:cubicBezTo>
                    <a:pt x="3937" y="1777"/>
                    <a:pt x="3329" y="2257"/>
                    <a:pt x="2657" y="2257"/>
                  </a:cubicBezTo>
                  <a:cubicBezTo>
                    <a:pt x="1985" y="2257"/>
                    <a:pt x="1345" y="1777"/>
                    <a:pt x="928" y="913"/>
                  </a:cubicBezTo>
                  <a:cubicBezTo>
                    <a:pt x="800" y="593"/>
                    <a:pt x="576" y="337"/>
                    <a:pt x="320" y="145"/>
                  </a:cubicBezTo>
                  <a:cubicBezTo>
                    <a:pt x="192" y="753"/>
                    <a:pt x="64" y="1361"/>
                    <a:pt x="0" y="2033"/>
                  </a:cubicBezTo>
                  <a:cubicBezTo>
                    <a:pt x="640" y="2065"/>
                    <a:pt x="1217" y="2513"/>
                    <a:pt x="1633" y="3377"/>
                  </a:cubicBezTo>
                  <a:cubicBezTo>
                    <a:pt x="1921" y="3985"/>
                    <a:pt x="2305" y="4306"/>
                    <a:pt x="2657" y="4306"/>
                  </a:cubicBezTo>
                  <a:cubicBezTo>
                    <a:pt x="3009" y="4306"/>
                    <a:pt x="3393" y="3985"/>
                    <a:pt x="3681" y="3377"/>
                  </a:cubicBezTo>
                  <a:cubicBezTo>
                    <a:pt x="4097" y="2481"/>
                    <a:pt x="4705" y="2001"/>
                    <a:pt x="5409" y="2001"/>
                  </a:cubicBezTo>
                  <a:cubicBezTo>
                    <a:pt x="6081" y="2001"/>
                    <a:pt x="6690" y="2481"/>
                    <a:pt x="7106" y="3377"/>
                  </a:cubicBezTo>
                  <a:cubicBezTo>
                    <a:pt x="7410" y="3985"/>
                    <a:pt x="7778" y="4290"/>
                    <a:pt x="8142" y="4290"/>
                  </a:cubicBezTo>
                  <a:cubicBezTo>
                    <a:pt x="8506" y="4290"/>
                    <a:pt x="8866" y="3985"/>
                    <a:pt x="9154" y="3377"/>
                  </a:cubicBezTo>
                  <a:cubicBezTo>
                    <a:pt x="9602" y="2481"/>
                    <a:pt x="10210" y="2001"/>
                    <a:pt x="10882" y="2001"/>
                  </a:cubicBezTo>
                  <a:cubicBezTo>
                    <a:pt x="11555" y="2001"/>
                    <a:pt x="12163" y="2481"/>
                    <a:pt x="12611" y="3377"/>
                  </a:cubicBezTo>
                  <a:cubicBezTo>
                    <a:pt x="12891" y="3965"/>
                    <a:pt x="13244" y="4260"/>
                    <a:pt x="13607" y="4260"/>
                  </a:cubicBezTo>
                  <a:cubicBezTo>
                    <a:pt x="13659" y="4260"/>
                    <a:pt x="13711" y="4254"/>
                    <a:pt x="13763" y="4241"/>
                  </a:cubicBezTo>
                  <a:cubicBezTo>
                    <a:pt x="13827" y="3569"/>
                    <a:pt x="13827" y="2897"/>
                    <a:pt x="13827" y="2225"/>
                  </a:cubicBezTo>
                  <a:lnTo>
                    <a:pt x="13827" y="2225"/>
                  </a:lnTo>
                  <a:cubicBezTo>
                    <a:pt x="13763" y="2257"/>
                    <a:pt x="13699" y="2257"/>
                    <a:pt x="13635" y="2257"/>
                  </a:cubicBezTo>
                  <a:cubicBezTo>
                    <a:pt x="12931" y="2257"/>
                    <a:pt x="12323" y="1777"/>
                    <a:pt x="11907" y="913"/>
                  </a:cubicBezTo>
                  <a:cubicBezTo>
                    <a:pt x="11619" y="305"/>
                    <a:pt x="11250" y="1"/>
                    <a:pt x="10882" y="1"/>
                  </a:cubicBezTo>
                  <a:cubicBezTo>
                    <a:pt x="10514" y="1"/>
                    <a:pt x="10146" y="305"/>
                    <a:pt x="9858" y="913"/>
                  </a:cubicBezTo>
                  <a:cubicBezTo>
                    <a:pt x="9442" y="1777"/>
                    <a:pt x="8802" y="2257"/>
                    <a:pt x="8130" y="2257"/>
                  </a:cubicBezTo>
                  <a:cubicBezTo>
                    <a:pt x="7458" y="2257"/>
                    <a:pt x="6850" y="1777"/>
                    <a:pt x="6402" y="913"/>
                  </a:cubicBezTo>
                  <a:cubicBezTo>
                    <a:pt x="6113" y="305"/>
                    <a:pt x="5753" y="1"/>
                    <a:pt x="53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42"/>
            <p:cNvSpPr/>
            <p:nvPr/>
          </p:nvSpPr>
          <p:spPr>
            <a:xfrm rot="2700000">
              <a:off x="1902015" y="1106766"/>
              <a:ext cx="243112" cy="68516"/>
            </a:xfrm>
            <a:custGeom>
              <a:avLst/>
              <a:gdLst/>
              <a:ahLst/>
              <a:cxnLst/>
              <a:rect l="l" t="t" r="r" b="b"/>
              <a:pathLst>
                <a:path w="12323" h="3473" extrusionOk="0">
                  <a:moveTo>
                    <a:pt x="5345" y="0"/>
                  </a:moveTo>
                  <a:cubicBezTo>
                    <a:pt x="4977" y="0"/>
                    <a:pt x="4609" y="304"/>
                    <a:pt x="4321" y="912"/>
                  </a:cubicBezTo>
                  <a:cubicBezTo>
                    <a:pt x="3873" y="1777"/>
                    <a:pt x="3265" y="2289"/>
                    <a:pt x="2593" y="2289"/>
                  </a:cubicBezTo>
                  <a:cubicBezTo>
                    <a:pt x="1921" y="2289"/>
                    <a:pt x="1313" y="1777"/>
                    <a:pt x="864" y="912"/>
                  </a:cubicBezTo>
                  <a:cubicBezTo>
                    <a:pt x="736" y="496"/>
                    <a:pt x="416" y="208"/>
                    <a:pt x="0" y="48"/>
                  </a:cubicBezTo>
                  <a:lnTo>
                    <a:pt x="0" y="48"/>
                  </a:lnTo>
                  <a:cubicBezTo>
                    <a:pt x="0" y="176"/>
                    <a:pt x="32" y="336"/>
                    <a:pt x="64" y="464"/>
                  </a:cubicBezTo>
                  <a:cubicBezTo>
                    <a:pt x="224" y="1521"/>
                    <a:pt x="416" y="2513"/>
                    <a:pt x="608" y="3473"/>
                  </a:cubicBezTo>
                  <a:cubicBezTo>
                    <a:pt x="4321" y="2993"/>
                    <a:pt x="8130" y="2641"/>
                    <a:pt x="12003" y="2449"/>
                  </a:cubicBezTo>
                  <a:cubicBezTo>
                    <a:pt x="12067" y="2321"/>
                    <a:pt x="12099" y="2225"/>
                    <a:pt x="12163" y="2097"/>
                  </a:cubicBezTo>
                  <a:cubicBezTo>
                    <a:pt x="12227" y="1937"/>
                    <a:pt x="12259" y="1777"/>
                    <a:pt x="12323" y="1617"/>
                  </a:cubicBezTo>
                  <a:cubicBezTo>
                    <a:pt x="12131" y="1425"/>
                    <a:pt x="11971" y="1168"/>
                    <a:pt x="11843" y="912"/>
                  </a:cubicBezTo>
                  <a:cubicBezTo>
                    <a:pt x="11555" y="304"/>
                    <a:pt x="11194" y="0"/>
                    <a:pt x="10830" y="0"/>
                  </a:cubicBezTo>
                  <a:cubicBezTo>
                    <a:pt x="10466" y="0"/>
                    <a:pt x="10098" y="304"/>
                    <a:pt x="9794" y="912"/>
                  </a:cubicBezTo>
                  <a:cubicBezTo>
                    <a:pt x="9378" y="1777"/>
                    <a:pt x="8770" y="2289"/>
                    <a:pt x="8098" y="2289"/>
                  </a:cubicBezTo>
                  <a:cubicBezTo>
                    <a:pt x="7394" y="2289"/>
                    <a:pt x="6786" y="1777"/>
                    <a:pt x="6370" y="912"/>
                  </a:cubicBezTo>
                  <a:cubicBezTo>
                    <a:pt x="6081" y="304"/>
                    <a:pt x="5713" y="0"/>
                    <a:pt x="53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42"/>
            <p:cNvSpPr/>
            <p:nvPr/>
          </p:nvSpPr>
          <p:spPr>
            <a:xfrm rot="2700000">
              <a:off x="2111314" y="922052"/>
              <a:ext cx="238061" cy="85108"/>
            </a:xfrm>
            <a:custGeom>
              <a:avLst/>
              <a:gdLst/>
              <a:ahLst/>
              <a:cxnLst/>
              <a:rect l="l" t="t" r="r" b="b"/>
              <a:pathLst>
                <a:path w="12067" h="4314" extrusionOk="0">
                  <a:moveTo>
                    <a:pt x="4113" y="1"/>
                  </a:moveTo>
                  <a:cubicBezTo>
                    <a:pt x="3753" y="1"/>
                    <a:pt x="3393" y="297"/>
                    <a:pt x="3105" y="889"/>
                  </a:cubicBezTo>
                  <a:cubicBezTo>
                    <a:pt x="2657" y="1785"/>
                    <a:pt x="2049" y="2265"/>
                    <a:pt x="1377" y="2265"/>
                  </a:cubicBezTo>
                  <a:cubicBezTo>
                    <a:pt x="1025" y="2265"/>
                    <a:pt x="705" y="2137"/>
                    <a:pt x="417" y="1913"/>
                  </a:cubicBezTo>
                  <a:cubicBezTo>
                    <a:pt x="289" y="2201"/>
                    <a:pt x="129" y="2489"/>
                    <a:pt x="1" y="2809"/>
                  </a:cubicBezTo>
                  <a:cubicBezTo>
                    <a:pt x="129" y="2969"/>
                    <a:pt x="257" y="3161"/>
                    <a:pt x="353" y="3385"/>
                  </a:cubicBezTo>
                  <a:cubicBezTo>
                    <a:pt x="641" y="3961"/>
                    <a:pt x="1025" y="4313"/>
                    <a:pt x="1377" y="4313"/>
                  </a:cubicBezTo>
                  <a:cubicBezTo>
                    <a:pt x="1729" y="4313"/>
                    <a:pt x="2113" y="3961"/>
                    <a:pt x="2401" y="3385"/>
                  </a:cubicBezTo>
                  <a:cubicBezTo>
                    <a:pt x="2817" y="2489"/>
                    <a:pt x="3425" y="2009"/>
                    <a:pt x="4129" y="2009"/>
                  </a:cubicBezTo>
                  <a:cubicBezTo>
                    <a:pt x="4801" y="2009"/>
                    <a:pt x="5410" y="2489"/>
                    <a:pt x="5858" y="3385"/>
                  </a:cubicBezTo>
                  <a:cubicBezTo>
                    <a:pt x="6146" y="3977"/>
                    <a:pt x="6506" y="4273"/>
                    <a:pt x="6866" y="4273"/>
                  </a:cubicBezTo>
                  <a:cubicBezTo>
                    <a:pt x="7226" y="4273"/>
                    <a:pt x="7586" y="3977"/>
                    <a:pt x="7874" y="3385"/>
                  </a:cubicBezTo>
                  <a:cubicBezTo>
                    <a:pt x="8322" y="2489"/>
                    <a:pt x="8930" y="2009"/>
                    <a:pt x="9602" y="2009"/>
                  </a:cubicBezTo>
                  <a:cubicBezTo>
                    <a:pt x="10275" y="2009"/>
                    <a:pt x="10883" y="2489"/>
                    <a:pt x="11331" y="3385"/>
                  </a:cubicBezTo>
                  <a:cubicBezTo>
                    <a:pt x="11459" y="3737"/>
                    <a:pt x="11747" y="4025"/>
                    <a:pt x="12067" y="4217"/>
                  </a:cubicBezTo>
                  <a:cubicBezTo>
                    <a:pt x="11907" y="3417"/>
                    <a:pt x="11683" y="2649"/>
                    <a:pt x="11395" y="1913"/>
                  </a:cubicBezTo>
                  <a:cubicBezTo>
                    <a:pt x="11075" y="1625"/>
                    <a:pt x="10819" y="1273"/>
                    <a:pt x="10627" y="889"/>
                  </a:cubicBezTo>
                  <a:cubicBezTo>
                    <a:pt x="10339" y="297"/>
                    <a:pt x="9970" y="1"/>
                    <a:pt x="9602" y="1"/>
                  </a:cubicBezTo>
                  <a:cubicBezTo>
                    <a:pt x="9234" y="1"/>
                    <a:pt x="8866" y="297"/>
                    <a:pt x="8578" y="889"/>
                  </a:cubicBezTo>
                  <a:cubicBezTo>
                    <a:pt x="8162" y="1785"/>
                    <a:pt x="7522" y="2265"/>
                    <a:pt x="6850" y="2265"/>
                  </a:cubicBezTo>
                  <a:cubicBezTo>
                    <a:pt x="6178" y="2265"/>
                    <a:pt x="5570" y="1785"/>
                    <a:pt x="5122" y="889"/>
                  </a:cubicBezTo>
                  <a:cubicBezTo>
                    <a:pt x="4833" y="297"/>
                    <a:pt x="4473" y="1"/>
                    <a:pt x="41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42"/>
            <p:cNvSpPr/>
            <p:nvPr/>
          </p:nvSpPr>
          <p:spPr>
            <a:xfrm rot="2700000">
              <a:off x="1966963" y="1032472"/>
              <a:ext cx="274046" cy="85739"/>
            </a:xfrm>
            <a:custGeom>
              <a:avLst/>
              <a:gdLst/>
              <a:ahLst/>
              <a:cxnLst/>
              <a:rect l="l" t="t" r="r" b="b"/>
              <a:pathLst>
                <a:path w="13891" h="4346" extrusionOk="0">
                  <a:moveTo>
                    <a:pt x="5585" y="0"/>
                  </a:moveTo>
                  <a:cubicBezTo>
                    <a:pt x="5225" y="0"/>
                    <a:pt x="4865" y="296"/>
                    <a:pt x="4577" y="888"/>
                  </a:cubicBezTo>
                  <a:cubicBezTo>
                    <a:pt x="4129" y="1785"/>
                    <a:pt x="3521" y="2265"/>
                    <a:pt x="2849" y="2265"/>
                  </a:cubicBezTo>
                  <a:cubicBezTo>
                    <a:pt x="2177" y="2265"/>
                    <a:pt x="1537" y="1785"/>
                    <a:pt x="1120" y="888"/>
                  </a:cubicBezTo>
                  <a:cubicBezTo>
                    <a:pt x="832" y="312"/>
                    <a:pt x="480" y="24"/>
                    <a:pt x="96" y="24"/>
                  </a:cubicBezTo>
                  <a:cubicBezTo>
                    <a:pt x="32" y="696"/>
                    <a:pt x="0" y="1368"/>
                    <a:pt x="0" y="2041"/>
                  </a:cubicBezTo>
                  <a:lnTo>
                    <a:pt x="96" y="2041"/>
                  </a:lnTo>
                  <a:cubicBezTo>
                    <a:pt x="800" y="2041"/>
                    <a:pt x="1409" y="2521"/>
                    <a:pt x="1825" y="3417"/>
                  </a:cubicBezTo>
                  <a:cubicBezTo>
                    <a:pt x="2113" y="3993"/>
                    <a:pt x="2497" y="4345"/>
                    <a:pt x="2849" y="4345"/>
                  </a:cubicBezTo>
                  <a:cubicBezTo>
                    <a:pt x="3201" y="4345"/>
                    <a:pt x="3585" y="3993"/>
                    <a:pt x="3873" y="3417"/>
                  </a:cubicBezTo>
                  <a:cubicBezTo>
                    <a:pt x="4289" y="2521"/>
                    <a:pt x="4897" y="2041"/>
                    <a:pt x="5601" y="2041"/>
                  </a:cubicBezTo>
                  <a:cubicBezTo>
                    <a:pt x="6273" y="2041"/>
                    <a:pt x="6882" y="2521"/>
                    <a:pt x="7330" y="3417"/>
                  </a:cubicBezTo>
                  <a:cubicBezTo>
                    <a:pt x="7618" y="4009"/>
                    <a:pt x="7978" y="4305"/>
                    <a:pt x="8338" y="4305"/>
                  </a:cubicBezTo>
                  <a:cubicBezTo>
                    <a:pt x="8698" y="4305"/>
                    <a:pt x="9058" y="4009"/>
                    <a:pt x="9346" y="3417"/>
                  </a:cubicBezTo>
                  <a:cubicBezTo>
                    <a:pt x="9794" y="2521"/>
                    <a:pt x="10402" y="2041"/>
                    <a:pt x="11074" y="2041"/>
                  </a:cubicBezTo>
                  <a:cubicBezTo>
                    <a:pt x="11747" y="2041"/>
                    <a:pt x="12355" y="2521"/>
                    <a:pt x="12803" y="3417"/>
                  </a:cubicBezTo>
                  <a:cubicBezTo>
                    <a:pt x="12931" y="3769"/>
                    <a:pt x="13219" y="4057"/>
                    <a:pt x="13539" y="4249"/>
                  </a:cubicBezTo>
                  <a:cubicBezTo>
                    <a:pt x="13699" y="3577"/>
                    <a:pt x="13795" y="2937"/>
                    <a:pt x="13891" y="2265"/>
                  </a:cubicBezTo>
                  <a:lnTo>
                    <a:pt x="13827" y="2265"/>
                  </a:lnTo>
                  <a:cubicBezTo>
                    <a:pt x="13155" y="2265"/>
                    <a:pt x="12515" y="1785"/>
                    <a:pt x="12099" y="888"/>
                  </a:cubicBezTo>
                  <a:cubicBezTo>
                    <a:pt x="11811" y="296"/>
                    <a:pt x="11442" y="0"/>
                    <a:pt x="11074" y="0"/>
                  </a:cubicBezTo>
                  <a:cubicBezTo>
                    <a:pt x="10706" y="0"/>
                    <a:pt x="10338" y="296"/>
                    <a:pt x="10050" y="888"/>
                  </a:cubicBezTo>
                  <a:cubicBezTo>
                    <a:pt x="9634" y="1785"/>
                    <a:pt x="8994" y="2265"/>
                    <a:pt x="8322" y="2265"/>
                  </a:cubicBezTo>
                  <a:cubicBezTo>
                    <a:pt x="7650" y="2265"/>
                    <a:pt x="7042" y="1785"/>
                    <a:pt x="6594" y="888"/>
                  </a:cubicBezTo>
                  <a:cubicBezTo>
                    <a:pt x="6305" y="296"/>
                    <a:pt x="5945" y="0"/>
                    <a:pt x="55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42"/>
            <p:cNvSpPr/>
            <p:nvPr/>
          </p:nvSpPr>
          <p:spPr>
            <a:xfrm rot="2700000">
              <a:off x="2172411" y="868228"/>
              <a:ext cx="182506" cy="92190"/>
            </a:xfrm>
            <a:custGeom>
              <a:avLst/>
              <a:gdLst/>
              <a:ahLst/>
              <a:cxnLst/>
              <a:rect l="l" t="t" r="r" b="b"/>
              <a:pathLst>
                <a:path w="9251" h="4673" extrusionOk="0">
                  <a:moveTo>
                    <a:pt x="5730" y="0"/>
                  </a:moveTo>
                  <a:cubicBezTo>
                    <a:pt x="4258" y="0"/>
                    <a:pt x="2689" y="896"/>
                    <a:pt x="1313" y="2497"/>
                  </a:cubicBezTo>
                  <a:cubicBezTo>
                    <a:pt x="833" y="3073"/>
                    <a:pt x="385" y="3713"/>
                    <a:pt x="1" y="4385"/>
                  </a:cubicBezTo>
                  <a:cubicBezTo>
                    <a:pt x="161" y="4545"/>
                    <a:pt x="353" y="4641"/>
                    <a:pt x="577" y="4673"/>
                  </a:cubicBezTo>
                  <a:lnTo>
                    <a:pt x="577" y="4641"/>
                  </a:lnTo>
                  <a:cubicBezTo>
                    <a:pt x="929" y="4641"/>
                    <a:pt x="1313" y="4321"/>
                    <a:pt x="1601" y="3713"/>
                  </a:cubicBezTo>
                  <a:cubicBezTo>
                    <a:pt x="2017" y="2849"/>
                    <a:pt x="2625" y="2337"/>
                    <a:pt x="3329" y="2337"/>
                  </a:cubicBezTo>
                  <a:cubicBezTo>
                    <a:pt x="4001" y="2337"/>
                    <a:pt x="4610" y="2849"/>
                    <a:pt x="5058" y="3713"/>
                  </a:cubicBezTo>
                  <a:cubicBezTo>
                    <a:pt x="5346" y="4321"/>
                    <a:pt x="5706" y="4625"/>
                    <a:pt x="6066" y="4625"/>
                  </a:cubicBezTo>
                  <a:cubicBezTo>
                    <a:pt x="6426" y="4625"/>
                    <a:pt x="6786" y="4321"/>
                    <a:pt x="7074" y="3713"/>
                  </a:cubicBezTo>
                  <a:cubicBezTo>
                    <a:pt x="7522" y="2849"/>
                    <a:pt x="8130" y="2337"/>
                    <a:pt x="8802" y="2337"/>
                  </a:cubicBezTo>
                  <a:cubicBezTo>
                    <a:pt x="8962" y="2337"/>
                    <a:pt x="9090" y="2369"/>
                    <a:pt x="9250" y="2433"/>
                  </a:cubicBezTo>
                  <a:cubicBezTo>
                    <a:pt x="8226" y="960"/>
                    <a:pt x="7074" y="64"/>
                    <a:pt x="59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42"/>
            <p:cNvSpPr/>
            <p:nvPr/>
          </p:nvSpPr>
          <p:spPr>
            <a:xfrm rot="2700000">
              <a:off x="1929475" y="1068946"/>
              <a:ext cx="263313" cy="85108"/>
            </a:xfrm>
            <a:custGeom>
              <a:avLst/>
              <a:gdLst/>
              <a:ahLst/>
              <a:cxnLst/>
              <a:rect l="l" t="t" r="r" b="b"/>
              <a:pathLst>
                <a:path w="13347" h="4314" extrusionOk="0">
                  <a:moveTo>
                    <a:pt x="5569" y="1"/>
                  </a:moveTo>
                  <a:cubicBezTo>
                    <a:pt x="5201" y="1"/>
                    <a:pt x="4833" y="297"/>
                    <a:pt x="4545" y="889"/>
                  </a:cubicBezTo>
                  <a:cubicBezTo>
                    <a:pt x="4097" y="1785"/>
                    <a:pt x="3489" y="2265"/>
                    <a:pt x="2817" y="2265"/>
                  </a:cubicBezTo>
                  <a:cubicBezTo>
                    <a:pt x="2145" y="2265"/>
                    <a:pt x="1537" y="1785"/>
                    <a:pt x="1088" y="889"/>
                  </a:cubicBezTo>
                  <a:cubicBezTo>
                    <a:pt x="798" y="307"/>
                    <a:pt x="454" y="16"/>
                    <a:pt x="105" y="16"/>
                  </a:cubicBezTo>
                  <a:cubicBezTo>
                    <a:pt x="70" y="16"/>
                    <a:pt x="35" y="19"/>
                    <a:pt x="0" y="25"/>
                  </a:cubicBezTo>
                  <a:cubicBezTo>
                    <a:pt x="32" y="665"/>
                    <a:pt x="64" y="1337"/>
                    <a:pt x="128" y="2009"/>
                  </a:cubicBezTo>
                  <a:cubicBezTo>
                    <a:pt x="800" y="2041"/>
                    <a:pt x="1377" y="2521"/>
                    <a:pt x="1793" y="3385"/>
                  </a:cubicBezTo>
                  <a:cubicBezTo>
                    <a:pt x="2081" y="3961"/>
                    <a:pt x="2465" y="4314"/>
                    <a:pt x="2817" y="4314"/>
                  </a:cubicBezTo>
                  <a:cubicBezTo>
                    <a:pt x="3169" y="4314"/>
                    <a:pt x="3553" y="3961"/>
                    <a:pt x="3841" y="3385"/>
                  </a:cubicBezTo>
                  <a:cubicBezTo>
                    <a:pt x="4289" y="2489"/>
                    <a:pt x="4865" y="2041"/>
                    <a:pt x="5569" y="2041"/>
                  </a:cubicBezTo>
                  <a:cubicBezTo>
                    <a:pt x="6241" y="2041"/>
                    <a:pt x="6850" y="2521"/>
                    <a:pt x="7298" y="3385"/>
                  </a:cubicBezTo>
                  <a:cubicBezTo>
                    <a:pt x="7586" y="3993"/>
                    <a:pt x="7946" y="4298"/>
                    <a:pt x="8306" y="4298"/>
                  </a:cubicBezTo>
                  <a:cubicBezTo>
                    <a:pt x="8666" y="4298"/>
                    <a:pt x="9026" y="3993"/>
                    <a:pt x="9314" y="3385"/>
                  </a:cubicBezTo>
                  <a:cubicBezTo>
                    <a:pt x="9762" y="2521"/>
                    <a:pt x="10370" y="2041"/>
                    <a:pt x="11042" y="2041"/>
                  </a:cubicBezTo>
                  <a:cubicBezTo>
                    <a:pt x="11747" y="2041"/>
                    <a:pt x="12355" y="2521"/>
                    <a:pt x="12771" y="3385"/>
                  </a:cubicBezTo>
                  <a:cubicBezTo>
                    <a:pt x="12803" y="3449"/>
                    <a:pt x="12835" y="3513"/>
                    <a:pt x="12899" y="3577"/>
                  </a:cubicBezTo>
                  <a:cubicBezTo>
                    <a:pt x="13059" y="3097"/>
                    <a:pt x="13219" y="2649"/>
                    <a:pt x="13347" y="2201"/>
                  </a:cubicBezTo>
                  <a:cubicBezTo>
                    <a:pt x="12771" y="1945"/>
                    <a:pt x="12323" y="1465"/>
                    <a:pt x="12067" y="889"/>
                  </a:cubicBezTo>
                  <a:cubicBezTo>
                    <a:pt x="11779" y="297"/>
                    <a:pt x="11418" y="1"/>
                    <a:pt x="11054" y="1"/>
                  </a:cubicBezTo>
                  <a:cubicBezTo>
                    <a:pt x="10690" y="1"/>
                    <a:pt x="10322" y="297"/>
                    <a:pt x="10018" y="889"/>
                  </a:cubicBezTo>
                  <a:cubicBezTo>
                    <a:pt x="9602" y="1785"/>
                    <a:pt x="8994" y="2265"/>
                    <a:pt x="8322" y="2265"/>
                  </a:cubicBezTo>
                  <a:cubicBezTo>
                    <a:pt x="7618" y="2265"/>
                    <a:pt x="7010" y="1785"/>
                    <a:pt x="6594" y="889"/>
                  </a:cubicBezTo>
                  <a:cubicBezTo>
                    <a:pt x="6305" y="297"/>
                    <a:pt x="5937" y="1"/>
                    <a:pt x="55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42"/>
            <p:cNvSpPr/>
            <p:nvPr/>
          </p:nvSpPr>
          <p:spPr>
            <a:xfrm rot="2700000">
              <a:off x="2058504" y="958939"/>
              <a:ext cx="261419" cy="85562"/>
            </a:xfrm>
            <a:custGeom>
              <a:avLst/>
              <a:gdLst/>
              <a:ahLst/>
              <a:cxnLst/>
              <a:rect l="l" t="t" r="r" b="b"/>
              <a:pathLst>
                <a:path w="13251" h="4337" extrusionOk="0">
                  <a:moveTo>
                    <a:pt x="4849" y="0"/>
                  </a:moveTo>
                  <a:cubicBezTo>
                    <a:pt x="4489" y="0"/>
                    <a:pt x="4129" y="304"/>
                    <a:pt x="3841" y="912"/>
                  </a:cubicBezTo>
                  <a:cubicBezTo>
                    <a:pt x="3393" y="1777"/>
                    <a:pt x="2785" y="2289"/>
                    <a:pt x="2113" y="2289"/>
                  </a:cubicBezTo>
                  <a:cubicBezTo>
                    <a:pt x="1441" y="2289"/>
                    <a:pt x="801" y="1777"/>
                    <a:pt x="384" y="912"/>
                  </a:cubicBezTo>
                  <a:cubicBezTo>
                    <a:pt x="224" y="1360"/>
                    <a:pt x="128" y="1777"/>
                    <a:pt x="0" y="2225"/>
                  </a:cubicBezTo>
                  <a:cubicBezTo>
                    <a:pt x="481" y="2481"/>
                    <a:pt x="865" y="2897"/>
                    <a:pt x="1089" y="3409"/>
                  </a:cubicBezTo>
                  <a:cubicBezTo>
                    <a:pt x="1377" y="4017"/>
                    <a:pt x="1761" y="4337"/>
                    <a:pt x="2113" y="4337"/>
                  </a:cubicBezTo>
                  <a:cubicBezTo>
                    <a:pt x="2465" y="4337"/>
                    <a:pt x="2817" y="4017"/>
                    <a:pt x="3105" y="3409"/>
                  </a:cubicBezTo>
                  <a:cubicBezTo>
                    <a:pt x="3553" y="2513"/>
                    <a:pt x="4161" y="2033"/>
                    <a:pt x="4833" y="2033"/>
                  </a:cubicBezTo>
                  <a:cubicBezTo>
                    <a:pt x="5537" y="2033"/>
                    <a:pt x="6146" y="2513"/>
                    <a:pt x="6562" y="3409"/>
                  </a:cubicBezTo>
                  <a:cubicBezTo>
                    <a:pt x="6850" y="4017"/>
                    <a:pt x="7218" y="4321"/>
                    <a:pt x="7586" y="4321"/>
                  </a:cubicBezTo>
                  <a:cubicBezTo>
                    <a:pt x="7954" y="4321"/>
                    <a:pt x="8322" y="4017"/>
                    <a:pt x="8610" y="3409"/>
                  </a:cubicBezTo>
                  <a:cubicBezTo>
                    <a:pt x="9058" y="2513"/>
                    <a:pt x="9666" y="2033"/>
                    <a:pt x="10338" y="2033"/>
                  </a:cubicBezTo>
                  <a:cubicBezTo>
                    <a:pt x="11011" y="2033"/>
                    <a:pt x="11619" y="2513"/>
                    <a:pt x="12067" y="3409"/>
                  </a:cubicBezTo>
                  <a:cubicBezTo>
                    <a:pt x="12344" y="4019"/>
                    <a:pt x="12717" y="4292"/>
                    <a:pt x="13082" y="4292"/>
                  </a:cubicBezTo>
                  <a:cubicBezTo>
                    <a:pt x="13139" y="4292"/>
                    <a:pt x="13195" y="4286"/>
                    <a:pt x="13251" y="4273"/>
                  </a:cubicBezTo>
                  <a:cubicBezTo>
                    <a:pt x="13219" y="3601"/>
                    <a:pt x="13123" y="2929"/>
                    <a:pt x="12995" y="2257"/>
                  </a:cubicBezTo>
                  <a:cubicBezTo>
                    <a:pt x="12355" y="2225"/>
                    <a:pt x="11779" y="1745"/>
                    <a:pt x="11363" y="912"/>
                  </a:cubicBezTo>
                  <a:cubicBezTo>
                    <a:pt x="11075" y="304"/>
                    <a:pt x="10706" y="0"/>
                    <a:pt x="10338" y="0"/>
                  </a:cubicBezTo>
                  <a:cubicBezTo>
                    <a:pt x="9970" y="0"/>
                    <a:pt x="9602" y="304"/>
                    <a:pt x="9314" y="912"/>
                  </a:cubicBezTo>
                  <a:cubicBezTo>
                    <a:pt x="8898" y="1777"/>
                    <a:pt x="8258" y="2289"/>
                    <a:pt x="7586" y="2289"/>
                  </a:cubicBezTo>
                  <a:cubicBezTo>
                    <a:pt x="6914" y="2289"/>
                    <a:pt x="6306" y="1777"/>
                    <a:pt x="5858" y="912"/>
                  </a:cubicBezTo>
                  <a:cubicBezTo>
                    <a:pt x="5569" y="304"/>
                    <a:pt x="5209" y="0"/>
                    <a:pt x="48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2" name="Google Shape;712;p42"/>
          <p:cNvGrpSpPr/>
          <p:nvPr/>
        </p:nvGrpSpPr>
        <p:grpSpPr>
          <a:xfrm>
            <a:off x="-169030" y="1491047"/>
            <a:ext cx="612994" cy="611767"/>
            <a:chOff x="1594943" y="708058"/>
            <a:chExt cx="884807" cy="883035"/>
          </a:xfrm>
        </p:grpSpPr>
        <p:sp>
          <p:nvSpPr>
            <p:cNvPr id="713" name="Google Shape;713;p42"/>
            <p:cNvSpPr/>
            <p:nvPr/>
          </p:nvSpPr>
          <p:spPr>
            <a:xfrm rot="2700000">
              <a:off x="1649493" y="1242839"/>
              <a:ext cx="306262" cy="281148"/>
            </a:xfrm>
            <a:custGeom>
              <a:avLst/>
              <a:gdLst/>
              <a:ahLst/>
              <a:cxnLst/>
              <a:rect l="l" t="t" r="r" b="b"/>
              <a:pathLst>
                <a:path w="15524" h="14251" extrusionOk="0">
                  <a:moveTo>
                    <a:pt x="13475" y="0"/>
                  </a:moveTo>
                  <a:lnTo>
                    <a:pt x="12162" y="64"/>
                  </a:lnTo>
                  <a:cubicBezTo>
                    <a:pt x="12387" y="1217"/>
                    <a:pt x="12707" y="2337"/>
                    <a:pt x="13155" y="3425"/>
                  </a:cubicBezTo>
                  <a:cubicBezTo>
                    <a:pt x="14147" y="5985"/>
                    <a:pt x="13987" y="8546"/>
                    <a:pt x="12675" y="10434"/>
                  </a:cubicBezTo>
                  <a:cubicBezTo>
                    <a:pt x="11618" y="12003"/>
                    <a:pt x="9826" y="12963"/>
                    <a:pt x="7938" y="12963"/>
                  </a:cubicBezTo>
                  <a:cubicBezTo>
                    <a:pt x="7863" y="12966"/>
                    <a:pt x="7789" y="12967"/>
                    <a:pt x="7714" y="12967"/>
                  </a:cubicBezTo>
                  <a:cubicBezTo>
                    <a:pt x="6160" y="12967"/>
                    <a:pt x="4654" y="12333"/>
                    <a:pt x="3585" y="11202"/>
                  </a:cubicBezTo>
                  <a:cubicBezTo>
                    <a:pt x="2081" y="9570"/>
                    <a:pt x="1312" y="6818"/>
                    <a:pt x="1536" y="3649"/>
                  </a:cubicBezTo>
                  <a:cubicBezTo>
                    <a:pt x="1600" y="2753"/>
                    <a:pt x="1600" y="1921"/>
                    <a:pt x="1568" y="1089"/>
                  </a:cubicBezTo>
                  <a:lnTo>
                    <a:pt x="1568" y="1089"/>
                  </a:lnTo>
                  <a:cubicBezTo>
                    <a:pt x="1152" y="1153"/>
                    <a:pt x="704" y="1217"/>
                    <a:pt x="256" y="1281"/>
                  </a:cubicBezTo>
                  <a:cubicBezTo>
                    <a:pt x="256" y="2017"/>
                    <a:pt x="288" y="2785"/>
                    <a:pt x="224" y="3553"/>
                  </a:cubicBezTo>
                  <a:cubicBezTo>
                    <a:pt x="0" y="7074"/>
                    <a:pt x="864" y="10178"/>
                    <a:pt x="2625" y="12099"/>
                  </a:cubicBezTo>
                  <a:cubicBezTo>
                    <a:pt x="3927" y="13461"/>
                    <a:pt x="5716" y="14251"/>
                    <a:pt x="7585" y="14251"/>
                  </a:cubicBezTo>
                  <a:cubicBezTo>
                    <a:pt x="7692" y="14251"/>
                    <a:pt x="7799" y="14248"/>
                    <a:pt x="7906" y="14243"/>
                  </a:cubicBezTo>
                  <a:lnTo>
                    <a:pt x="7938" y="14243"/>
                  </a:lnTo>
                  <a:cubicBezTo>
                    <a:pt x="10274" y="14243"/>
                    <a:pt x="12451" y="13123"/>
                    <a:pt x="13763" y="11202"/>
                  </a:cubicBezTo>
                  <a:cubicBezTo>
                    <a:pt x="15299" y="8930"/>
                    <a:pt x="15523" y="5953"/>
                    <a:pt x="14371" y="2945"/>
                  </a:cubicBezTo>
                  <a:cubicBezTo>
                    <a:pt x="13987" y="1985"/>
                    <a:pt x="13699" y="1025"/>
                    <a:pt x="134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42"/>
            <p:cNvSpPr/>
            <p:nvPr/>
          </p:nvSpPr>
          <p:spPr>
            <a:xfrm rot="2700000">
              <a:off x="1965543" y="784850"/>
              <a:ext cx="409816" cy="465015"/>
            </a:xfrm>
            <a:custGeom>
              <a:avLst/>
              <a:gdLst/>
              <a:ahLst/>
              <a:cxnLst/>
              <a:rect l="l" t="t" r="r" b="b"/>
              <a:pathLst>
                <a:path w="20773" h="23571" extrusionOk="0">
                  <a:moveTo>
                    <a:pt x="11112" y="1"/>
                  </a:moveTo>
                  <a:cubicBezTo>
                    <a:pt x="8911" y="1"/>
                    <a:pt x="6704" y="1204"/>
                    <a:pt x="4866" y="3343"/>
                  </a:cubicBezTo>
                  <a:cubicBezTo>
                    <a:pt x="1409" y="7376"/>
                    <a:pt x="1" y="13841"/>
                    <a:pt x="1057" y="20594"/>
                  </a:cubicBezTo>
                  <a:cubicBezTo>
                    <a:pt x="1217" y="21619"/>
                    <a:pt x="1409" y="22611"/>
                    <a:pt x="1601" y="23571"/>
                  </a:cubicBezTo>
                  <a:lnTo>
                    <a:pt x="2913" y="23379"/>
                  </a:lnTo>
                  <a:cubicBezTo>
                    <a:pt x="2721" y="22419"/>
                    <a:pt x="2529" y="21427"/>
                    <a:pt x="2369" y="20402"/>
                  </a:cubicBezTo>
                  <a:cubicBezTo>
                    <a:pt x="1345" y="14001"/>
                    <a:pt x="2657" y="7952"/>
                    <a:pt x="5890" y="4207"/>
                  </a:cubicBezTo>
                  <a:cubicBezTo>
                    <a:pt x="7490" y="2351"/>
                    <a:pt x="9346" y="1295"/>
                    <a:pt x="11139" y="1295"/>
                  </a:cubicBezTo>
                  <a:lnTo>
                    <a:pt x="11427" y="1295"/>
                  </a:lnTo>
                  <a:cubicBezTo>
                    <a:pt x="13059" y="1391"/>
                    <a:pt x="14659" y="2639"/>
                    <a:pt x="15940" y="4752"/>
                  </a:cubicBezTo>
                  <a:cubicBezTo>
                    <a:pt x="18276" y="8624"/>
                    <a:pt x="19460" y="15698"/>
                    <a:pt x="16612" y="22163"/>
                  </a:cubicBezTo>
                  <a:lnTo>
                    <a:pt x="18052" y="22099"/>
                  </a:lnTo>
                  <a:cubicBezTo>
                    <a:pt x="20773" y="15345"/>
                    <a:pt x="19492" y="8080"/>
                    <a:pt x="17060" y="4079"/>
                  </a:cubicBezTo>
                  <a:cubicBezTo>
                    <a:pt x="15556" y="1583"/>
                    <a:pt x="13571" y="143"/>
                    <a:pt x="11523" y="15"/>
                  </a:cubicBezTo>
                  <a:cubicBezTo>
                    <a:pt x="11386" y="5"/>
                    <a:pt x="11249" y="1"/>
                    <a:pt x="111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42"/>
            <p:cNvSpPr/>
            <p:nvPr/>
          </p:nvSpPr>
          <p:spPr>
            <a:xfrm rot="2700000">
              <a:off x="1809720" y="1232972"/>
              <a:ext cx="34130" cy="17696"/>
            </a:xfrm>
            <a:custGeom>
              <a:avLst/>
              <a:gdLst/>
              <a:ahLst/>
              <a:cxnLst/>
              <a:rect l="l" t="t" r="r" b="b"/>
              <a:pathLst>
                <a:path w="1730" h="897" extrusionOk="0">
                  <a:moveTo>
                    <a:pt x="1729" y="0"/>
                  </a:moveTo>
                  <a:lnTo>
                    <a:pt x="1729" y="0"/>
                  </a:lnTo>
                  <a:cubicBezTo>
                    <a:pt x="1153" y="65"/>
                    <a:pt x="545" y="129"/>
                    <a:pt x="1" y="193"/>
                  </a:cubicBezTo>
                  <a:lnTo>
                    <a:pt x="1" y="385"/>
                  </a:lnTo>
                  <a:cubicBezTo>
                    <a:pt x="161" y="673"/>
                    <a:pt x="417" y="833"/>
                    <a:pt x="737" y="897"/>
                  </a:cubicBezTo>
                  <a:cubicBezTo>
                    <a:pt x="1089" y="897"/>
                    <a:pt x="1441" y="577"/>
                    <a:pt x="17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42"/>
            <p:cNvSpPr/>
            <p:nvPr/>
          </p:nvSpPr>
          <p:spPr>
            <a:xfrm rot="2700000">
              <a:off x="1730670" y="1310532"/>
              <a:ext cx="195132" cy="85581"/>
            </a:xfrm>
            <a:custGeom>
              <a:avLst/>
              <a:gdLst/>
              <a:ahLst/>
              <a:cxnLst/>
              <a:rect l="l" t="t" r="r" b="b"/>
              <a:pathLst>
                <a:path w="9891" h="4338" extrusionOk="0">
                  <a:moveTo>
                    <a:pt x="3533" y="1"/>
                  </a:moveTo>
                  <a:cubicBezTo>
                    <a:pt x="3169" y="1"/>
                    <a:pt x="2801" y="305"/>
                    <a:pt x="2497" y="913"/>
                  </a:cubicBezTo>
                  <a:cubicBezTo>
                    <a:pt x="2081" y="1777"/>
                    <a:pt x="1473" y="2289"/>
                    <a:pt x="769" y="2289"/>
                  </a:cubicBezTo>
                  <a:cubicBezTo>
                    <a:pt x="513" y="2257"/>
                    <a:pt x="225" y="2193"/>
                    <a:pt x="1" y="2033"/>
                  </a:cubicBezTo>
                  <a:lnTo>
                    <a:pt x="1" y="2033"/>
                  </a:lnTo>
                  <a:cubicBezTo>
                    <a:pt x="33" y="2705"/>
                    <a:pt x="97" y="3378"/>
                    <a:pt x="193" y="4018"/>
                  </a:cubicBezTo>
                  <a:cubicBezTo>
                    <a:pt x="353" y="4210"/>
                    <a:pt x="577" y="4306"/>
                    <a:pt x="769" y="4338"/>
                  </a:cubicBezTo>
                  <a:cubicBezTo>
                    <a:pt x="1153" y="4338"/>
                    <a:pt x="1505" y="3986"/>
                    <a:pt x="1793" y="3378"/>
                  </a:cubicBezTo>
                  <a:cubicBezTo>
                    <a:pt x="2241" y="2513"/>
                    <a:pt x="2849" y="2001"/>
                    <a:pt x="3521" y="2001"/>
                  </a:cubicBezTo>
                  <a:cubicBezTo>
                    <a:pt x="4225" y="2001"/>
                    <a:pt x="4834" y="2513"/>
                    <a:pt x="5250" y="3378"/>
                  </a:cubicBezTo>
                  <a:cubicBezTo>
                    <a:pt x="5538" y="3986"/>
                    <a:pt x="5906" y="4290"/>
                    <a:pt x="6274" y="4290"/>
                  </a:cubicBezTo>
                  <a:cubicBezTo>
                    <a:pt x="6642" y="4290"/>
                    <a:pt x="7010" y="3986"/>
                    <a:pt x="7298" y="3378"/>
                  </a:cubicBezTo>
                  <a:cubicBezTo>
                    <a:pt x="7714" y="2513"/>
                    <a:pt x="8354" y="2001"/>
                    <a:pt x="9026" y="2001"/>
                  </a:cubicBezTo>
                  <a:cubicBezTo>
                    <a:pt x="9346" y="2001"/>
                    <a:pt x="9634" y="2129"/>
                    <a:pt x="9891" y="2321"/>
                  </a:cubicBezTo>
                  <a:cubicBezTo>
                    <a:pt x="9827" y="1809"/>
                    <a:pt x="9667" y="1329"/>
                    <a:pt x="9506" y="849"/>
                  </a:cubicBezTo>
                  <a:cubicBezTo>
                    <a:pt x="9378" y="561"/>
                    <a:pt x="9282" y="337"/>
                    <a:pt x="9186" y="49"/>
                  </a:cubicBezTo>
                  <a:cubicBezTo>
                    <a:pt x="9122" y="29"/>
                    <a:pt x="9058" y="19"/>
                    <a:pt x="8993" y="19"/>
                  </a:cubicBezTo>
                  <a:cubicBezTo>
                    <a:pt x="8635" y="19"/>
                    <a:pt x="8273" y="317"/>
                    <a:pt x="8002" y="913"/>
                  </a:cubicBezTo>
                  <a:cubicBezTo>
                    <a:pt x="7554" y="1777"/>
                    <a:pt x="6946" y="2289"/>
                    <a:pt x="6274" y="2289"/>
                  </a:cubicBezTo>
                  <a:cubicBezTo>
                    <a:pt x="5602" y="2289"/>
                    <a:pt x="4994" y="1777"/>
                    <a:pt x="4546" y="913"/>
                  </a:cubicBezTo>
                  <a:cubicBezTo>
                    <a:pt x="4257" y="305"/>
                    <a:pt x="3897" y="1"/>
                    <a:pt x="35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2"/>
            <p:cNvSpPr/>
            <p:nvPr/>
          </p:nvSpPr>
          <p:spPr>
            <a:xfrm rot="2700000">
              <a:off x="1770737" y="1268464"/>
              <a:ext cx="176825" cy="80215"/>
            </a:xfrm>
            <a:custGeom>
              <a:avLst/>
              <a:gdLst/>
              <a:ahLst/>
              <a:cxnLst/>
              <a:rect l="l" t="t" r="r" b="b"/>
              <a:pathLst>
                <a:path w="8963" h="4066" extrusionOk="0">
                  <a:moveTo>
                    <a:pt x="8514" y="0"/>
                  </a:moveTo>
                  <a:cubicBezTo>
                    <a:pt x="8290" y="160"/>
                    <a:pt x="8130" y="384"/>
                    <a:pt x="8034" y="641"/>
                  </a:cubicBezTo>
                  <a:cubicBezTo>
                    <a:pt x="7586" y="1537"/>
                    <a:pt x="6978" y="2017"/>
                    <a:pt x="6306" y="2017"/>
                  </a:cubicBezTo>
                  <a:cubicBezTo>
                    <a:pt x="5634" y="2017"/>
                    <a:pt x="4994" y="1537"/>
                    <a:pt x="4578" y="641"/>
                  </a:cubicBezTo>
                  <a:cubicBezTo>
                    <a:pt x="4482" y="449"/>
                    <a:pt x="4321" y="256"/>
                    <a:pt x="4161" y="64"/>
                  </a:cubicBezTo>
                  <a:cubicBezTo>
                    <a:pt x="3681" y="128"/>
                    <a:pt x="3265" y="192"/>
                    <a:pt x="2785" y="224"/>
                  </a:cubicBezTo>
                  <a:cubicBezTo>
                    <a:pt x="2689" y="352"/>
                    <a:pt x="2593" y="481"/>
                    <a:pt x="2529" y="641"/>
                  </a:cubicBezTo>
                  <a:cubicBezTo>
                    <a:pt x="2081" y="1537"/>
                    <a:pt x="1473" y="2017"/>
                    <a:pt x="801" y="2017"/>
                  </a:cubicBezTo>
                  <a:cubicBezTo>
                    <a:pt x="545" y="1985"/>
                    <a:pt x="257" y="1921"/>
                    <a:pt x="33" y="1761"/>
                  </a:cubicBezTo>
                  <a:lnTo>
                    <a:pt x="33" y="1761"/>
                  </a:lnTo>
                  <a:cubicBezTo>
                    <a:pt x="33" y="2305"/>
                    <a:pt x="65" y="2817"/>
                    <a:pt x="1" y="3361"/>
                  </a:cubicBezTo>
                  <a:lnTo>
                    <a:pt x="1" y="3553"/>
                  </a:lnTo>
                  <a:cubicBezTo>
                    <a:pt x="193" y="3841"/>
                    <a:pt x="481" y="4033"/>
                    <a:pt x="801" y="4065"/>
                  </a:cubicBezTo>
                  <a:cubicBezTo>
                    <a:pt x="1153" y="4065"/>
                    <a:pt x="1537" y="3745"/>
                    <a:pt x="1825" y="3137"/>
                  </a:cubicBezTo>
                  <a:cubicBezTo>
                    <a:pt x="2273" y="2241"/>
                    <a:pt x="2881" y="1761"/>
                    <a:pt x="3553" y="1761"/>
                  </a:cubicBezTo>
                  <a:cubicBezTo>
                    <a:pt x="4225" y="1761"/>
                    <a:pt x="4834" y="2241"/>
                    <a:pt x="5282" y="3137"/>
                  </a:cubicBezTo>
                  <a:cubicBezTo>
                    <a:pt x="5570" y="3745"/>
                    <a:pt x="5930" y="4049"/>
                    <a:pt x="6294" y="4049"/>
                  </a:cubicBezTo>
                  <a:cubicBezTo>
                    <a:pt x="6658" y="4049"/>
                    <a:pt x="7026" y="3745"/>
                    <a:pt x="7330" y="3137"/>
                  </a:cubicBezTo>
                  <a:cubicBezTo>
                    <a:pt x="7714" y="2305"/>
                    <a:pt x="8322" y="1825"/>
                    <a:pt x="8962" y="1793"/>
                  </a:cubicBezTo>
                  <a:cubicBezTo>
                    <a:pt x="8770" y="1185"/>
                    <a:pt x="8610" y="609"/>
                    <a:pt x="85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42"/>
            <p:cNvSpPr/>
            <p:nvPr/>
          </p:nvSpPr>
          <p:spPr>
            <a:xfrm rot="2700000">
              <a:off x="1881581" y="1299606"/>
              <a:ext cx="49913" cy="27639"/>
            </a:xfrm>
            <a:custGeom>
              <a:avLst/>
              <a:gdLst/>
              <a:ahLst/>
              <a:cxnLst/>
              <a:rect l="l" t="t" r="r" b="b"/>
              <a:pathLst>
                <a:path w="2530" h="1401" extrusionOk="0">
                  <a:moveTo>
                    <a:pt x="2529" y="0"/>
                  </a:moveTo>
                  <a:lnTo>
                    <a:pt x="2529" y="0"/>
                  </a:lnTo>
                  <a:cubicBezTo>
                    <a:pt x="1665" y="64"/>
                    <a:pt x="833" y="128"/>
                    <a:pt x="1" y="192"/>
                  </a:cubicBezTo>
                  <a:cubicBezTo>
                    <a:pt x="65" y="288"/>
                    <a:pt x="129" y="384"/>
                    <a:pt x="193" y="512"/>
                  </a:cubicBezTo>
                  <a:cubicBezTo>
                    <a:pt x="481" y="1105"/>
                    <a:pt x="841" y="1401"/>
                    <a:pt x="1201" y="1401"/>
                  </a:cubicBezTo>
                  <a:cubicBezTo>
                    <a:pt x="1561" y="1401"/>
                    <a:pt x="1921" y="1105"/>
                    <a:pt x="2209" y="512"/>
                  </a:cubicBezTo>
                  <a:cubicBezTo>
                    <a:pt x="2305" y="320"/>
                    <a:pt x="2401" y="160"/>
                    <a:pt x="25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42"/>
            <p:cNvSpPr/>
            <p:nvPr/>
          </p:nvSpPr>
          <p:spPr>
            <a:xfrm rot="2700000">
              <a:off x="1686285" y="1349241"/>
              <a:ext cx="188819" cy="119317"/>
            </a:xfrm>
            <a:custGeom>
              <a:avLst/>
              <a:gdLst/>
              <a:ahLst/>
              <a:cxnLst/>
              <a:rect l="l" t="t" r="r" b="b"/>
              <a:pathLst>
                <a:path w="9571" h="6048" extrusionOk="0">
                  <a:moveTo>
                    <a:pt x="3073" y="0"/>
                  </a:moveTo>
                  <a:cubicBezTo>
                    <a:pt x="2705" y="0"/>
                    <a:pt x="2337" y="296"/>
                    <a:pt x="2049" y="889"/>
                  </a:cubicBezTo>
                  <a:cubicBezTo>
                    <a:pt x="1601" y="1785"/>
                    <a:pt x="993" y="2265"/>
                    <a:pt x="321" y="2265"/>
                  </a:cubicBezTo>
                  <a:cubicBezTo>
                    <a:pt x="193" y="2265"/>
                    <a:pt x="97" y="2233"/>
                    <a:pt x="1" y="2201"/>
                  </a:cubicBezTo>
                  <a:lnTo>
                    <a:pt x="1" y="2201"/>
                  </a:lnTo>
                  <a:cubicBezTo>
                    <a:pt x="225" y="3129"/>
                    <a:pt x="673" y="3961"/>
                    <a:pt x="1313" y="4665"/>
                  </a:cubicBezTo>
                  <a:cubicBezTo>
                    <a:pt x="2156" y="5569"/>
                    <a:pt x="3340" y="6047"/>
                    <a:pt x="4570" y="6047"/>
                  </a:cubicBezTo>
                  <a:cubicBezTo>
                    <a:pt x="4647" y="6047"/>
                    <a:pt x="4724" y="6045"/>
                    <a:pt x="4802" y="6042"/>
                  </a:cubicBezTo>
                  <a:cubicBezTo>
                    <a:pt x="4833" y="6042"/>
                    <a:pt x="4865" y="6043"/>
                    <a:pt x="4896" y="6043"/>
                  </a:cubicBezTo>
                  <a:cubicBezTo>
                    <a:pt x="6428" y="6043"/>
                    <a:pt x="7828" y="5280"/>
                    <a:pt x="8674" y="4025"/>
                  </a:cubicBezTo>
                  <a:cubicBezTo>
                    <a:pt x="9283" y="3097"/>
                    <a:pt x="9571" y="2009"/>
                    <a:pt x="9571" y="889"/>
                  </a:cubicBezTo>
                  <a:cubicBezTo>
                    <a:pt x="9283" y="296"/>
                    <a:pt x="8922" y="0"/>
                    <a:pt x="8558" y="0"/>
                  </a:cubicBezTo>
                  <a:cubicBezTo>
                    <a:pt x="8194" y="0"/>
                    <a:pt x="7826" y="296"/>
                    <a:pt x="7522" y="889"/>
                  </a:cubicBezTo>
                  <a:cubicBezTo>
                    <a:pt x="7106" y="1785"/>
                    <a:pt x="6498" y="2265"/>
                    <a:pt x="5826" y="2265"/>
                  </a:cubicBezTo>
                  <a:cubicBezTo>
                    <a:pt x="5122" y="2265"/>
                    <a:pt x="4514" y="1785"/>
                    <a:pt x="4098" y="889"/>
                  </a:cubicBezTo>
                  <a:cubicBezTo>
                    <a:pt x="3809" y="296"/>
                    <a:pt x="3441" y="0"/>
                    <a:pt x="30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42"/>
            <p:cNvSpPr/>
            <p:nvPr/>
          </p:nvSpPr>
          <p:spPr>
            <a:xfrm rot="2700000">
              <a:off x="2009291" y="995634"/>
              <a:ext cx="272783" cy="84950"/>
            </a:xfrm>
            <a:custGeom>
              <a:avLst/>
              <a:gdLst/>
              <a:ahLst/>
              <a:cxnLst/>
              <a:rect l="l" t="t" r="r" b="b"/>
              <a:pathLst>
                <a:path w="13827" h="4306" extrusionOk="0">
                  <a:moveTo>
                    <a:pt x="5393" y="1"/>
                  </a:moveTo>
                  <a:cubicBezTo>
                    <a:pt x="5033" y="1"/>
                    <a:pt x="4673" y="305"/>
                    <a:pt x="4385" y="913"/>
                  </a:cubicBezTo>
                  <a:cubicBezTo>
                    <a:pt x="3937" y="1777"/>
                    <a:pt x="3329" y="2257"/>
                    <a:pt x="2657" y="2257"/>
                  </a:cubicBezTo>
                  <a:cubicBezTo>
                    <a:pt x="1985" y="2257"/>
                    <a:pt x="1345" y="1777"/>
                    <a:pt x="928" y="913"/>
                  </a:cubicBezTo>
                  <a:cubicBezTo>
                    <a:pt x="800" y="593"/>
                    <a:pt x="576" y="337"/>
                    <a:pt x="320" y="145"/>
                  </a:cubicBezTo>
                  <a:cubicBezTo>
                    <a:pt x="192" y="753"/>
                    <a:pt x="64" y="1361"/>
                    <a:pt x="0" y="2033"/>
                  </a:cubicBezTo>
                  <a:cubicBezTo>
                    <a:pt x="640" y="2065"/>
                    <a:pt x="1217" y="2513"/>
                    <a:pt x="1633" y="3377"/>
                  </a:cubicBezTo>
                  <a:cubicBezTo>
                    <a:pt x="1921" y="3985"/>
                    <a:pt x="2305" y="4306"/>
                    <a:pt x="2657" y="4306"/>
                  </a:cubicBezTo>
                  <a:cubicBezTo>
                    <a:pt x="3009" y="4306"/>
                    <a:pt x="3393" y="3985"/>
                    <a:pt x="3681" y="3377"/>
                  </a:cubicBezTo>
                  <a:cubicBezTo>
                    <a:pt x="4097" y="2481"/>
                    <a:pt x="4705" y="2001"/>
                    <a:pt x="5409" y="2001"/>
                  </a:cubicBezTo>
                  <a:cubicBezTo>
                    <a:pt x="6081" y="2001"/>
                    <a:pt x="6690" y="2481"/>
                    <a:pt x="7106" y="3377"/>
                  </a:cubicBezTo>
                  <a:cubicBezTo>
                    <a:pt x="7410" y="3985"/>
                    <a:pt x="7778" y="4290"/>
                    <a:pt x="8142" y="4290"/>
                  </a:cubicBezTo>
                  <a:cubicBezTo>
                    <a:pt x="8506" y="4290"/>
                    <a:pt x="8866" y="3985"/>
                    <a:pt x="9154" y="3377"/>
                  </a:cubicBezTo>
                  <a:cubicBezTo>
                    <a:pt x="9602" y="2481"/>
                    <a:pt x="10210" y="2001"/>
                    <a:pt x="10882" y="2001"/>
                  </a:cubicBezTo>
                  <a:cubicBezTo>
                    <a:pt x="11555" y="2001"/>
                    <a:pt x="12163" y="2481"/>
                    <a:pt x="12611" y="3377"/>
                  </a:cubicBezTo>
                  <a:cubicBezTo>
                    <a:pt x="12891" y="3965"/>
                    <a:pt x="13244" y="4260"/>
                    <a:pt x="13607" y="4260"/>
                  </a:cubicBezTo>
                  <a:cubicBezTo>
                    <a:pt x="13659" y="4260"/>
                    <a:pt x="13711" y="4254"/>
                    <a:pt x="13763" y="4241"/>
                  </a:cubicBezTo>
                  <a:cubicBezTo>
                    <a:pt x="13827" y="3569"/>
                    <a:pt x="13827" y="2897"/>
                    <a:pt x="13827" y="2225"/>
                  </a:cubicBezTo>
                  <a:lnTo>
                    <a:pt x="13827" y="2225"/>
                  </a:lnTo>
                  <a:cubicBezTo>
                    <a:pt x="13763" y="2257"/>
                    <a:pt x="13699" y="2257"/>
                    <a:pt x="13635" y="2257"/>
                  </a:cubicBezTo>
                  <a:cubicBezTo>
                    <a:pt x="12931" y="2257"/>
                    <a:pt x="12323" y="1777"/>
                    <a:pt x="11907" y="913"/>
                  </a:cubicBezTo>
                  <a:cubicBezTo>
                    <a:pt x="11619" y="305"/>
                    <a:pt x="11250" y="1"/>
                    <a:pt x="10882" y="1"/>
                  </a:cubicBezTo>
                  <a:cubicBezTo>
                    <a:pt x="10514" y="1"/>
                    <a:pt x="10146" y="305"/>
                    <a:pt x="9858" y="913"/>
                  </a:cubicBezTo>
                  <a:cubicBezTo>
                    <a:pt x="9442" y="1777"/>
                    <a:pt x="8802" y="2257"/>
                    <a:pt x="8130" y="2257"/>
                  </a:cubicBezTo>
                  <a:cubicBezTo>
                    <a:pt x="7458" y="2257"/>
                    <a:pt x="6850" y="1777"/>
                    <a:pt x="6402" y="913"/>
                  </a:cubicBezTo>
                  <a:cubicBezTo>
                    <a:pt x="6113" y="305"/>
                    <a:pt x="5753" y="1"/>
                    <a:pt x="53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42"/>
            <p:cNvSpPr/>
            <p:nvPr/>
          </p:nvSpPr>
          <p:spPr>
            <a:xfrm rot="2700000">
              <a:off x="1902015" y="1106766"/>
              <a:ext cx="243112" cy="68516"/>
            </a:xfrm>
            <a:custGeom>
              <a:avLst/>
              <a:gdLst/>
              <a:ahLst/>
              <a:cxnLst/>
              <a:rect l="l" t="t" r="r" b="b"/>
              <a:pathLst>
                <a:path w="12323" h="3473" extrusionOk="0">
                  <a:moveTo>
                    <a:pt x="5345" y="0"/>
                  </a:moveTo>
                  <a:cubicBezTo>
                    <a:pt x="4977" y="0"/>
                    <a:pt x="4609" y="304"/>
                    <a:pt x="4321" y="912"/>
                  </a:cubicBezTo>
                  <a:cubicBezTo>
                    <a:pt x="3873" y="1777"/>
                    <a:pt x="3265" y="2289"/>
                    <a:pt x="2593" y="2289"/>
                  </a:cubicBezTo>
                  <a:cubicBezTo>
                    <a:pt x="1921" y="2289"/>
                    <a:pt x="1313" y="1777"/>
                    <a:pt x="864" y="912"/>
                  </a:cubicBezTo>
                  <a:cubicBezTo>
                    <a:pt x="736" y="496"/>
                    <a:pt x="416" y="208"/>
                    <a:pt x="0" y="48"/>
                  </a:cubicBezTo>
                  <a:lnTo>
                    <a:pt x="0" y="48"/>
                  </a:lnTo>
                  <a:cubicBezTo>
                    <a:pt x="0" y="176"/>
                    <a:pt x="32" y="336"/>
                    <a:pt x="64" y="464"/>
                  </a:cubicBezTo>
                  <a:cubicBezTo>
                    <a:pt x="224" y="1521"/>
                    <a:pt x="416" y="2513"/>
                    <a:pt x="608" y="3473"/>
                  </a:cubicBezTo>
                  <a:cubicBezTo>
                    <a:pt x="4321" y="2993"/>
                    <a:pt x="8130" y="2641"/>
                    <a:pt x="12003" y="2449"/>
                  </a:cubicBezTo>
                  <a:cubicBezTo>
                    <a:pt x="12067" y="2321"/>
                    <a:pt x="12099" y="2225"/>
                    <a:pt x="12163" y="2097"/>
                  </a:cubicBezTo>
                  <a:cubicBezTo>
                    <a:pt x="12227" y="1937"/>
                    <a:pt x="12259" y="1777"/>
                    <a:pt x="12323" y="1617"/>
                  </a:cubicBezTo>
                  <a:cubicBezTo>
                    <a:pt x="12131" y="1425"/>
                    <a:pt x="11971" y="1168"/>
                    <a:pt x="11843" y="912"/>
                  </a:cubicBezTo>
                  <a:cubicBezTo>
                    <a:pt x="11555" y="304"/>
                    <a:pt x="11194" y="0"/>
                    <a:pt x="10830" y="0"/>
                  </a:cubicBezTo>
                  <a:cubicBezTo>
                    <a:pt x="10466" y="0"/>
                    <a:pt x="10098" y="304"/>
                    <a:pt x="9794" y="912"/>
                  </a:cubicBezTo>
                  <a:cubicBezTo>
                    <a:pt x="9378" y="1777"/>
                    <a:pt x="8770" y="2289"/>
                    <a:pt x="8098" y="2289"/>
                  </a:cubicBezTo>
                  <a:cubicBezTo>
                    <a:pt x="7394" y="2289"/>
                    <a:pt x="6786" y="1777"/>
                    <a:pt x="6370" y="912"/>
                  </a:cubicBezTo>
                  <a:cubicBezTo>
                    <a:pt x="6081" y="304"/>
                    <a:pt x="5713" y="0"/>
                    <a:pt x="53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42"/>
            <p:cNvSpPr/>
            <p:nvPr/>
          </p:nvSpPr>
          <p:spPr>
            <a:xfrm rot="2700000">
              <a:off x="2111314" y="922052"/>
              <a:ext cx="238061" cy="85108"/>
            </a:xfrm>
            <a:custGeom>
              <a:avLst/>
              <a:gdLst/>
              <a:ahLst/>
              <a:cxnLst/>
              <a:rect l="l" t="t" r="r" b="b"/>
              <a:pathLst>
                <a:path w="12067" h="4314" extrusionOk="0">
                  <a:moveTo>
                    <a:pt x="4113" y="1"/>
                  </a:moveTo>
                  <a:cubicBezTo>
                    <a:pt x="3753" y="1"/>
                    <a:pt x="3393" y="297"/>
                    <a:pt x="3105" y="889"/>
                  </a:cubicBezTo>
                  <a:cubicBezTo>
                    <a:pt x="2657" y="1785"/>
                    <a:pt x="2049" y="2265"/>
                    <a:pt x="1377" y="2265"/>
                  </a:cubicBezTo>
                  <a:cubicBezTo>
                    <a:pt x="1025" y="2265"/>
                    <a:pt x="705" y="2137"/>
                    <a:pt x="417" y="1913"/>
                  </a:cubicBezTo>
                  <a:cubicBezTo>
                    <a:pt x="289" y="2201"/>
                    <a:pt x="129" y="2489"/>
                    <a:pt x="1" y="2809"/>
                  </a:cubicBezTo>
                  <a:cubicBezTo>
                    <a:pt x="129" y="2969"/>
                    <a:pt x="257" y="3161"/>
                    <a:pt x="353" y="3385"/>
                  </a:cubicBezTo>
                  <a:cubicBezTo>
                    <a:pt x="641" y="3961"/>
                    <a:pt x="1025" y="4313"/>
                    <a:pt x="1377" y="4313"/>
                  </a:cubicBezTo>
                  <a:cubicBezTo>
                    <a:pt x="1729" y="4313"/>
                    <a:pt x="2113" y="3961"/>
                    <a:pt x="2401" y="3385"/>
                  </a:cubicBezTo>
                  <a:cubicBezTo>
                    <a:pt x="2817" y="2489"/>
                    <a:pt x="3425" y="2009"/>
                    <a:pt x="4129" y="2009"/>
                  </a:cubicBezTo>
                  <a:cubicBezTo>
                    <a:pt x="4801" y="2009"/>
                    <a:pt x="5410" y="2489"/>
                    <a:pt x="5858" y="3385"/>
                  </a:cubicBezTo>
                  <a:cubicBezTo>
                    <a:pt x="6146" y="3977"/>
                    <a:pt x="6506" y="4273"/>
                    <a:pt x="6866" y="4273"/>
                  </a:cubicBezTo>
                  <a:cubicBezTo>
                    <a:pt x="7226" y="4273"/>
                    <a:pt x="7586" y="3977"/>
                    <a:pt x="7874" y="3385"/>
                  </a:cubicBezTo>
                  <a:cubicBezTo>
                    <a:pt x="8322" y="2489"/>
                    <a:pt x="8930" y="2009"/>
                    <a:pt x="9602" y="2009"/>
                  </a:cubicBezTo>
                  <a:cubicBezTo>
                    <a:pt x="10275" y="2009"/>
                    <a:pt x="10883" y="2489"/>
                    <a:pt x="11331" y="3385"/>
                  </a:cubicBezTo>
                  <a:cubicBezTo>
                    <a:pt x="11459" y="3737"/>
                    <a:pt x="11747" y="4025"/>
                    <a:pt x="12067" y="4217"/>
                  </a:cubicBezTo>
                  <a:cubicBezTo>
                    <a:pt x="11907" y="3417"/>
                    <a:pt x="11683" y="2649"/>
                    <a:pt x="11395" y="1913"/>
                  </a:cubicBezTo>
                  <a:cubicBezTo>
                    <a:pt x="11075" y="1625"/>
                    <a:pt x="10819" y="1273"/>
                    <a:pt x="10627" y="889"/>
                  </a:cubicBezTo>
                  <a:cubicBezTo>
                    <a:pt x="10339" y="297"/>
                    <a:pt x="9970" y="1"/>
                    <a:pt x="9602" y="1"/>
                  </a:cubicBezTo>
                  <a:cubicBezTo>
                    <a:pt x="9234" y="1"/>
                    <a:pt x="8866" y="297"/>
                    <a:pt x="8578" y="889"/>
                  </a:cubicBezTo>
                  <a:cubicBezTo>
                    <a:pt x="8162" y="1785"/>
                    <a:pt x="7522" y="2265"/>
                    <a:pt x="6850" y="2265"/>
                  </a:cubicBezTo>
                  <a:cubicBezTo>
                    <a:pt x="6178" y="2265"/>
                    <a:pt x="5570" y="1785"/>
                    <a:pt x="5122" y="889"/>
                  </a:cubicBezTo>
                  <a:cubicBezTo>
                    <a:pt x="4833" y="297"/>
                    <a:pt x="4473" y="1"/>
                    <a:pt x="41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42"/>
            <p:cNvSpPr/>
            <p:nvPr/>
          </p:nvSpPr>
          <p:spPr>
            <a:xfrm rot="2700000">
              <a:off x="1966963" y="1032472"/>
              <a:ext cx="274046" cy="85739"/>
            </a:xfrm>
            <a:custGeom>
              <a:avLst/>
              <a:gdLst/>
              <a:ahLst/>
              <a:cxnLst/>
              <a:rect l="l" t="t" r="r" b="b"/>
              <a:pathLst>
                <a:path w="13891" h="4346" extrusionOk="0">
                  <a:moveTo>
                    <a:pt x="5585" y="0"/>
                  </a:moveTo>
                  <a:cubicBezTo>
                    <a:pt x="5225" y="0"/>
                    <a:pt x="4865" y="296"/>
                    <a:pt x="4577" y="888"/>
                  </a:cubicBezTo>
                  <a:cubicBezTo>
                    <a:pt x="4129" y="1785"/>
                    <a:pt x="3521" y="2265"/>
                    <a:pt x="2849" y="2265"/>
                  </a:cubicBezTo>
                  <a:cubicBezTo>
                    <a:pt x="2177" y="2265"/>
                    <a:pt x="1537" y="1785"/>
                    <a:pt x="1120" y="888"/>
                  </a:cubicBezTo>
                  <a:cubicBezTo>
                    <a:pt x="832" y="312"/>
                    <a:pt x="480" y="24"/>
                    <a:pt x="96" y="24"/>
                  </a:cubicBezTo>
                  <a:cubicBezTo>
                    <a:pt x="32" y="696"/>
                    <a:pt x="0" y="1368"/>
                    <a:pt x="0" y="2041"/>
                  </a:cubicBezTo>
                  <a:lnTo>
                    <a:pt x="96" y="2041"/>
                  </a:lnTo>
                  <a:cubicBezTo>
                    <a:pt x="800" y="2041"/>
                    <a:pt x="1409" y="2521"/>
                    <a:pt x="1825" y="3417"/>
                  </a:cubicBezTo>
                  <a:cubicBezTo>
                    <a:pt x="2113" y="3993"/>
                    <a:pt x="2497" y="4345"/>
                    <a:pt x="2849" y="4345"/>
                  </a:cubicBezTo>
                  <a:cubicBezTo>
                    <a:pt x="3201" y="4345"/>
                    <a:pt x="3585" y="3993"/>
                    <a:pt x="3873" y="3417"/>
                  </a:cubicBezTo>
                  <a:cubicBezTo>
                    <a:pt x="4289" y="2521"/>
                    <a:pt x="4897" y="2041"/>
                    <a:pt x="5601" y="2041"/>
                  </a:cubicBezTo>
                  <a:cubicBezTo>
                    <a:pt x="6273" y="2041"/>
                    <a:pt x="6882" y="2521"/>
                    <a:pt x="7330" y="3417"/>
                  </a:cubicBezTo>
                  <a:cubicBezTo>
                    <a:pt x="7618" y="4009"/>
                    <a:pt x="7978" y="4305"/>
                    <a:pt x="8338" y="4305"/>
                  </a:cubicBezTo>
                  <a:cubicBezTo>
                    <a:pt x="8698" y="4305"/>
                    <a:pt x="9058" y="4009"/>
                    <a:pt x="9346" y="3417"/>
                  </a:cubicBezTo>
                  <a:cubicBezTo>
                    <a:pt x="9794" y="2521"/>
                    <a:pt x="10402" y="2041"/>
                    <a:pt x="11074" y="2041"/>
                  </a:cubicBezTo>
                  <a:cubicBezTo>
                    <a:pt x="11747" y="2041"/>
                    <a:pt x="12355" y="2521"/>
                    <a:pt x="12803" y="3417"/>
                  </a:cubicBezTo>
                  <a:cubicBezTo>
                    <a:pt x="12931" y="3769"/>
                    <a:pt x="13219" y="4057"/>
                    <a:pt x="13539" y="4249"/>
                  </a:cubicBezTo>
                  <a:cubicBezTo>
                    <a:pt x="13699" y="3577"/>
                    <a:pt x="13795" y="2937"/>
                    <a:pt x="13891" y="2265"/>
                  </a:cubicBezTo>
                  <a:lnTo>
                    <a:pt x="13827" y="2265"/>
                  </a:lnTo>
                  <a:cubicBezTo>
                    <a:pt x="13155" y="2265"/>
                    <a:pt x="12515" y="1785"/>
                    <a:pt x="12099" y="888"/>
                  </a:cubicBezTo>
                  <a:cubicBezTo>
                    <a:pt x="11811" y="296"/>
                    <a:pt x="11442" y="0"/>
                    <a:pt x="11074" y="0"/>
                  </a:cubicBezTo>
                  <a:cubicBezTo>
                    <a:pt x="10706" y="0"/>
                    <a:pt x="10338" y="296"/>
                    <a:pt x="10050" y="888"/>
                  </a:cubicBezTo>
                  <a:cubicBezTo>
                    <a:pt x="9634" y="1785"/>
                    <a:pt x="8994" y="2265"/>
                    <a:pt x="8322" y="2265"/>
                  </a:cubicBezTo>
                  <a:cubicBezTo>
                    <a:pt x="7650" y="2265"/>
                    <a:pt x="7042" y="1785"/>
                    <a:pt x="6594" y="888"/>
                  </a:cubicBezTo>
                  <a:cubicBezTo>
                    <a:pt x="6305" y="296"/>
                    <a:pt x="5945" y="0"/>
                    <a:pt x="55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42"/>
            <p:cNvSpPr/>
            <p:nvPr/>
          </p:nvSpPr>
          <p:spPr>
            <a:xfrm rot="2700000">
              <a:off x="2172411" y="868228"/>
              <a:ext cx="182506" cy="92190"/>
            </a:xfrm>
            <a:custGeom>
              <a:avLst/>
              <a:gdLst/>
              <a:ahLst/>
              <a:cxnLst/>
              <a:rect l="l" t="t" r="r" b="b"/>
              <a:pathLst>
                <a:path w="9251" h="4673" extrusionOk="0">
                  <a:moveTo>
                    <a:pt x="5730" y="0"/>
                  </a:moveTo>
                  <a:cubicBezTo>
                    <a:pt x="4258" y="0"/>
                    <a:pt x="2689" y="896"/>
                    <a:pt x="1313" y="2497"/>
                  </a:cubicBezTo>
                  <a:cubicBezTo>
                    <a:pt x="833" y="3073"/>
                    <a:pt x="385" y="3713"/>
                    <a:pt x="1" y="4385"/>
                  </a:cubicBezTo>
                  <a:cubicBezTo>
                    <a:pt x="161" y="4545"/>
                    <a:pt x="353" y="4641"/>
                    <a:pt x="577" y="4673"/>
                  </a:cubicBezTo>
                  <a:lnTo>
                    <a:pt x="577" y="4641"/>
                  </a:lnTo>
                  <a:cubicBezTo>
                    <a:pt x="929" y="4641"/>
                    <a:pt x="1313" y="4321"/>
                    <a:pt x="1601" y="3713"/>
                  </a:cubicBezTo>
                  <a:cubicBezTo>
                    <a:pt x="2017" y="2849"/>
                    <a:pt x="2625" y="2337"/>
                    <a:pt x="3329" y="2337"/>
                  </a:cubicBezTo>
                  <a:cubicBezTo>
                    <a:pt x="4001" y="2337"/>
                    <a:pt x="4610" y="2849"/>
                    <a:pt x="5058" y="3713"/>
                  </a:cubicBezTo>
                  <a:cubicBezTo>
                    <a:pt x="5346" y="4321"/>
                    <a:pt x="5706" y="4625"/>
                    <a:pt x="6066" y="4625"/>
                  </a:cubicBezTo>
                  <a:cubicBezTo>
                    <a:pt x="6426" y="4625"/>
                    <a:pt x="6786" y="4321"/>
                    <a:pt x="7074" y="3713"/>
                  </a:cubicBezTo>
                  <a:cubicBezTo>
                    <a:pt x="7522" y="2849"/>
                    <a:pt x="8130" y="2337"/>
                    <a:pt x="8802" y="2337"/>
                  </a:cubicBezTo>
                  <a:cubicBezTo>
                    <a:pt x="8962" y="2337"/>
                    <a:pt x="9090" y="2369"/>
                    <a:pt x="9250" y="2433"/>
                  </a:cubicBezTo>
                  <a:cubicBezTo>
                    <a:pt x="8226" y="960"/>
                    <a:pt x="7074" y="64"/>
                    <a:pt x="59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42"/>
            <p:cNvSpPr/>
            <p:nvPr/>
          </p:nvSpPr>
          <p:spPr>
            <a:xfrm rot="2700000">
              <a:off x="1929475" y="1068946"/>
              <a:ext cx="263313" cy="85108"/>
            </a:xfrm>
            <a:custGeom>
              <a:avLst/>
              <a:gdLst/>
              <a:ahLst/>
              <a:cxnLst/>
              <a:rect l="l" t="t" r="r" b="b"/>
              <a:pathLst>
                <a:path w="13347" h="4314" extrusionOk="0">
                  <a:moveTo>
                    <a:pt x="5569" y="1"/>
                  </a:moveTo>
                  <a:cubicBezTo>
                    <a:pt x="5201" y="1"/>
                    <a:pt x="4833" y="297"/>
                    <a:pt x="4545" y="889"/>
                  </a:cubicBezTo>
                  <a:cubicBezTo>
                    <a:pt x="4097" y="1785"/>
                    <a:pt x="3489" y="2265"/>
                    <a:pt x="2817" y="2265"/>
                  </a:cubicBezTo>
                  <a:cubicBezTo>
                    <a:pt x="2145" y="2265"/>
                    <a:pt x="1537" y="1785"/>
                    <a:pt x="1088" y="889"/>
                  </a:cubicBezTo>
                  <a:cubicBezTo>
                    <a:pt x="798" y="307"/>
                    <a:pt x="454" y="16"/>
                    <a:pt x="105" y="16"/>
                  </a:cubicBezTo>
                  <a:cubicBezTo>
                    <a:pt x="70" y="16"/>
                    <a:pt x="35" y="19"/>
                    <a:pt x="0" y="25"/>
                  </a:cubicBezTo>
                  <a:cubicBezTo>
                    <a:pt x="32" y="665"/>
                    <a:pt x="64" y="1337"/>
                    <a:pt x="128" y="2009"/>
                  </a:cubicBezTo>
                  <a:cubicBezTo>
                    <a:pt x="800" y="2041"/>
                    <a:pt x="1377" y="2521"/>
                    <a:pt x="1793" y="3385"/>
                  </a:cubicBezTo>
                  <a:cubicBezTo>
                    <a:pt x="2081" y="3961"/>
                    <a:pt x="2465" y="4314"/>
                    <a:pt x="2817" y="4314"/>
                  </a:cubicBezTo>
                  <a:cubicBezTo>
                    <a:pt x="3169" y="4314"/>
                    <a:pt x="3553" y="3961"/>
                    <a:pt x="3841" y="3385"/>
                  </a:cubicBezTo>
                  <a:cubicBezTo>
                    <a:pt x="4289" y="2489"/>
                    <a:pt x="4865" y="2041"/>
                    <a:pt x="5569" y="2041"/>
                  </a:cubicBezTo>
                  <a:cubicBezTo>
                    <a:pt x="6241" y="2041"/>
                    <a:pt x="6850" y="2521"/>
                    <a:pt x="7298" y="3385"/>
                  </a:cubicBezTo>
                  <a:cubicBezTo>
                    <a:pt x="7586" y="3993"/>
                    <a:pt x="7946" y="4298"/>
                    <a:pt x="8306" y="4298"/>
                  </a:cubicBezTo>
                  <a:cubicBezTo>
                    <a:pt x="8666" y="4298"/>
                    <a:pt x="9026" y="3993"/>
                    <a:pt x="9314" y="3385"/>
                  </a:cubicBezTo>
                  <a:cubicBezTo>
                    <a:pt x="9762" y="2521"/>
                    <a:pt x="10370" y="2041"/>
                    <a:pt x="11042" y="2041"/>
                  </a:cubicBezTo>
                  <a:cubicBezTo>
                    <a:pt x="11747" y="2041"/>
                    <a:pt x="12355" y="2521"/>
                    <a:pt x="12771" y="3385"/>
                  </a:cubicBezTo>
                  <a:cubicBezTo>
                    <a:pt x="12803" y="3449"/>
                    <a:pt x="12835" y="3513"/>
                    <a:pt x="12899" y="3577"/>
                  </a:cubicBezTo>
                  <a:cubicBezTo>
                    <a:pt x="13059" y="3097"/>
                    <a:pt x="13219" y="2649"/>
                    <a:pt x="13347" y="2201"/>
                  </a:cubicBezTo>
                  <a:cubicBezTo>
                    <a:pt x="12771" y="1945"/>
                    <a:pt x="12323" y="1465"/>
                    <a:pt x="12067" y="889"/>
                  </a:cubicBezTo>
                  <a:cubicBezTo>
                    <a:pt x="11779" y="297"/>
                    <a:pt x="11418" y="1"/>
                    <a:pt x="11054" y="1"/>
                  </a:cubicBezTo>
                  <a:cubicBezTo>
                    <a:pt x="10690" y="1"/>
                    <a:pt x="10322" y="297"/>
                    <a:pt x="10018" y="889"/>
                  </a:cubicBezTo>
                  <a:cubicBezTo>
                    <a:pt x="9602" y="1785"/>
                    <a:pt x="8994" y="2265"/>
                    <a:pt x="8322" y="2265"/>
                  </a:cubicBezTo>
                  <a:cubicBezTo>
                    <a:pt x="7618" y="2265"/>
                    <a:pt x="7010" y="1785"/>
                    <a:pt x="6594" y="889"/>
                  </a:cubicBezTo>
                  <a:cubicBezTo>
                    <a:pt x="6305" y="297"/>
                    <a:pt x="5937" y="1"/>
                    <a:pt x="55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42"/>
            <p:cNvSpPr/>
            <p:nvPr/>
          </p:nvSpPr>
          <p:spPr>
            <a:xfrm rot="2700000">
              <a:off x="2058504" y="958939"/>
              <a:ext cx="261419" cy="85562"/>
            </a:xfrm>
            <a:custGeom>
              <a:avLst/>
              <a:gdLst/>
              <a:ahLst/>
              <a:cxnLst/>
              <a:rect l="l" t="t" r="r" b="b"/>
              <a:pathLst>
                <a:path w="13251" h="4337" extrusionOk="0">
                  <a:moveTo>
                    <a:pt x="4849" y="0"/>
                  </a:moveTo>
                  <a:cubicBezTo>
                    <a:pt x="4489" y="0"/>
                    <a:pt x="4129" y="304"/>
                    <a:pt x="3841" y="912"/>
                  </a:cubicBezTo>
                  <a:cubicBezTo>
                    <a:pt x="3393" y="1777"/>
                    <a:pt x="2785" y="2289"/>
                    <a:pt x="2113" y="2289"/>
                  </a:cubicBezTo>
                  <a:cubicBezTo>
                    <a:pt x="1441" y="2289"/>
                    <a:pt x="801" y="1777"/>
                    <a:pt x="384" y="912"/>
                  </a:cubicBezTo>
                  <a:cubicBezTo>
                    <a:pt x="224" y="1360"/>
                    <a:pt x="128" y="1777"/>
                    <a:pt x="0" y="2225"/>
                  </a:cubicBezTo>
                  <a:cubicBezTo>
                    <a:pt x="481" y="2481"/>
                    <a:pt x="865" y="2897"/>
                    <a:pt x="1089" y="3409"/>
                  </a:cubicBezTo>
                  <a:cubicBezTo>
                    <a:pt x="1377" y="4017"/>
                    <a:pt x="1761" y="4337"/>
                    <a:pt x="2113" y="4337"/>
                  </a:cubicBezTo>
                  <a:cubicBezTo>
                    <a:pt x="2465" y="4337"/>
                    <a:pt x="2817" y="4017"/>
                    <a:pt x="3105" y="3409"/>
                  </a:cubicBezTo>
                  <a:cubicBezTo>
                    <a:pt x="3553" y="2513"/>
                    <a:pt x="4161" y="2033"/>
                    <a:pt x="4833" y="2033"/>
                  </a:cubicBezTo>
                  <a:cubicBezTo>
                    <a:pt x="5537" y="2033"/>
                    <a:pt x="6146" y="2513"/>
                    <a:pt x="6562" y="3409"/>
                  </a:cubicBezTo>
                  <a:cubicBezTo>
                    <a:pt x="6850" y="4017"/>
                    <a:pt x="7218" y="4321"/>
                    <a:pt x="7586" y="4321"/>
                  </a:cubicBezTo>
                  <a:cubicBezTo>
                    <a:pt x="7954" y="4321"/>
                    <a:pt x="8322" y="4017"/>
                    <a:pt x="8610" y="3409"/>
                  </a:cubicBezTo>
                  <a:cubicBezTo>
                    <a:pt x="9058" y="2513"/>
                    <a:pt x="9666" y="2033"/>
                    <a:pt x="10338" y="2033"/>
                  </a:cubicBezTo>
                  <a:cubicBezTo>
                    <a:pt x="11011" y="2033"/>
                    <a:pt x="11619" y="2513"/>
                    <a:pt x="12067" y="3409"/>
                  </a:cubicBezTo>
                  <a:cubicBezTo>
                    <a:pt x="12344" y="4019"/>
                    <a:pt x="12717" y="4292"/>
                    <a:pt x="13082" y="4292"/>
                  </a:cubicBezTo>
                  <a:cubicBezTo>
                    <a:pt x="13139" y="4292"/>
                    <a:pt x="13195" y="4286"/>
                    <a:pt x="13251" y="4273"/>
                  </a:cubicBezTo>
                  <a:cubicBezTo>
                    <a:pt x="13219" y="3601"/>
                    <a:pt x="13123" y="2929"/>
                    <a:pt x="12995" y="2257"/>
                  </a:cubicBezTo>
                  <a:cubicBezTo>
                    <a:pt x="12355" y="2225"/>
                    <a:pt x="11779" y="1745"/>
                    <a:pt x="11363" y="912"/>
                  </a:cubicBezTo>
                  <a:cubicBezTo>
                    <a:pt x="11075" y="304"/>
                    <a:pt x="10706" y="0"/>
                    <a:pt x="10338" y="0"/>
                  </a:cubicBezTo>
                  <a:cubicBezTo>
                    <a:pt x="9970" y="0"/>
                    <a:pt x="9602" y="304"/>
                    <a:pt x="9314" y="912"/>
                  </a:cubicBezTo>
                  <a:cubicBezTo>
                    <a:pt x="8898" y="1777"/>
                    <a:pt x="8258" y="2289"/>
                    <a:pt x="7586" y="2289"/>
                  </a:cubicBezTo>
                  <a:cubicBezTo>
                    <a:pt x="6914" y="2289"/>
                    <a:pt x="6306" y="1777"/>
                    <a:pt x="5858" y="912"/>
                  </a:cubicBezTo>
                  <a:cubicBezTo>
                    <a:pt x="5569" y="304"/>
                    <a:pt x="5209" y="0"/>
                    <a:pt x="48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7" name="Google Shape;727;p42"/>
          <p:cNvGrpSpPr/>
          <p:nvPr/>
        </p:nvGrpSpPr>
        <p:grpSpPr>
          <a:xfrm>
            <a:off x="1655117" y="-58456"/>
            <a:ext cx="611999" cy="613535"/>
            <a:chOff x="2031202" y="946548"/>
            <a:chExt cx="883370" cy="885588"/>
          </a:xfrm>
        </p:grpSpPr>
        <p:sp>
          <p:nvSpPr>
            <p:cNvPr id="728" name="Google Shape;728;p42"/>
            <p:cNvSpPr/>
            <p:nvPr/>
          </p:nvSpPr>
          <p:spPr>
            <a:xfrm rot="2700000">
              <a:off x="2085631" y="1483725"/>
              <a:ext cx="306893" cy="281069"/>
            </a:xfrm>
            <a:custGeom>
              <a:avLst/>
              <a:gdLst/>
              <a:ahLst/>
              <a:cxnLst/>
              <a:rect l="l" t="t" r="r" b="b"/>
              <a:pathLst>
                <a:path w="15556" h="14247" extrusionOk="0">
                  <a:moveTo>
                    <a:pt x="2049" y="0"/>
                  </a:moveTo>
                  <a:cubicBezTo>
                    <a:pt x="1857" y="992"/>
                    <a:pt x="1537" y="1984"/>
                    <a:pt x="1153" y="2913"/>
                  </a:cubicBezTo>
                  <a:cubicBezTo>
                    <a:pt x="1" y="5921"/>
                    <a:pt x="225" y="8930"/>
                    <a:pt x="1761" y="11170"/>
                  </a:cubicBezTo>
                  <a:cubicBezTo>
                    <a:pt x="3073" y="13090"/>
                    <a:pt x="5282" y="14243"/>
                    <a:pt x="7618" y="14243"/>
                  </a:cubicBezTo>
                  <a:cubicBezTo>
                    <a:pt x="7695" y="14245"/>
                    <a:pt x="7771" y="14246"/>
                    <a:pt x="7848" y="14246"/>
                  </a:cubicBezTo>
                  <a:cubicBezTo>
                    <a:pt x="9752" y="14246"/>
                    <a:pt x="11607" y="13483"/>
                    <a:pt x="12899" y="12098"/>
                  </a:cubicBezTo>
                  <a:cubicBezTo>
                    <a:pt x="14692" y="10178"/>
                    <a:pt x="15556" y="7073"/>
                    <a:pt x="15300" y="3553"/>
                  </a:cubicBezTo>
                  <a:cubicBezTo>
                    <a:pt x="15236" y="2785"/>
                    <a:pt x="15236" y="2016"/>
                    <a:pt x="15268" y="1280"/>
                  </a:cubicBezTo>
                  <a:cubicBezTo>
                    <a:pt x="14852" y="1216"/>
                    <a:pt x="14403" y="1152"/>
                    <a:pt x="13955" y="1088"/>
                  </a:cubicBezTo>
                  <a:lnTo>
                    <a:pt x="13955" y="1088"/>
                  </a:lnTo>
                  <a:cubicBezTo>
                    <a:pt x="13923" y="1920"/>
                    <a:pt x="13955" y="2753"/>
                    <a:pt x="13987" y="3649"/>
                  </a:cubicBezTo>
                  <a:cubicBezTo>
                    <a:pt x="14211" y="6817"/>
                    <a:pt x="13443" y="9570"/>
                    <a:pt x="11939" y="11202"/>
                  </a:cubicBezTo>
                  <a:cubicBezTo>
                    <a:pt x="10870" y="12302"/>
                    <a:pt x="9393" y="12935"/>
                    <a:pt x="7842" y="12935"/>
                  </a:cubicBezTo>
                  <a:cubicBezTo>
                    <a:pt x="7767" y="12935"/>
                    <a:pt x="7693" y="12933"/>
                    <a:pt x="7618" y="12930"/>
                  </a:cubicBezTo>
                  <a:cubicBezTo>
                    <a:pt x="5698" y="12930"/>
                    <a:pt x="3938" y="12002"/>
                    <a:pt x="2849" y="10402"/>
                  </a:cubicBezTo>
                  <a:cubicBezTo>
                    <a:pt x="1569" y="8546"/>
                    <a:pt x="1409" y="5985"/>
                    <a:pt x="2401" y="3393"/>
                  </a:cubicBezTo>
                  <a:cubicBezTo>
                    <a:pt x="2817" y="2304"/>
                    <a:pt x="3169" y="1184"/>
                    <a:pt x="3393" y="64"/>
                  </a:cubicBezTo>
                  <a:cubicBezTo>
                    <a:pt x="2945" y="32"/>
                    <a:pt x="2497" y="0"/>
                    <a:pt x="20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42"/>
            <p:cNvSpPr/>
            <p:nvPr/>
          </p:nvSpPr>
          <p:spPr>
            <a:xfrm rot="2700000">
              <a:off x="2400169" y="1023259"/>
              <a:ext cx="409816" cy="465568"/>
            </a:xfrm>
            <a:custGeom>
              <a:avLst/>
              <a:gdLst/>
              <a:ahLst/>
              <a:cxnLst/>
              <a:rect l="l" t="t" r="r" b="b"/>
              <a:pathLst>
                <a:path w="20773" h="23599" extrusionOk="0">
                  <a:moveTo>
                    <a:pt x="9621" y="1"/>
                  </a:moveTo>
                  <a:cubicBezTo>
                    <a:pt x="9508" y="1"/>
                    <a:pt x="9395" y="4"/>
                    <a:pt x="9282" y="10"/>
                  </a:cubicBezTo>
                  <a:cubicBezTo>
                    <a:pt x="7202" y="138"/>
                    <a:pt x="5217" y="1579"/>
                    <a:pt x="3713" y="4075"/>
                  </a:cubicBezTo>
                  <a:cubicBezTo>
                    <a:pt x="1280" y="8108"/>
                    <a:pt x="0" y="15373"/>
                    <a:pt x="2721" y="22094"/>
                  </a:cubicBezTo>
                  <a:cubicBezTo>
                    <a:pt x="3201" y="22094"/>
                    <a:pt x="3681" y="22158"/>
                    <a:pt x="4161" y="22158"/>
                  </a:cubicBezTo>
                  <a:cubicBezTo>
                    <a:pt x="1345" y="15693"/>
                    <a:pt x="2529" y="8620"/>
                    <a:pt x="4833" y="4779"/>
                  </a:cubicBezTo>
                  <a:cubicBezTo>
                    <a:pt x="6113" y="2667"/>
                    <a:pt x="7714" y="1451"/>
                    <a:pt x="9346" y="1355"/>
                  </a:cubicBezTo>
                  <a:lnTo>
                    <a:pt x="9634" y="1355"/>
                  </a:lnTo>
                  <a:cubicBezTo>
                    <a:pt x="11458" y="1355"/>
                    <a:pt x="13315" y="2379"/>
                    <a:pt x="14915" y="4235"/>
                  </a:cubicBezTo>
                  <a:cubicBezTo>
                    <a:pt x="18116" y="7980"/>
                    <a:pt x="19428" y="14061"/>
                    <a:pt x="18404" y="20430"/>
                  </a:cubicBezTo>
                  <a:cubicBezTo>
                    <a:pt x="18244" y="21454"/>
                    <a:pt x="18052" y="22414"/>
                    <a:pt x="17860" y="23407"/>
                  </a:cubicBezTo>
                  <a:cubicBezTo>
                    <a:pt x="18308" y="23471"/>
                    <a:pt x="18756" y="23535"/>
                    <a:pt x="19172" y="23599"/>
                  </a:cubicBezTo>
                  <a:cubicBezTo>
                    <a:pt x="19364" y="22639"/>
                    <a:pt x="19556" y="21678"/>
                    <a:pt x="19716" y="20622"/>
                  </a:cubicBezTo>
                  <a:cubicBezTo>
                    <a:pt x="20772" y="13837"/>
                    <a:pt x="19364" y="7404"/>
                    <a:pt x="15907" y="3339"/>
                  </a:cubicBezTo>
                  <a:cubicBezTo>
                    <a:pt x="14051" y="1178"/>
                    <a:pt x="11817" y="1"/>
                    <a:pt x="96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2"/>
            <p:cNvSpPr/>
            <p:nvPr/>
          </p:nvSpPr>
          <p:spPr>
            <a:xfrm rot="2700000">
              <a:off x="2359722" y="1368708"/>
              <a:ext cx="243112" cy="68694"/>
            </a:xfrm>
            <a:custGeom>
              <a:avLst/>
              <a:gdLst/>
              <a:ahLst/>
              <a:cxnLst/>
              <a:rect l="l" t="t" r="r" b="b"/>
              <a:pathLst>
                <a:path w="12323" h="3482" extrusionOk="0">
                  <a:moveTo>
                    <a:pt x="1520" y="1"/>
                  </a:moveTo>
                  <a:cubicBezTo>
                    <a:pt x="1160" y="1"/>
                    <a:pt x="800" y="297"/>
                    <a:pt x="512" y="889"/>
                  </a:cubicBezTo>
                  <a:cubicBezTo>
                    <a:pt x="352" y="1145"/>
                    <a:pt x="192" y="1401"/>
                    <a:pt x="0" y="1625"/>
                  </a:cubicBezTo>
                  <a:cubicBezTo>
                    <a:pt x="64" y="1785"/>
                    <a:pt x="128" y="1945"/>
                    <a:pt x="192" y="2073"/>
                  </a:cubicBezTo>
                  <a:lnTo>
                    <a:pt x="352" y="2457"/>
                  </a:lnTo>
                  <a:cubicBezTo>
                    <a:pt x="4193" y="2617"/>
                    <a:pt x="8034" y="2970"/>
                    <a:pt x="11746" y="3482"/>
                  </a:cubicBezTo>
                  <a:cubicBezTo>
                    <a:pt x="11906" y="2489"/>
                    <a:pt x="12098" y="1497"/>
                    <a:pt x="12291" y="473"/>
                  </a:cubicBezTo>
                  <a:cubicBezTo>
                    <a:pt x="12291" y="313"/>
                    <a:pt x="12323" y="185"/>
                    <a:pt x="12323" y="57"/>
                  </a:cubicBezTo>
                  <a:lnTo>
                    <a:pt x="12323" y="57"/>
                  </a:lnTo>
                  <a:cubicBezTo>
                    <a:pt x="11938" y="185"/>
                    <a:pt x="11618" y="505"/>
                    <a:pt x="11490" y="889"/>
                  </a:cubicBezTo>
                  <a:cubicBezTo>
                    <a:pt x="11042" y="1785"/>
                    <a:pt x="10434" y="2265"/>
                    <a:pt x="9762" y="2265"/>
                  </a:cubicBezTo>
                  <a:cubicBezTo>
                    <a:pt x="9058" y="2265"/>
                    <a:pt x="8450" y="1785"/>
                    <a:pt x="8034" y="889"/>
                  </a:cubicBezTo>
                  <a:cubicBezTo>
                    <a:pt x="7746" y="297"/>
                    <a:pt x="7378" y="1"/>
                    <a:pt x="7010" y="1"/>
                  </a:cubicBezTo>
                  <a:cubicBezTo>
                    <a:pt x="6641" y="1"/>
                    <a:pt x="6273" y="297"/>
                    <a:pt x="5985" y="889"/>
                  </a:cubicBezTo>
                  <a:cubicBezTo>
                    <a:pt x="5537" y="1785"/>
                    <a:pt x="4929" y="2265"/>
                    <a:pt x="4257" y="2265"/>
                  </a:cubicBezTo>
                  <a:cubicBezTo>
                    <a:pt x="3585" y="2265"/>
                    <a:pt x="2977" y="1785"/>
                    <a:pt x="2529" y="889"/>
                  </a:cubicBezTo>
                  <a:cubicBezTo>
                    <a:pt x="2241" y="297"/>
                    <a:pt x="1881" y="1"/>
                    <a:pt x="15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2"/>
            <p:cNvSpPr/>
            <p:nvPr/>
          </p:nvSpPr>
          <p:spPr>
            <a:xfrm rot="2700000">
              <a:off x="2379251" y="1322599"/>
              <a:ext cx="263313" cy="85581"/>
            </a:xfrm>
            <a:custGeom>
              <a:avLst/>
              <a:gdLst/>
              <a:ahLst/>
              <a:cxnLst/>
              <a:rect l="l" t="t" r="r" b="b"/>
              <a:pathLst>
                <a:path w="13347" h="4338" extrusionOk="0">
                  <a:moveTo>
                    <a:pt x="7778" y="0"/>
                  </a:moveTo>
                  <a:cubicBezTo>
                    <a:pt x="7409" y="0"/>
                    <a:pt x="7041" y="305"/>
                    <a:pt x="6753" y="913"/>
                  </a:cubicBezTo>
                  <a:cubicBezTo>
                    <a:pt x="6337" y="1809"/>
                    <a:pt x="5729" y="2289"/>
                    <a:pt x="5025" y="2289"/>
                  </a:cubicBezTo>
                  <a:cubicBezTo>
                    <a:pt x="4353" y="2289"/>
                    <a:pt x="3745" y="1809"/>
                    <a:pt x="3329" y="913"/>
                  </a:cubicBezTo>
                  <a:cubicBezTo>
                    <a:pt x="3039" y="317"/>
                    <a:pt x="2668" y="12"/>
                    <a:pt x="2297" y="12"/>
                  </a:cubicBezTo>
                  <a:cubicBezTo>
                    <a:pt x="1932" y="12"/>
                    <a:pt x="1566" y="309"/>
                    <a:pt x="1280" y="913"/>
                  </a:cubicBezTo>
                  <a:cubicBezTo>
                    <a:pt x="1056" y="1489"/>
                    <a:pt x="576" y="1937"/>
                    <a:pt x="0" y="2193"/>
                  </a:cubicBezTo>
                  <a:cubicBezTo>
                    <a:pt x="128" y="2673"/>
                    <a:pt x="288" y="3121"/>
                    <a:pt x="480" y="3569"/>
                  </a:cubicBezTo>
                  <a:cubicBezTo>
                    <a:pt x="512" y="3505"/>
                    <a:pt x="544" y="3441"/>
                    <a:pt x="576" y="3409"/>
                  </a:cubicBezTo>
                  <a:cubicBezTo>
                    <a:pt x="1024" y="2513"/>
                    <a:pt x="1632" y="2033"/>
                    <a:pt x="2304" y="2033"/>
                  </a:cubicBezTo>
                  <a:cubicBezTo>
                    <a:pt x="2977" y="2033"/>
                    <a:pt x="3585" y="2513"/>
                    <a:pt x="4033" y="3409"/>
                  </a:cubicBezTo>
                  <a:cubicBezTo>
                    <a:pt x="4321" y="3985"/>
                    <a:pt x="4673" y="4337"/>
                    <a:pt x="5025" y="4337"/>
                  </a:cubicBezTo>
                  <a:cubicBezTo>
                    <a:pt x="5409" y="4337"/>
                    <a:pt x="5761" y="3985"/>
                    <a:pt x="6049" y="3409"/>
                  </a:cubicBezTo>
                  <a:cubicBezTo>
                    <a:pt x="6497" y="2513"/>
                    <a:pt x="7105" y="2033"/>
                    <a:pt x="7778" y="2033"/>
                  </a:cubicBezTo>
                  <a:cubicBezTo>
                    <a:pt x="8450" y="2033"/>
                    <a:pt x="9058" y="2513"/>
                    <a:pt x="9506" y="3409"/>
                  </a:cubicBezTo>
                  <a:cubicBezTo>
                    <a:pt x="9794" y="4001"/>
                    <a:pt x="10154" y="4297"/>
                    <a:pt x="10518" y="4297"/>
                  </a:cubicBezTo>
                  <a:cubicBezTo>
                    <a:pt x="10882" y="4297"/>
                    <a:pt x="11250" y="4001"/>
                    <a:pt x="11554" y="3409"/>
                  </a:cubicBezTo>
                  <a:cubicBezTo>
                    <a:pt x="11970" y="2545"/>
                    <a:pt x="12546" y="2065"/>
                    <a:pt x="13219" y="2033"/>
                  </a:cubicBezTo>
                  <a:cubicBezTo>
                    <a:pt x="13283" y="1361"/>
                    <a:pt x="13315" y="689"/>
                    <a:pt x="13347" y="48"/>
                  </a:cubicBezTo>
                  <a:cubicBezTo>
                    <a:pt x="13309" y="43"/>
                    <a:pt x="13271" y="40"/>
                    <a:pt x="13235" y="40"/>
                  </a:cubicBezTo>
                  <a:cubicBezTo>
                    <a:pt x="12867" y="40"/>
                    <a:pt x="12549" y="331"/>
                    <a:pt x="12258" y="913"/>
                  </a:cubicBezTo>
                  <a:cubicBezTo>
                    <a:pt x="11810" y="1809"/>
                    <a:pt x="11202" y="2289"/>
                    <a:pt x="10530" y="2289"/>
                  </a:cubicBezTo>
                  <a:cubicBezTo>
                    <a:pt x="9858" y="2289"/>
                    <a:pt x="9218" y="1809"/>
                    <a:pt x="8802" y="913"/>
                  </a:cubicBezTo>
                  <a:cubicBezTo>
                    <a:pt x="8514" y="305"/>
                    <a:pt x="8146" y="0"/>
                    <a:pt x="77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2"/>
            <p:cNvSpPr/>
            <p:nvPr/>
          </p:nvSpPr>
          <p:spPr>
            <a:xfrm rot="2700000">
              <a:off x="2447946" y="1237985"/>
              <a:ext cx="272803" cy="85581"/>
            </a:xfrm>
            <a:custGeom>
              <a:avLst/>
              <a:gdLst/>
              <a:ahLst/>
              <a:cxnLst/>
              <a:rect l="l" t="t" r="r" b="b"/>
              <a:pathLst>
                <a:path w="13828" h="4338" extrusionOk="0">
                  <a:moveTo>
                    <a:pt x="2961" y="0"/>
                  </a:moveTo>
                  <a:cubicBezTo>
                    <a:pt x="2601" y="0"/>
                    <a:pt x="2241" y="304"/>
                    <a:pt x="1953" y="913"/>
                  </a:cubicBezTo>
                  <a:cubicBezTo>
                    <a:pt x="1505" y="1777"/>
                    <a:pt x="897" y="2289"/>
                    <a:pt x="225" y="2289"/>
                  </a:cubicBezTo>
                  <a:cubicBezTo>
                    <a:pt x="161" y="2257"/>
                    <a:pt x="97" y="2257"/>
                    <a:pt x="33" y="2225"/>
                  </a:cubicBezTo>
                  <a:lnTo>
                    <a:pt x="33" y="2225"/>
                  </a:lnTo>
                  <a:cubicBezTo>
                    <a:pt x="1" y="2897"/>
                    <a:pt x="1" y="3569"/>
                    <a:pt x="65" y="4241"/>
                  </a:cubicBezTo>
                  <a:cubicBezTo>
                    <a:pt x="113" y="4253"/>
                    <a:pt x="162" y="4259"/>
                    <a:pt x="212" y="4259"/>
                  </a:cubicBezTo>
                  <a:cubicBezTo>
                    <a:pt x="559" y="4259"/>
                    <a:pt x="937" y="3965"/>
                    <a:pt x="1217" y="3377"/>
                  </a:cubicBezTo>
                  <a:cubicBezTo>
                    <a:pt x="1665" y="2513"/>
                    <a:pt x="2273" y="2001"/>
                    <a:pt x="2945" y="2001"/>
                  </a:cubicBezTo>
                  <a:cubicBezTo>
                    <a:pt x="3618" y="2001"/>
                    <a:pt x="4226" y="2513"/>
                    <a:pt x="4674" y="3377"/>
                  </a:cubicBezTo>
                  <a:cubicBezTo>
                    <a:pt x="4962" y="3985"/>
                    <a:pt x="5314" y="4337"/>
                    <a:pt x="5698" y="4337"/>
                  </a:cubicBezTo>
                  <a:cubicBezTo>
                    <a:pt x="6050" y="4337"/>
                    <a:pt x="6402" y="3985"/>
                    <a:pt x="6690" y="3377"/>
                  </a:cubicBezTo>
                  <a:cubicBezTo>
                    <a:pt x="7138" y="2513"/>
                    <a:pt x="7746" y="2001"/>
                    <a:pt x="8419" y="2001"/>
                  </a:cubicBezTo>
                  <a:cubicBezTo>
                    <a:pt x="9091" y="2001"/>
                    <a:pt x="9699" y="2513"/>
                    <a:pt x="10147" y="3377"/>
                  </a:cubicBezTo>
                  <a:cubicBezTo>
                    <a:pt x="10435" y="3985"/>
                    <a:pt x="10803" y="4289"/>
                    <a:pt x="11171" y="4289"/>
                  </a:cubicBezTo>
                  <a:cubicBezTo>
                    <a:pt x="11539" y="4289"/>
                    <a:pt x="11907" y="3985"/>
                    <a:pt x="12195" y="3377"/>
                  </a:cubicBezTo>
                  <a:cubicBezTo>
                    <a:pt x="12579" y="2545"/>
                    <a:pt x="13187" y="2065"/>
                    <a:pt x="13828" y="2033"/>
                  </a:cubicBezTo>
                  <a:cubicBezTo>
                    <a:pt x="13732" y="1393"/>
                    <a:pt x="13636" y="753"/>
                    <a:pt x="13507" y="144"/>
                  </a:cubicBezTo>
                  <a:cubicBezTo>
                    <a:pt x="13251" y="336"/>
                    <a:pt x="13027" y="593"/>
                    <a:pt x="12931" y="913"/>
                  </a:cubicBezTo>
                  <a:cubicBezTo>
                    <a:pt x="12483" y="1777"/>
                    <a:pt x="11875" y="2289"/>
                    <a:pt x="11203" y="2289"/>
                  </a:cubicBezTo>
                  <a:cubicBezTo>
                    <a:pt x="10499" y="2289"/>
                    <a:pt x="9891" y="1777"/>
                    <a:pt x="9475" y="913"/>
                  </a:cubicBezTo>
                  <a:cubicBezTo>
                    <a:pt x="9187" y="304"/>
                    <a:pt x="8819" y="0"/>
                    <a:pt x="8451" y="0"/>
                  </a:cubicBezTo>
                  <a:cubicBezTo>
                    <a:pt x="8082" y="0"/>
                    <a:pt x="7714" y="304"/>
                    <a:pt x="7426" y="913"/>
                  </a:cubicBezTo>
                  <a:cubicBezTo>
                    <a:pt x="7010" y="1777"/>
                    <a:pt x="6370" y="2289"/>
                    <a:pt x="5698" y="2289"/>
                  </a:cubicBezTo>
                  <a:cubicBezTo>
                    <a:pt x="5026" y="2289"/>
                    <a:pt x="4418" y="1777"/>
                    <a:pt x="3970" y="913"/>
                  </a:cubicBezTo>
                  <a:cubicBezTo>
                    <a:pt x="3682" y="304"/>
                    <a:pt x="3322" y="0"/>
                    <a:pt x="29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2"/>
            <p:cNvSpPr/>
            <p:nvPr/>
          </p:nvSpPr>
          <p:spPr>
            <a:xfrm rot="2700000">
              <a:off x="2539049" y="1153343"/>
              <a:ext cx="238061" cy="85108"/>
            </a:xfrm>
            <a:custGeom>
              <a:avLst/>
              <a:gdLst/>
              <a:ahLst/>
              <a:cxnLst/>
              <a:rect l="l" t="t" r="r" b="b"/>
              <a:pathLst>
                <a:path w="12067" h="4314" extrusionOk="0">
                  <a:moveTo>
                    <a:pt x="7954" y="0"/>
                  </a:moveTo>
                  <a:cubicBezTo>
                    <a:pt x="7593" y="0"/>
                    <a:pt x="7233" y="296"/>
                    <a:pt x="6945" y="889"/>
                  </a:cubicBezTo>
                  <a:cubicBezTo>
                    <a:pt x="6497" y="1785"/>
                    <a:pt x="5889" y="2265"/>
                    <a:pt x="5217" y="2265"/>
                  </a:cubicBezTo>
                  <a:cubicBezTo>
                    <a:pt x="4545" y="2265"/>
                    <a:pt x="3937" y="1785"/>
                    <a:pt x="3489" y="889"/>
                  </a:cubicBezTo>
                  <a:cubicBezTo>
                    <a:pt x="3199" y="308"/>
                    <a:pt x="2836" y="12"/>
                    <a:pt x="2469" y="12"/>
                  </a:cubicBezTo>
                  <a:cubicBezTo>
                    <a:pt x="2107" y="12"/>
                    <a:pt x="1742" y="300"/>
                    <a:pt x="1440" y="889"/>
                  </a:cubicBezTo>
                  <a:cubicBezTo>
                    <a:pt x="1248" y="1305"/>
                    <a:pt x="992" y="1657"/>
                    <a:pt x="672" y="1913"/>
                  </a:cubicBezTo>
                  <a:cubicBezTo>
                    <a:pt x="384" y="2681"/>
                    <a:pt x="160" y="3449"/>
                    <a:pt x="0" y="4217"/>
                  </a:cubicBezTo>
                  <a:cubicBezTo>
                    <a:pt x="320" y="4057"/>
                    <a:pt x="576" y="3737"/>
                    <a:pt x="736" y="3385"/>
                  </a:cubicBezTo>
                  <a:cubicBezTo>
                    <a:pt x="1184" y="2521"/>
                    <a:pt x="1792" y="2009"/>
                    <a:pt x="2464" y="2009"/>
                  </a:cubicBezTo>
                  <a:cubicBezTo>
                    <a:pt x="3137" y="2009"/>
                    <a:pt x="3745" y="2521"/>
                    <a:pt x="4193" y="3385"/>
                  </a:cubicBezTo>
                  <a:cubicBezTo>
                    <a:pt x="4481" y="3993"/>
                    <a:pt x="4833" y="4313"/>
                    <a:pt x="5185" y="4313"/>
                  </a:cubicBezTo>
                  <a:cubicBezTo>
                    <a:pt x="5569" y="4313"/>
                    <a:pt x="5921" y="3993"/>
                    <a:pt x="6209" y="3385"/>
                  </a:cubicBezTo>
                  <a:cubicBezTo>
                    <a:pt x="6657" y="2521"/>
                    <a:pt x="7265" y="2009"/>
                    <a:pt x="7938" y="2009"/>
                  </a:cubicBezTo>
                  <a:cubicBezTo>
                    <a:pt x="8610" y="2009"/>
                    <a:pt x="9250" y="2521"/>
                    <a:pt x="9666" y="3385"/>
                  </a:cubicBezTo>
                  <a:cubicBezTo>
                    <a:pt x="9954" y="3993"/>
                    <a:pt x="10314" y="4297"/>
                    <a:pt x="10678" y="4297"/>
                  </a:cubicBezTo>
                  <a:cubicBezTo>
                    <a:pt x="11042" y="4297"/>
                    <a:pt x="11410" y="3993"/>
                    <a:pt x="11714" y="3385"/>
                  </a:cubicBezTo>
                  <a:cubicBezTo>
                    <a:pt x="11810" y="3193"/>
                    <a:pt x="11906" y="3001"/>
                    <a:pt x="12066" y="2809"/>
                  </a:cubicBezTo>
                  <a:cubicBezTo>
                    <a:pt x="11906" y="2521"/>
                    <a:pt x="11778" y="2233"/>
                    <a:pt x="11650" y="1913"/>
                  </a:cubicBezTo>
                  <a:cubicBezTo>
                    <a:pt x="11394" y="2137"/>
                    <a:pt x="11042" y="2265"/>
                    <a:pt x="10690" y="2265"/>
                  </a:cubicBezTo>
                  <a:cubicBezTo>
                    <a:pt x="10018" y="2265"/>
                    <a:pt x="9410" y="1785"/>
                    <a:pt x="8962" y="889"/>
                  </a:cubicBezTo>
                  <a:cubicBezTo>
                    <a:pt x="8674" y="296"/>
                    <a:pt x="8314" y="0"/>
                    <a:pt x="79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42"/>
            <p:cNvSpPr/>
            <p:nvPr/>
          </p:nvSpPr>
          <p:spPr>
            <a:xfrm rot="2700000">
              <a:off x="2410263" y="1279500"/>
              <a:ext cx="274065" cy="85581"/>
            </a:xfrm>
            <a:custGeom>
              <a:avLst/>
              <a:gdLst/>
              <a:ahLst/>
              <a:cxnLst/>
              <a:rect l="l" t="t" r="r" b="b"/>
              <a:pathLst>
                <a:path w="13892" h="4338" extrusionOk="0">
                  <a:moveTo>
                    <a:pt x="2805" y="1"/>
                  </a:moveTo>
                  <a:cubicBezTo>
                    <a:pt x="2441" y="1"/>
                    <a:pt x="2081" y="305"/>
                    <a:pt x="1793" y="913"/>
                  </a:cubicBezTo>
                  <a:cubicBezTo>
                    <a:pt x="1345" y="1777"/>
                    <a:pt x="737" y="2289"/>
                    <a:pt x="65" y="2289"/>
                  </a:cubicBezTo>
                  <a:lnTo>
                    <a:pt x="1" y="2289"/>
                  </a:lnTo>
                  <a:cubicBezTo>
                    <a:pt x="65" y="2929"/>
                    <a:pt x="193" y="3570"/>
                    <a:pt x="353" y="4242"/>
                  </a:cubicBezTo>
                  <a:cubicBezTo>
                    <a:pt x="673" y="4050"/>
                    <a:pt x="929" y="3762"/>
                    <a:pt x="1089" y="3410"/>
                  </a:cubicBezTo>
                  <a:cubicBezTo>
                    <a:pt x="1537" y="2513"/>
                    <a:pt x="2145" y="2033"/>
                    <a:pt x="2817" y="2033"/>
                  </a:cubicBezTo>
                  <a:cubicBezTo>
                    <a:pt x="3490" y="2033"/>
                    <a:pt x="4098" y="2513"/>
                    <a:pt x="4546" y="3410"/>
                  </a:cubicBezTo>
                  <a:cubicBezTo>
                    <a:pt x="4834" y="3986"/>
                    <a:pt x="5186" y="4338"/>
                    <a:pt x="5538" y="4338"/>
                  </a:cubicBezTo>
                  <a:cubicBezTo>
                    <a:pt x="5922" y="4338"/>
                    <a:pt x="6274" y="4018"/>
                    <a:pt x="6562" y="3410"/>
                  </a:cubicBezTo>
                  <a:cubicBezTo>
                    <a:pt x="7010" y="2513"/>
                    <a:pt x="7618" y="2033"/>
                    <a:pt x="8291" y="2033"/>
                  </a:cubicBezTo>
                  <a:cubicBezTo>
                    <a:pt x="8963" y="2033"/>
                    <a:pt x="9571" y="2513"/>
                    <a:pt x="10019" y="3410"/>
                  </a:cubicBezTo>
                  <a:cubicBezTo>
                    <a:pt x="10307" y="4018"/>
                    <a:pt x="10667" y="4322"/>
                    <a:pt x="11031" y="4322"/>
                  </a:cubicBezTo>
                  <a:cubicBezTo>
                    <a:pt x="11395" y="4322"/>
                    <a:pt x="11763" y="4018"/>
                    <a:pt x="12067" y="3410"/>
                  </a:cubicBezTo>
                  <a:cubicBezTo>
                    <a:pt x="12483" y="2513"/>
                    <a:pt x="13091" y="2033"/>
                    <a:pt x="13796" y="2033"/>
                  </a:cubicBezTo>
                  <a:lnTo>
                    <a:pt x="13892" y="2033"/>
                  </a:lnTo>
                  <a:cubicBezTo>
                    <a:pt x="13892" y="1329"/>
                    <a:pt x="13860" y="657"/>
                    <a:pt x="13796" y="17"/>
                  </a:cubicBezTo>
                  <a:cubicBezTo>
                    <a:pt x="13411" y="17"/>
                    <a:pt x="13059" y="305"/>
                    <a:pt x="12771" y="913"/>
                  </a:cubicBezTo>
                  <a:cubicBezTo>
                    <a:pt x="12323" y="1777"/>
                    <a:pt x="11715" y="2289"/>
                    <a:pt x="11043" y="2289"/>
                  </a:cubicBezTo>
                  <a:cubicBezTo>
                    <a:pt x="10371" y="2289"/>
                    <a:pt x="9731" y="1777"/>
                    <a:pt x="9315" y="913"/>
                  </a:cubicBezTo>
                  <a:cubicBezTo>
                    <a:pt x="9027" y="305"/>
                    <a:pt x="8659" y="1"/>
                    <a:pt x="8291" y="1"/>
                  </a:cubicBezTo>
                  <a:cubicBezTo>
                    <a:pt x="7922" y="1"/>
                    <a:pt x="7554" y="305"/>
                    <a:pt x="7266" y="913"/>
                  </a:cubicBezTo>
                  <a:cubicBezTo>
                    <a:pt x="6850" y="1777"/>
                    <a:pt x="6210" y="2289"/>
                    <a:pt x="5538" y="2289"/>
                  </a:cubicBezTo>
                  <a:cubicBezTo>
                    <a:pt x="4866" y="2289"/>
                    <a:pt x="4258" y="1777"/>
                    <a:pt x="3842" y="913"/>
                  </a:cubicBezTo>
                  <a:cubicBezTo>
                    <a:pt x="3538" y="305"/>
                    <a:pt x="3170" y="1"/>
                    <a:pt x="28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42"/>
            <p:cNvSpPr/>
            <p:nvPr/>
          </p:nvSpPr>
          <p:spPr>
            <a:xfrm rot="2700000">
              <a:off x="2617209" y="1116242"/>
              <a:ext cx="181875" cy="92210"/>
            </a:xfrm>
            <a:custGeom>
              <a:avLst/>
              <a:gdLst/>
              <a:ahLst/>
              <a:cxnLst/>
              <a:rect l="l" t="t" r="r" b="b"/>
              <a:pathLst>
                <a:path w="9219" h="4674" extrusionOk="0">
                  <a:moveTo>
                    <a:pt x="3297" y="1"/>
                  </a:moveTo>
                  <a:cubicBezTo>
                    <a:pt x="2177" y="65"/>
                    <a:pt x="993" y="961"/>
                    <a:pt x="0" y="2433"/>
                  </a:cubicBezTo>
                  <a:cubicBezTo>
                    <a:pt x="128" y="2369"/>
                    <a:pt x="288" y="2337"/>
                    <a:pt x="416" y="2337"/>
                  </a:cubicBezTo>
                  <a:cubicBezTo>
                    <a:pt x="1121" y="2369"/>
                    <a:pt x="1729" y="2849"/>
                    <a:pt x="2177" y="3745"/>
                  </a:cubicBezTo>
                  <a:cubicBezTo>
                    <a:pt x="2465" y="4322"/>
                    <a:pt x="2817" y="4674"/>
                    <a:pt x="3201" y="4674"/>
                  </a:cubicBezTo>
                  <a:cubicBezTo>
                    <a:pt x="3553" y="4674"/>
                    <a:pt x="3905" y="4322"/>
                    <a:pt x="4225" y="3745"/>
                  </a:cubicBezTo>
                  <a:cubicBezTo>
                    <a:pt x="4641" y="2849"/>
                    <a:pt x="5249" y="2369"/>
                    <a:pt x="5922" y="2369"/>
                  </a:cubicBezTo>
                  <a:cubicBezTo>
                    <a:pt x="6626" y="2369"/>
                    <a:pt x="7234" y="2849"/>
                    <a:pt x="7650" y="3745"/>
                  </a:cubicBezTo>
                  <a:cubicBezTo>
                    <a:pt x="7947" y="4319"/>
                    <a:pt x="8316" y="4625"/>
                    <a:pt x="8679" y="4625"/>
                  </a:cubicBezTo>
                  <a:cubicBezTo>
                    <a:pt x="8863" y="4625"/>
                    <a:pt x="9046" y="4547"/>
                    <a:pt x="9218" y="4386"/>
                  </a:cubicBezTo>
                  <a:cubicBezTo>
                    <a:pt x="8834" y="3713"/>
                    <a:pt x="8418" y="3073"/>
                    <a:pt x="7938" y="2497"/>
                  </a:cubicBezTo>
                  <a:cubicBezTo>
                    <a:pt x="6562" y="897"/>
                    <a:pt x="4993" y="1"/>
                    <a:pt x="34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42"/>
            <p:cNvSpPr/>
            <p:nvPr/>
          </p:nvSpPr>
          <p:spPr>
            <a:xfrm rot="2700000">
              <a:off x="2489633" y="1195074"/>
              <a:ext cx="261439" cy="85108"/>
            </a:xfrm>
            <a:custGeom>
              <a:avLst/>
              <a:gdLst/>
              <a:ahLst/>
              <a:cxnLst/>
              <a:rect l="l" t="t" r="r" b="b"/>
              <a:pathLst>
                <a:path w="13252" h="4314" extrusionOk="0">
                  <a:moveTo>
                    <a:pt x="2913" y="1"/>
                  </a:moveTo>
                  <a:cubicBezTo>
                    <a:pt x="2545" y="1"/>
                    <a:pt x="2177" y="297"/>
                    <a:pt x="1889" y="889"/>
                  </a:cubicBezTo>
                  <a:cubicBezTo>
                    <a:pt x="1473" y="1753"/>
                    <a:pt x="897" y="2233"/>
                    <a:pt x="225" y="2265"/>
                  </a:cubicBezTo>
                  <a:cubicBezTo>
                    <a:pt x="129" y="2905"/>
                    <a:pt x="33" y="3578"/>
                    <a:pt x="1" y="4250"/>
                  </a:cubicBezTo>
                  <a:cubicBezTo>
                    <a:pt x="53" y="4262"/>
                    <a:pt x="105" y="4268"/>
                    <a:pt x="157" y="4268"/>
                  </a:cubicBezTo>
                  <a:cubicBezTo>
                    <a:pt x="520" y="4268"/>
                    <a:pt x="877" y="3974"/>
                    <a:pt x="1185" y="3386"/>
                  </a:cubicBezTo>
                  <a:cubicBezTo>
                    <a:pt x="1633" y="2489"/>
                    <a:pt x="2241" y="2009"/>
                    <a:pt x="2913" y="2009"/>
                  </a:cubicBezTo>
                  <a:cubicBezTo>
                    <a:pt x="3586" y="2009"/>
                    <a:pt x="4194" y="2489"/>
                    <a:pt x="4642" y="3386"/>
                  </a:cubicBezTo>
                  <a:cubicBezTo>
                    <a:pt x="4930" y="3962"/>
                    <a:pt x="5314" y="4314"/>
                    <a:pt x="5666" y="4314"/>
                  </a:cubicBezTo>
                  <a:cubicBezTo>
                    <a:pt x="6018" y="4314"/>
                    <a:pt x="6370" y="3962"/>
                    <a:pt x="6658" y="3386"/>
                  </a:cubicBezTo>
                  <a:cubicBezTo>
                    <a:pt x="7106" y="2489"/>
                    <a:pt x="7714" y="2009"/>
                    <a:pt x="8387" y="2009"/>
                  </a:cubicBezTo>
                  <a:cubicBezTo>
                    <a:pt x="9059" y="2009"/>
                    <a:pt x="9699" y="2489"/>
                    <a:pt x="10115" y="3386"/>
                  </a:cubicBezTo>
                  <a:cubicBezTo>
                    <a:pt x="10403" y="3978"/>
                    <a:pt x="10771" y="4274"/>
                    <a:pt x="11139" y="4274"/>
                  </a:cubicBezTo>
                  <a:cubicBezTo>
                    <a:pt x="11507" y="4274"/>
                    <a:pt x="11875" y="3978"/>
                    <a:pt x="12163" y="3386"/>
                  </a:cubicBezTo>
                  <a:cubicBezTo>
                    <a:pt x="12387" y="2873"/>
                    <a:pt x="12771" y="2457"/>
                    <a:pt x="13251" y="2169"/>
                  </a:cubicBezTo>
                  <a:cubicBezTo>
                    <a:pt x="13155" y="1753"/>
                    <a:pt x="13027" y="1305"/>
                    <a:pt x="12867" y="889"/>
                  </a:cubicBezTo>
                  <a:cubicBezTo>
                    <a:pt x="12419" y="1785"/>
                    <a:pt x="11811" y="2265"/>
                    <a:pt x="11139" y="2265"/>
                  </a:cubicBezTo>
                  <a:cubicBezTo>
                    <a:pt x="10467" y="2265"/>
                    <a:pt x="9859" y="1785"/>
                    <a:pt x="9411" y="889"/>
                  </a:cubicBezTo>
                  <a:cubicBezTo>
                    <a:pt x="9123" y="297"/>
                    <a:pt x="8755" y="1"/>
                    <a:pt x="8387" y="1"/>
                  </a:cubicBezTo>
                  <a:cubicBezTo>
                    <a:pt x="8018" y="1"/>
                    <a:pt x="7650" y="297"/>
                    <a:pt x="7362" y="889"/>
                  </a:cubicBezTo>
                  <a:cubicBezTo>
                    <a:pt x="6946" y="1785"/>
                    <a:pt x="6338" y="2265"/>
                    <a:pt x="5634" y="2265"/>
                  </a:cubicBezTo>
                  <a:cubicBezTo>
                    <a:pt x="4962" y="2265"/>
                    <a:pt x="4354" y="1785"/>
                    <a:pt x="3938" y="889"/>
                  </a:cubicBezTo>
                  <a:cubicBezTo>
                    <a:pt x="3650" y="297"/>
                    <a:pt x="3282" y="1"/>
                    <a:pt x="29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2"/>
            <p:cNvSpPr/>
            <p:nvPr/>
          </p:nvSpPr>
          <p:spPr>
            <a:xfrm rot="2700000">
              <a:off x="2284025" y="1505769"/>
              <a:ext cx="49913" cy="28428"/>
            </a:xfrm>
            <a:custGeom>
              <a:avLst/>
              <a:gdLst/>
              <a:ahLst/>
              <a:cxnLst/>
              <a:rect l="l" t="t" r="r" b="b"/>
              <a:pathLst>
                <a:path w="2530" h="1441" extrusionOk="0">
                  <a:moveTo>
                    <a:pt x="1" y="0"/>
                  </a:moveTo>
                  <a:lnTo>
                    <a:pt x="1" y="0"/>
                  </a:lnTo>
                  <a:cubicBezTo>
                    <a:pt x="129" y="160"/>
                    <a:pt x="225" y="320"/>
                    <a:pt x="321" y="512"/>
                  </a:cubicBezTo>
                  <a:cubicBezTo>
                    <a:pt x="609" y="1088"/>
                    <a:pt x="961" y="1440"/>
                    <a:pt x="1345" y="1440"/>
                  </a:cubicBezTo>
                  <a:cubicBezTo>
                    <a:pt x="1697" y="1440"/>
                    <a:pt x="2049" y="1088"/>
                    <a:pt x="2369" y="512"/>
                  </a:cubicBezTo>
                  <a:cubicBezTo>
                    <a:pt x="2401" y="416"/>
                    <a:pt x="2465" y="320"/>
                    <a:pt x="2529" y="224"/>
                  </a:cubicBezTo>
                  <a:cubicBezTo>
                    <a:pt x="1697" y="128"/>
                    <a:pt x="865" y="64"/>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42"/>
            <p:cNvSpPr/>
            <p:nvPr/>
          </p:nvSpPr>
          <p:spPr>
            <a:xfrm rot="2700000">
              <a:off x="2364212" y="1590779"/>
              <a:ext cx="34130" cy="16532"/>
            </a:xfrm>
            <a:custGeom>
              <a:avLst/>
              <a:gdLst/>
              <a:ahLst/>
              <a:cxnLst/>
              <a:rect l="l" t="t" r="r" b="b"/>
              <a:pathLst>
                <a:path w="1730" h="838" extrusionOk="0">
                  <a:moveTo>
                    <a:pt x="1" y="0"/>
                  </a:moveTo>
                  <a:cubicBezTo>
                    <a:pt x="300" y="560"/>
                    <a:pt x="653" y="837"/>
                    <a:pt x="1003" y="837"/>
                  </a:cubicBezTo>
                  <a:cubicBezTo>
                    <a:pt x="1254" y="837"/>
                    <a:pt x="1503" y="696"/>
                    <a:pt x="1729" y="416"/>
                  </a:cubicBezTo>
                  <a:lnTo>
                    <a:pt x="1729" y="224"/>
                  </a:lnTo>
                  <a:cubicBezTo>
                    <a:pt x="1185" y="128"/>
                    <a:pt x="577" y="96"/>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42"/>
            <p:cNvSpPr/>
            <p:nvPr/>
          </p:nvSpPr>
          <p:spPr>
            <a:xfrm rot="2700000">
              <a:off x="2172076" y="1556066"/>
              <a:ext cx="195132" cy="85108"/>
            </a:xfrm>
            <a:custGeom>
              <a:avLst/>
              <a:gdLst/>
              <a:ahLst/>
              <a:cxnLst/>
              <a:rect l="l" t="t" r="r" b="b"/>
              <a:pathLst>
                <a:path w="9891" h="4314" extrusionOk="0">
                  <a:moveTo>
                    <a:pt x="6354" y="1"/>
                  </a:moveTo>
                  <a:cubicBezTo>
                    <a:pt x="5993" y="1"/>
                    <a:pt x="5633" y="297"/>
                    <a:pt x="5345" y="889"/>
                  </a:cubicBezTo>
                  <a:cubicBezTo>
                    <a:pt x="4897" y="1785"/>
                    <a:pt x="4289" y="2265"/>
                    <a:pt x="3617" y="2265"/>
                  </a:cubicBezTo>
                  <a:cubicBezTo>
                    <a:pt x="2913" y="2265"/>
                    <a:pt x="2305" y="1785"/>
                    <a:pt x="1889" y="889"/>
                  </a:cubicBezTo>
                  <a:cubicBezTo>
                    <a:pt x="1595" y="300"/>
                    <a:pt x="1233" y="25"/>
                    <a:pt x="880" y="25"/>
                  </a:cubicBezTo>
                  <a:cubicBezTo>
                    <a:pt x="810" y="25"/>
                    <a:pt x="741" y="36"/>
                    <a:pt x="672" y="57"/>
                  </a:cubicBezTo>
                  <a:cubicBezTo>
                    <a:pt x="576" y="313"/>
                    <a:pt x="512" y="569"/>
                    <a:pt x="416" y="857"/>
                  </a:cubicBezTo>
                  <a:cubicBezTo>
                    <a:pt x="224" y="1337"/>
                    <a:pt x="96" y="1817"/>
                    <a:pt x="0" y="2329"/>
                  </a:cubicBezTo>
                  <a:cubicBezTo>
                    <a:pt x="256" y="2137"/>
                    <a:pt x="576" y="2009"/>
                    <a:pt x="896" y="2009"/>
                  </a:cubicBezTo>
                  <a:cubicBezTo>
                    <a:pt x="1569" y="2009"/>
                    <a:pt x="2177" y="2489"/>
                    <a:pt x="2625" y="3385"/>
                  </a:cubicBezTo>
                  <a:cubicBezTo>
                    <a:pt x="2913" y="3993"/>
                    <a:pt x="3297" y="4313"/>
                    <a:pt x="3649" y="4313"/>
                  </a:cubicBezTo>
                  <a:cubicBezTo>
                    <a:pt x="4001" y="4313"/>
                    <a:pt x="4353" y="3993"/>
                    <a:pt x="4673" y="3385"/>
                  </a:cubicBezTo>
                  <a:cubicBezTo>
                    <a:pt x="5089" y="2489"/>
                    <a:pt x="5697" y="2009"/>
                    <a:pt x="6370" y="2009"/>
                  </a:cubicBezTo>
                  <a:cubicBezTo>
                    <a:pt x="7074" y="2009"/>
                    <a:pt x="7682" y="2489"/>
                    <a:pt x="8098" y="3385"/>
                  </a:cubicBezTo>
                  <a:cubicBezTo>
                    <a:pt x="8388" y="3965"/>
                    <a:pt x="8758" y="4263"/>
                    <a:pt x="9122" y="4263"/>
                  </a:cubicBezTo>
                  <a:cubicBezTo>
                    <a:pt x="9320" y="4263"/>
                    <a:pt x="9517" y="4174"/>
                    <a:pt x="9698" y="3993"/>
                  </a:cubicBezTo>
                  <a:cubicBezTo>
                    <a:pt x="9826" y="3353"/>
                    <a:pt x="9858" y="2681"/>
                    <a:pt x="9890" y="2009"/>
                  </a:cubicBezTo>
                  <a:lnTo>
                    <a:pt x="9890" y="2009"/>
                  </a:lnTo>
                  <a:cubicBezTo>
                    <a:pt x="9634" y="2169"/>
                    <a:pt x="9378" y="2265"/>
                    <a:pt x="9090" y="2265"/>
                  </a:cubicBezTo>
                  <a:cubicBezTo>
                    <a:pt x="8418" y="2265"/>
                    <a:pt x="7810" y="1785"/>
                    <a:pt x="7362" y="889"/>
                  </a:cubicBezTo>
                  <a:cubicBezTo>
                    <a:pt x="7074" y="297"/>
                    <a:pt x="6714" y="1"/>
                    <a:pt x="63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42"/>
            <p:cNvSpPr/>
            <p:nvPr/>
          </p:nvSpPr>
          <p:spPr>
            <a:xfrm rot="2700000">
              <a:off x="2118566" y="1585711"/>
              <a:ext cx="189451" cy="119770"/>
            </a:xfrm>
            <a:custGeom>
              <a:avLst/>
              <a:gdLst/>
              <a:ahLst/>
              <a:cxnLst/>
              <a:rect l="l" t="t" r="r" b="b"/>
              <a:pathLst>
                <a:path w="9603" h="6071" extrusionOk="0">
                  <a:moveTo>
                    <a:pt x="1068" y="0"/>
                  </a:moveTo>
                  <a:cubicBezTo>
                    <a:pt x="704" y="0"/>
                    <a:pt x="336" y="304"/>
                    <a:pt x="32" y="912"/>
                  </a:cubicBezTo>
                  <a:cubicBezTo>
                    <a:pt x="0" y="2000"/>
                    <a:pt x="320" y="3089"/>
                    <a:pt x="928" y="4017"/>
                  </a:cubicBezTo>
                  <a:cubicBezTo>
                    <a:pt x="1793" y="5297"/>
                    <a:pt x="3233" y="6065"/>
                    <a:pt x="4801" y="6065"/>
                  </a:cubicBezTo>
                  <a:cubicBezTo>
                    <a:pt x="4875" y="6069"/>
                    <a:pt x="4948" y="6071"/>
                    <a:pt x="5021" y="6071"/>
                  </a:cubicBezTo>
                  <a:cubicBezTo>
                    <a:pt x="6256" y="6071"/>
                    <a:pt x="7446" y="5565"/>
                    <a:pt x="8322" y="4689"/>
                  </a:cubicBezTo>
                  <a:cubicBezTo>
                    <a:pt x="8930" y="3953"/>
                    <a:pt x="9346" y="3121"/>
                    <a:pt x="9602" y="2225"/>
                  </a:cubicBezTo>
                  <a:lnTo>
                    <a:pt x="9602" y="2225"/>
                  </a:lnTo>
                  <a:cubicBezTo>
                    <a:pt x="9506" y="2257"/>
                    <a:pt x="9378" y="2289"/>
                    <a:pt x="9282" y="2289"/>
                  </a:cubicBezTo>
                  <a:cubicBezTo>
                    <a:pt x="8642" y="2289"/>
                    <a:pt x="8002" y="1776"/>
                    <a:pt x="7554" y="912"/>
                  </a:cubicBezTo>
                  <a:cubicBezTo>
                    <a:pt x="7266" y="304"/>
                    <a:pt x="6906" y="0"/>
                    <a:pt x="6546" y="0"/>
                  </a:cubicBezTo>
                  <a:cubicBezTo>
                    <a:pt x="6185" y="0"/>
                    <a:pt x="5825" y="304"/>
                    <a:pt x="5537" y="912"/>
                  </a:cubicBezTo>
                  <a:cubicBezTo>
                    <a:pt x="5089" y="1776"/>
                    <a:pt x="4481" y="2289"/>
                    <a:pt x="3809" y="2289"/>
                  </a:cubicBezTo>
                  <a:cubicBezTo>
                    <a:pt x="3105" y="2289"/>
                    <a:pt x="2497" y="1776"/>
                    <a:pt x="2081" y="912"/>
                  </a:cubicBezTo>
                  <a:cubicBezTo>
                    <a:pt x="1793" y="304"/>
                    <a:pt x="1433" y="0"/>
                    <a:pt x="10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2"/>
            <p:cNvSpPr/>
            <p:nvPr/>
          </p:nvSpPr>
          <p:spPr>
            <a:xfrm rot="2700000">
              <a:off x="2226025" y="1527119"/>
              <a:ext cx="176193" cy="80827"/>
            </a:xfrm>
            <a:custGeom>
              <a:avLst/>
              <a:gdLst/>
              <a:ahLst/>
              <a:cxnLst/>
              <a:rect l="l" t="t" r="r" b="b"/>
              <a:pathLst>
                <a:path w="8931" h="4097" extrusionOk="0">
                  <a:moveTo>
                    <a:pt x="449" y="0"/>
                  </a:moveTo>
                  <a:cubicBezTo>
                    <a:pt x="321" y="608"/>
                    <a:pt x="161" y="1216"/>
                    <a:pt x="1" y="1792"/>
                  </a:cubicBezTo>
                  <a:cubicBezTo>
                    <a:pt x="641" y="1856"/>
                    <a:pt x="1185" y="2305"/>
                    <a:pt x="1633" y="3169"/>
                  </a:cubicBezTo>
                  <a:cubicBezTo>
                    <a:pt x="1921" y="3745"/>
                    <a:pt x="2273" y="4097"/>
                    <a:pt x="2657" y="4097"/>
                  </a:cubicBezTo>
                  <a:cubicBezTo>
                    <a:pt x="3009" y="4097"/>
                    <a:pt x="3361" y="3745"/>
                    <a:pt x="3649" y="3169"/>
                  </a:cubicBezTo>
                  <a:cubicBezTo>
                    <a:pt x="4097" y="2273"/>
                    <a:pt x="4705" y="1792"/>
                    <a:pt x="5378" y="1792"/>
                  </a:cubicBezTo>
                  <a:cubicBezTo>
                    <a:pt x="6050" y="1792"/>
                    <a:pt x="6690" y="2273"/>
                    <a:pt x="7106" y="3169"/>
                  </a:cubicBezTo>
                  <a:cubicBezTo>
                    <a:pt x="7400" y="3757"/>
                    <a:pt x="7768" y="4060"/>
                    <a:pt x="8137" y="4060"/>
                  </a:cubicBezTo>
                  <a:cubicBezTo>
                    <a:pt x="8411" y="4060"/>
                    <a:pt x="8685" y="3893"/>
                    <a:pt x="8930" y="3553"/>
                  </a:cubicBezTo>
                  <a:cubicBezTo>
                    <a:pt x="8930" y="3489"/>
                    <a:pt x="8930" y="3457"/>
                    <a:pt x="8930" y="3361"/>
                  </a:cubicBezTo>
                  <a:cubicBezTo>
                    <a:pt x="8898" y="2817"/>
                    <a:pt x="8898" y="2305"/>
                    <a:pt x="8898" y="1792"/>
                  </a:cubicBezTo>
                  <a:cubicBezTo>
                    <a:pt x="8674" y="1952"/>
                    <a:pt x="8418" y="2016"/>
                    <a:pt x="8130" y="2016"/>
                  </a:cubicBezTo>
                  <a:cubicBezTo>
                    <a:pt x="7458" y="2016"/>
                    <a:pt x="6850" y="1536"/>
                    <a:pt x="6402" y="672"/>
                  </a:cubicBezTo>
                  <a:cubicBezTo>
                    <a:pt x="6338" y="512"/>
                    <a:pt x="6242" y="384"/>
                    <a:pt x="6146" y="256"/>
                  </a:cubicBezTo>
                  <a:cubicBezTo>
                    <a:pt x="5698" y="224"/>
                    <a:pt x="5250" y="160"/>
                    <a:pt x="4769" y="96"/>
                  </a:cubicBezTo>
                  <a:cubicBezTo>
                    <a:pt x="4609" y="256"/>
                    <a:pt x="4481" y="480"/>
                    <a:pt x="4353" y="672"/>
                  </a:cubicBezTo>
                  <a:cubicBezTo>
                    <a:pt x="3937" y="1568"/>
                    <a:pt x="3329" y="2049"/>
                    <a:pt x="2657" y="2049"/>
                  </a:cubicBezTo>
                  <a:cubicBezTo>
                    <a:pt x="1953" y="2049"/>
                    <a:pt x="1345" y="1568"/>
                    <a:pt x="929" y="672"/>
                  </a:cubicBezTo>
                  <a:cubicBezTo>
                    <a:pt x="801" y="416"/>
                    <a:pt x="641" y="192"/>
                    <a:pt x="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3">
  <p:cSld name="CUSTOM_5_2">
    <p:spTree>
      <p:nvGrpSpPr>
        <p:cNvPr id="1" name="Shape 758"/>
        <p:cNvGrpSpPr/>
        <p:nvPr/>
      </p:nvGrpSpPr>
      <p:grpSpPr>
        <a:xfrm>
          <a:off x="0" y="0"/>
          <a:ext cx="0" cy="0"/>
          <a:chOff x="0" y="0"/>
          <a:chExt cx="0" cy="0"/>
        </a:xfrm>
      </p:grpSpPr>
      <p:grpSp>
        <p:nvGrpSpPr>
          <p:cNvPr id="759" name="Google Shape;759;p44"/>
          <p:cNvGrpSpPr/>
          <p:nvPr/>
        </p:nvGrpSpPr>
        <p:grpSpPr>
          <a:xfrm>
            <a:off x="7956311" y="1322153"/>
            <a:ext cx="1187692" cy="2914492"/>
            <a:chOff x="2735625" y="238125"/>
            <a:chExt cx="2117475" cy="5196100"/>
          </a:xfrm>
        </p:grpSpPr>
        <p:sp>
          <p:nvSpPr>
            <p:cNvPr id="760" name="Google Shape;760;p44"/>
            <p:cNvSpPr/>
            <p:nvPr/>
          </p:nvSpPr>
          <p:spPr>
            <a:xfrm>
              <a:off x="3661650" y="1297800"/>
              <a:ext cx="1096675" cy="612350"/>
            </a:xfrm>
            <a:custGeom>
              <a:avLst/>
              <a:gdLst/>
              <a:ahLst/>
              <a:cxnLst/>
              <a:rect l="l" t="t" r="r" b="b"/>
              <a:pathLst>
                <a:path w="43867" h="24494" extrusionOk="0">
                  <a:moveTo>
                    <a:pt x="1" y="1"/>
                  </a:moveTo>
                  <a:lnTo>
                    <a:pt x="1" y="16493"/>
                  </a:lnTo>
                  <a:cubicBezTo>
                    <a:pt x="1" y="20929"/>
                    <a:pt x="3602" y="24493"/>
                    <a:pt x="8000" y="24493"/>
                  </a:cubicBezTo>
                  <a:lnTo>
                    <a:pt x="43867" y="24493"/>
                  </a:lnTo>
                  <a:lnTo>
                    <a:pt x="43867" y="14560"/>
                  </a:lnTo>
                  <a:lnTo>
                    <a:pt x="9934" y="14560"/>
                  </a:lnTo>
                  <a:lnTo>
                    <a:pt x="99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44"/>
            <p:cNvSpPr/>
            <p:nvPr/>
          </p:nvSpPr>
          <p:spPr>
            <a:xfrm>
              <a:off x="3503350" y="1047575"/>
              <a:ext cx="554525" cy="274900"/>
            </a:xfrm>
            <a:custGeom>
              <a:avLst/>
              <a:gdLst/>
              <a:ahLst/>
              <a:cxnLst/>
              <a:rect l="l" t="t" r="r" b="b"/>
              <a:pathLst>
                <a:path w="22181" h="10996" extrusionOk="0">
                  <a:moveTo>
                    <a:pt x="22180" y="0"/>
                  </a:moveTo>
                  <a:lnTo>
                    <a:pt x="20095" y="380"/>
                  </a:lnTo>
                  <a:lnTo>
                    <a:pt x="1442" y="3792"/>
                  </a:lnTo>
                  <a:lnTo>
                    <a:pt x="1" y="4057"/>
                  </a:lnTo>
                  <a:lnTo>
                    <a:pt x="1" y="5574"/>
                  </a:lnTo>
                  <a:lnTo>
                    <a:pt x="1" y="9214"/>
                  </a:lnTo>
                  <a:lnTo>
                    <a:pt x="1" y="10995"/>
                  </a:lnTo>
                  <a:lnTo>
                    <a:pt x="22180" y="10995"/>
                  </a:lnTo>
                  <a:lnTo>
                    <a:pt x="22180" y="9214"/>
                  </a:lnTo>
                  <a:lnTo>
                    <a:pt x="22180" y="2162"/>
                  </a:lnTo>
                  <a:lnTo>
                    <a:pt x="221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44"/>
            <p:cNvSpPr/>
            <p:nvPr/>
          </p:nvSpPr>
          <p:spPr>
            <a:xfrm>
              <a:off x="4578200" y="453275"/>
              <a:ext cx="257850" cy="458775"/>
            </a:xfrm>
            <a:custGeom>
              <a:avLst/>
              <a:gdLst/>
              <a:ahLst/>
              <a:cxnLst/>
              <a:rect l="l" t="t" r="r" b="b"/>
              <a:pathLst>
                <a:path w="10314" h="18351" extrusionOk="0">
                  <a:moveTo>
                    <a:pt x="7205" y="0"/>
                  </a:moveTo>
                  <a:lnTo>
                    <a:pt x="5423" y="304"/>
                  </a:lnTo>
                  <a:lnTo>
                    <a:pt x="4588" y="455"/>
                  </a:lnTo>
                  <a:lnTo>
                    <a:pt x="2844" y="797"/>
                  </a:lnTo>
                  <a:lnTo>
                    <a:pt x="3148" y="2579"/>
                  </a:lnTo>
                  <a:lnTo>
                    <a:pt x="3527" y="4664"/>
                  </a:lnTo>
                  <a:lnTo>
                    <a:pt x="1100" y="6029"/>
                  </a:lnTo>
                  <a:lnTo>
                    <a:pt x="1" y="6673"/>
                  </a:lnTo>
                  <a:lnTo>
                    <a:pt x="228" y="7924"/>
                  </a:lnTo>
                  <a:lnTo>
                    <a:pt x="1821" y="16569"/>
                  </a:lnTo>
                  <a:lnTo>
                    <a:pt x="2124" y="18351"/>
                  </a:lnTo>
                  <a:lnTo>
                    <a:pt x="3906" y="18010"/>
                  </a:lnTo>
                  <a:lnTo>
                    <a:pt x="8531" y="17175"/>
                  </a:lnTo>
                  <a:lnTo>
                    <a:pt x="10313" y="16834"/>
                  </a:lnTo>
                  <a:lnTo>
                    <a:pt x="9972" y="15090"/>
                  </a:lnTo>
                  <a:lnTo>
                    <a:pt x="7546" y="1744"/>
                  </a:lnTo>
                  <a:lnTo>
                    <a:pt x="72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44"/>
            <p:cNvSpPr/>
            <p:nvPr/>
          </p:nvSpPr>
          <p:spPr>
            <a:xfrm>
              <a:off x="2941300" y="991650"/>
              <a:ext cx="576300" cy="301450"/>
            </a:xfrm>
            <a:custGeom>
              <a:avLst/>
              <a:gdLst/>
              <a:ahLst/>
              <a:cxnLst/>
              <a:rect l="l" t="t" r="r" b="b"/>
              <a:pathLst>
                <a:path w="23052" h="12058" extrusionOk="0">
                  <a:moveTo>
                    <a:pt x="16644" y="1"/>
                  </a:moveTo>
                  <a:lnTo>
                    <a:pt x="15583" y="190"/>
                  </a:lnTo>
                  <a:lnTo>
                    <a:pt x="1782" y="2730"/>
                  </a:lnTo>
                  <a:lnTo>
                    <a:pt x="0" y="3034"/>
                  </a:lnTo>
                  <a:lnTo>
                    <a:pt x="341" y="4816"/>
                  </a:lnTo>
                  <a:lnTo>
                    <a:pt x="1100" y="8948"/>
                  </a:lnTo>
                  <a:lnTo>
                    <a:pt x="1327" y="10275"/>
                  </a:lnTo>
                  <a:lnTo>
                    <a:pt x="1668" y="12057"/>
                  </a:lnTo>
                  <a:lnTo>
                    <a:pt x="3412" y="11716"/>
                  </a:lnTo>
                  <a:lnTo>
                    <a:pt x="20132" y="8645"/>
                  </a:lnTo>
                  <a:lnTo>
                    <a:pt x="23052" y="8114"/>
                  </a:lnTo>
                  <a:lnTo>
                    <a:pt x="21194" y="5763"/>
                  </a:lnTo>
                  <a:lnTo>
                    <a:pt x="17289" y="835"/>
                  </a:lnTo>
                  <a:lnTo>
                    <a:pt x="166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44"/>
            <p:cNvSpPr/>
            <p:nvPr/>
          </p:nvSpPr>
          <p:spPr>
            <a:xfrm>
              <a:off x="2870200" y="595450"/>
              <a:ext cx="1821775" cy="608550"/>
            </a:xfrm>
            <a:custGeom>
              <a:avLst/>
              <a:gdLst/>
              <a:ahLst/>
              <a:cxnLst/>
              <a:rect l="l" t="t" r="r" b="b"/>
              <a:pathLst>
                <a:path w="72871" h="24342" extrusionOk="0">
                  <a:moveTo>
                    <a:pt x="70027" y="1"/>
                  </a:moveTo>
                  <a:lnTo>
                    <a:pt x="67828" y="1252"/>
                  </a:lnTo>
                  <a:lnTo>
                    <a:pt x="58160" y="6825"/>
                  </a:lnTo>
                  <a:cubicBezTo>
                    <a:pt x="56227" y="7925"/>
                    <a:pt x="54141" y="8683"/>
                    <a:pt x="51942" y="9100"/>
                  </a:cubicBezTo>
                  <a:lnTo>
                    <a:pt x="27223" y="13650"/>
                  </a:lnTo>
                  <a:cubicBezTo>
                    <a:pt x="26047" y="13839"/>
                    <a:pt x="24834" y="13953"/>
                    <a:pt x="23659" y="13953"/>
                  </a:cubicBezTo>
                  <a:cubicBezTo>
                    <a:pt x="16341" y="13953"/>
                    <a:pt x="9631" y="9896"/>
                    <a:pt x="6294" y="3413"/>
                  </a:cubicBezTo>
                  <a:lnTo>
                    <a:pt x="5650" y="2237"/>
                  </a:lnTo>
                  <a:lnTo>
                    <a:pt x="4361" y="2503"/>
                  </a:lnTo>
                  <a:lnTo>
                    <a:pt x="1745" y="2958"/>
                  </a:lnTo>
                  <a:lnTo>
                    <a:pt x="1" y="3299"/>
                  </a:lnTo>
                  <a:lnTo>
                    <a:pt x="304" y="5043"/>
                  </a:lnTo>
                  <a:lnTo>
                    <a:pt x="380" y="5384"/>
                  </a:lnTo>
                  <a:lnTo>
                    <a:pt x="645" y="6863"/>
                  </a:lnTo>
                  <a:lnTo>
                    <a:pt x="2844" y="18957"/>
                  </a:lnTo>
                  <a:lnTo>
                    <a:pt x="3185" y="20739"/>
                  </a:lnTo>
                  <a:lnTo>
                    <a:pt x="4967" y="20398"/>
                  </a:lnTo>
                  <a:lnTo>
                    <a:pt x="18692" y="17896"/>
                  </a:lnTo>
                  <a:lnTo>
                    <a:pt x="23128" y="23507"/>
                  </a:lnTo>
                  <a:lnTo>
                    <a:pt x="23810" y="24341"/>
                  </a:lnTo>
                  <a:lnTo>
                    <a:pt x="24872" y="24152"/>
                  </a:lnTo>
                  <a:lnTo>
                    <a:pt x="71089" y="15659"/>
                  </a:lnTo>
                  <a:lnTo>
                    <a:pt x="72871" y="15318"/>
                  </a:lnTo>
                  <a:lnTo>
                    <a:pt x="72529" y="13574"/>
                  </a:lnTo>
                  <a:lnTo>
                    <a:pt x="70482" y="2503"/>
                  </a:lnTo>
                  <a:lnTo>
                    <a:pt x="7002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44"/>
            <p:cNvSpPr/>
            <p:nvPr/>
          </p:nvSpPr>
          <p:spPr>
            <a:xfrm>
              <a:off x="2954575" y="238125"/>
              <a:ext cx="1739300" cy="730800"/>
            </a:xfrm>
            <a:custGeom>
              <a:avLst/>
              <a:gdLst/>
              <a:ahLst/>
              <a:cxnLst/>
              <a:rect l="l" t="t" r="r" b="b"/>
              <a:pathLst>
                <a:path w="69572" h="29232" extrusionOk="0">
                  <a:moveTo>
                    <a:pt x="67031" y="0"/>
                  </a:moveTo>
                  <a:lnTo>
                    <a:pt x="0" y="12322"/>
                  </a:lnTo>
                  <a:lnTo>
                    <a:pt x="228" y="13232"/>
                  </a:lnTo>
                  <a:cubicBezTo>
                    <a:pt x="2351" y="22597"/>
                    <a:pt x="10654" y="29232"/>
                    <a:pt x="20246" y="29232"/>
                  </a:cubicBezTo>
                  <a:cubicBezTo>
                    <a:pt x="21497" y="29232"/>
                    <a:pt x="22786" y="29118"/>
                    <a:pt x="23999" y="28890"/>
                  </a:cubicBezTo>
                  <a:lnTo>
                    <a:pt x="48757" y="24341"/>
                  </a:lnTo>
                  <a:cubicBezTo>
                    <a:pt x="51070" y="23924"/>
                    <a:pt x="53269" y="23127"/>
                    <a:pt x="55278" y="21952"/>
                  </a:cubicBezTo>
                  <a:lnTo>
                    <a:pt x="69571" y="13763"/>
                  </a:lnTo>
                  <a:lnTo>
                    <a:pt x="670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44"/>
            <p:cNvSpPr/>
            <p:nvPr/>
          </p:nvSpPr>
          <p:spPr>
            <a:xfrm>
              <a:off x="2752675" y="728150"/>
              <a:ext cx="218025" cy="512800"/>
            </a:xfrm>
            <a:custGeom>
              <a:avLst/>
              <a:gdLst/>
              <a:ahLst/>
              <a:cxnLst/>
              <a:rect l="l" t="t" r="r" b="b"/>
              <a:pathLst>
                <a:path w="8721" h="20512" extrusionOk="0">
                  <a:moveTo>
                    <a:pt x="5119" y="0"/>
                  </a:moveTo>
                  <a:lnTo>
                    <a:pt x="1782" y="607"/>
                  </a:lnTo>
                  <a:lnTo>
                    <a:pt x="0" y="948"/>
                  </a:lnTo>
                  <a:lnTo>
                    <a:pt x="342" y="2692"/>
                  </a:lnTo>
                  <a:lnTo>
                    <a:pt x="3261" y="18730"/>
                  </a:lnTo>
                  <a:lnTo>
                    <a:pt x="3602" y="20512"/>
                  </a:lnTo>
                  <a:lnTo>
                    <a:pt x="5384" y="20171"/>
                  </a:lnTo>
                  <a:lnTo>
                    <a:pt x="8721" y="19564"/>
                  </a:lnTo>
                  <a:lnTo>
                    <a:pt x="51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44"/>
            <p:cNvSpPr/>
            <p:nvPr/>
          </p:nvSpPr>
          <p:spPr>
            <a:xfrm>
              <a:off x="3661650" y="4580200"/>
              <a:ext cx="1120375" cy="612325"/>
            </a:xfrm>
            <a:custGeom>
              <a:avLst/>
              <a:gdLst/>
              <a:ahLst/>
              <a:cxnLst/>
              <a:rect l="l" t="t" r="r" b="b"/>
              <a:pathLst>
                <a:path w="44815" h="24493" extrusionOk="0">
                  <a:moveTo>
                    <a:pt x="1" y="0"/>
                  </a:moveTo>
                  <a:lnTo>
                    <a:pt x="1" y="16493"/>
                  </a:lnTo>
                  <a:cubicBezTo>
                    <a:pt x="1" y="20891"/>
                    <a:pt x="3602" y="24455"/>
                    <a:pt x="8000" y="24493"/>
                  </a:cubicBezTo>
                  <a:lnTo>
                    <a:pt x="44814" y="24493"/>
                  </a:lnTo>
                  <a:lnTo>
                    <a:pt x="44814" y="14559"/>
                  </a:lnTo>
                  <a:lnTo>
                    <a:pt x="9934" y="14559"/>
                  </a:lnTo>
                  <a:lnTo>
                    <a:pt x="99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44"/>
            <p:cNvSpPr/>
            <p:nvPr/>
          </p:nvSpPr>
          <p:spPr>
            <a:xfrm>
              <a:off x="3503350" y="4329025"/>
              <a:ext cx="554525" cy="275850"/>
            </a:xfrm>
            <a:custGeom>
              <a:avLst/>
              <a:gdLst/>
              <a:ahLst/>
              <a:cxnLst/>
              <a:rect l="l" t="t" r="r" b="b"/>
              <a:pathLst>
                <a:path w="22181" h="11034" extrusionOk="0">
                  <a:moveTo>
                    <a:pt x="22180" y="0"/>
                  </a:moveTo>
                  <a:lnTo>
                    <a:pt x="20095" y="379"/>
                  </a:lnTo>
                  <a:lnTo>
                    <a:pt x="1442" y="38"/>
                  </a:lnTo>
                  <a:lnTo>
                    <a:pt x="1" y="304"/>
                  </a:lnTo>
                  <a:lnTo>
                    <a:pt x="1" y="5574"/>
                  </a:lnTo>
                  <a:lnTo>
                    <a:pt x="1" y="9213"/>
                  </a:lnTo>
                  <a:lnTo>
                    <a:pt x="1" y="11033"/>
                  </a:lnTo>
                  <a:lnTo>
                    <a:pt x="22180" y="11033"/>
                  </a:lnTo>
                  <a:lnTo>
                    <a:pt x="22180" y="9213"/>
                  </a:lnTo>
                  <a:lnTo>
                    <a:pt x="22180" y="2161"/>
                  </a:lnTo>
                  <a:lnTo>
                    <a:pt x="221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44"/>
            <p:cNvSpPr/>
            <p:nvPr/>
          </p:nvSpPr>
          <p:spPr>
            <a:xfrm>
              <a:off x="4524175" y="4079725"/>
              <a:ext cx="282500" cy="441725"/>
            </a:xfrm>
            <a:custGeom>
              <a:avLst/>
              <a:gdLst/>
              <a:ahLst/>
              <a:cxnLst/>
              <a:rect l="l" t="t" r="r" b="b"/>
              <a:pathLst>
                <a:path w="11300" h="17669" extrusionOk="0">
                  <a:moveTo>
                    <a:pt x="6901" y="1"/>
                  </a:moveTo>
                  <a:lnTo>
                    <a:pt x="6598" y="1745"/>
                  </a:lnTo>
                  <a:lnTo>
                    <a:pt x="6219" y="3830"/>
                  </a:lnTo>
                  <a:lnTo>
                    <a:pt x="3413" y="4285"/>
                  </a:lnTo>
                  <a:lnTo>
                    <a:pt x="2162" y="4475"/>
                  </a:lnTo>
                  <a:lnTo>
                    <a:pt x="1934" y="5726"/>
                  </a:lnTo>
                  <a:lnTo>
                    <a:pt x="342" y="14370"/>
                  </a:lnTo>
                  <a:lnTo>
                    <a:pt x="1" y="16152"/>
                  </a:lnTo>
                  <a:lnTo>
                    <a:pt x="1783" y="16456"/>
                  </a:lnTo>
                  <a:lnTo>
                    <a:pt x="6408" y="17328"/>
                  </a:lnTo>
                  <a:lnTo>
                    <a:pt x="8152" y="17669"/>
                  </a:lnTo>
                  <a:lnTo>
                    <a:pt x="8493" y="15887"/>
                  </a:lnTo>
                  <a:lnTo>
                    <a:pt x="10958" y="2579"/>
                  </a:lnTo>
                  <a:lnTo>
                    <a:pt x="11299" y="797"/>
                  </a:lnTo>
                  <a:lnTo>
                    <a:pt x="9517" y="494"/>
                  </a:lnTo>
                  <a:lnTo>
                    <a:pt x="8683" y="304"/>
                  </a:lnTo>
                  <a:lnTo>
                    <a:pt x="69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44"/>
            <p:cNvSpPr/>
            <p:nvPr/>
          </p:nvSpPr>
          <p:spPr>
            <a:xfrm>
              <a:off x="2848400" y="4024750"/>
              <a:ext cx="534600" cy="324200"/>
            </a:xfrm>
            <a:custGeom>
              <a:avLst/>
              <a:gdLst/>
              <a:ahLst/>
              <a:cxnLst/>
              <a:rect l="l" t="t" r="r" b="b"/>
              <a:pathLst>
                <a:path w="21384" h="12968" extrusionOk="0">
                  <a:moveTo>
                    <a:pt x="1669" y="1"/>
                  </a:moveTo>
                  <a:lnTo>
                    <a:pt x="1328" y="1783"/>
                  </a:lnTo>
                  <a:lnTo>
                    <a:pt x="569" y="5916"/>
                  </a:lnTo>
                  <a:lnTo>
                    <a:pt x="304" y="7242"/>
                  </a:lnTo>
                  <a:lnTo>
                    <a:pt x="1" y="9024"/>
                  </a:lnTo>
                  <a:lnTo>
                    <a:pt x="1745" y="9328"/>
                  </a:lnTo>
                  <a:lnTo>
                    <a:pt x="18465" y="12437"/>
                  </a:lnTo>
                  <a:lnTo>
                    <a:pt x="21384" y="12967"/>
                  </a:lnTo>
                  <a:lnTo>
                    <a:pt x="20474" y="10124"/>
                  </a:lnTo>
                  <a:lnTo>
                    <a:pt x="18616" y="4134"/>
                  </a:lnTo>
                  <a:lnTo>
                    <a:pt x="18275" y="3110"/>
                  </a:lnTo>
                  <a:lnTo>
                    <a:pt x="17213" y="2882"/>
                  </a:lnTo>
                  <a:lnTo>
                    <a:pt x="3413" y="342"/>
                  </a:lnTo>
                  <a:lnTo>
                    <a:pt x="166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44"/>
            <p:cNvSpPr/>
            <p:nvPr/>
          </p:nvSpPr>
          <p:spPr>
            <a:xfrm>
              <a:off x="2880625" y="3635200"/>
              <a:ext cx="1746900" cy="931750"/>
            </a:xfrm>
            <a:custGeom>
              <a:avLst/>
              <a:gdLst/>
              <a:ahLst/>
              <a:cxnLst/>
              <a:rect l="l" t="t" r="r" b="b"/>
              <a:pathLst>
                <a:path w="69876" h="37270" extrusionOk="0">
                  <a:moveTo>
                    <a:pt x="3261" y="0"/>
                  </a:moveTo>
                  <a:lnTo>
                    <a:pt x="2920" y="1744"/>
                  </a:lnTo>
                  <a:lnTo>
                    <a:pt x="2844" y="2086"/>
                  </a:lnTo>
                  <a:lnTo>
                    <a:pt x="2579" y="3564"/>
                  </a:lnTo>
                  <a:lnTo>
                    <a:pt x="342" y="15697"/>
                  </a:lnTo>
                  <a:lnTo>
                    <a:pt x="1" y="17441"/>
                  </a:lnTo>
                  <a:lnTo>
                    <a:pt x="1783" y="17782"/>
                  </a:lnTo>
                  <a:lnTo>
                    <a:pt x="15545" y="20322"/>
                  </a:lnTo>
                  <a:lnTo>
                    <a:pt x="17668" y="27147"/>
                  </a:lnTo>
                  <a:lnTo>
                    <a:pt x="18010" y="28170"/>
                  </a:lnTo>
                  <a:lnTo>
                    <a:pt x="19071" y="28360"/>
                  </a:lnTo>
                  <a:lnTo>
                    <a:pt x="65288" y="36928"/>
                  </a:lnTo>
                  <a:lnTo>
                    <a:pt x="67032" y="37270"/>
                  </a:lnTo>
                  <a:lnTo>
                    <a:pt x="67373" y="35488"/>
                  </a:lnTo>
                  <a:lnTo>
                    <a:pt x="69420" y="24455"/>
                  </a:lnTo>
                  <a:lnTo>
                    <a:pt x="69875" y="21952"/>
                  </a:lnTo>
                  <a:lnTo>
                    <a:pt x="67373" y="22332"/>
                  </a:lnTo>
                  <a:lnTo>
                    <a:pt x="56340" y="24076"/>
                  </a:lnTo>
                  <a:cubicBezTo>
                    <a:pt x="55351" y="24229"/>
                    <a:pt x="54354" y="24306"/>
                    <a:pt x="53359" y="24306"/>
                  </a:cubicBezTo>
                  <a:cubicBezTo>
                    <a:pt x="52143" y="24306"/>
                    <a:pt x="50932" y="24191"/>
                    <a:pt x="49743" y="23962"/>
                  </a:cubicBezTo>
                  <a:lnTo>
                    <a:pt x="24986" y="19374"/>
                  </a:lnTo>
                  <a:cubicBezTo>
                    <a:pt x="16531" y="17820"/>
                    <a:pt x="10086" y="10920"/>
                    <a:pt x="9100" y="2351"/>
                  </a:cubicBezTo>
                  <a:lnTo>
                    <a:pt x="8948" y="1062"/>
                  </a:lnTo>
                  <a:lnTo>
                    <a:pt x="7621" y="797"/>
                  </a:lnTo>
                  <a:lnTo>
                    <a:pt x="5005" y="342"/>
                  </a:lnTo>
                  <a:lnTo>
                    <a:pt x="326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4"/>
            <p:cNvSpPr/>
            <p:nvPr/>
          </p:nvSpPr>
          <p:spPr>
            <a:xfrm>
              <a:off x="3051250" y="3543250"/>
              <a:ext cx="1712750" cy="724100"/>
            </a:xfrm>
            <a:custGeom>
              <a:avLst/>
              <a:gdLst/>
              <a:ahLst/>
              <a:cxnLst/>
              <a:rect l="l" t="t" r="r" b="b"/>
              <a:pathLst>
                <a:path w="68510" h="28964" extrusionOk="0">
                  <a:moveTo>
                    <a:pt x="1479" y="1"/>
                  </a:moveTo>
                  <a:lnTo>
                    <a:pt x="1365" y="911"/>
                  </a:lnTo>
                  <a:cubicBezTo>
                    <a:pt x="0" y="10427"/>
                    <a:pt x="5384" y="19564"/>
                    <a:pt x="14332" y="23014"/>
                  </a:cubicBezTo>
                  <a:cubicBezTo>
                    <a:pt x="15545" y="23469"/>
                    <a:pt x="16758" y="23811"/>
                    <a:pt x="18009" y="24038"/>
                  </a:cubicBezTo>
                  <a:lnTo>
                    <a:pt x="42729" y="28626"/>
                  </a:lnTo>
                  <a:cubicBezTo>
                    <a:pt x="43947" y="28849"/>
                    <a:pt x="45188" y="28964"/>
                    <a:pt x="46432" y="28964"/>
                  </a:cubicBezTo>
                  <a:cubicBezTo>
                    <a:pt x="47511" y="28964"/>
                    <a:pt x="48593" y="28878"/>
                    <a:pt x="49667" y="28702"/>
                  </a:cubicBezTo>
                  <a:lnTo>
                    <a:pt x="65970" y="26161"/>
                  </a:lnTo>
                  <a:lnTo>
                    <a:pt x="68510" y="12399"/>
                  </a:lnTo>
                  <a:lnTo>
                    <a:pt x="14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44"/>
            <p:cNvSpPr/>
            <p:nvPr/>
          </p:nvSpPr>
          <p:spPr>
            <a:xfrm>
              <a:off x="2735625" y="3662675"/>
              <a:ext cx="218975" cy="512825"/>
            </a:xfrm>
            <a:custGeom>
              <a:avLst/>
              <a:gdLst/>
              <a:ahLst/>
              <a:cxnLst/>
              <a:rect l="l" t="t" r="r" b="b"/>
              <a:pathLst>
                <a:path w="8759" h="20513" extrusionOk="0">
                  <a:moveTo>
                    <a:pt x="3640" y="1"/>
                  </a:moveTo>
                  <a:lnTo>
                    <a:pt x="3298" y="1745"/>
                  </a:lnTo>
                  <a:lnTo>
                    <a:pt x="341" y="17782"/>
                  </a:lnTo>
                  <a:lnTo>
                    <a:pt x="0" y="19564"/>
                  </a:lnTo>
                  <a:lnTo>
                    <a:pt x="1782" y="19868"/>
                  </a:lnTo>
                  <a:lnTo>
                    <a:pt x="5118" y="20512"/>
                  </a:lnTo>
                  <a:lnTo>
                    <a:pt x="8758" y="949"/>
                  </a:lnTo>
                  <a:lnTo>
                    <a:pt x="5384" y="304"/>
                  </a:lnTo>
                  <a:lnTo>
                    <a:pt x="36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44"/>
            <p:cNvSpPr/>
            <p:nvPr/>
          </p:nvSpPr>
          <p:spPr>
            <a:xfrm>
              <a:off x="4671100" y="1433350"/>
              <a:ext cx="182000" cy="718500"/>
            </a:xfrm>
            <a:custGeom>
              <a:avLst/>
              <a:gdLst/>
              <a:ahLst/>
              <a:cxnLst/>
              <a:rect l="l" t="t" r="r" b="b"/>
              <a:pathLst>
                <a:path w="7280" h="28740" extrusionOk="0">
                  <a:moveTo>
                    <a:pt x="0" y="0"/>
                  </a:moveTo>
                  <a:lnTo>
                    <a:pt x="0" y="1782"/>
                  </a:lnTo>
                  <a:lnTo>
                    <a:pt x="0" y="8341"/>
                  </a:lnTo>
                  <a:lnTo>
                    <a:pt x="0" y="19905"/>
                  </a:lnTo>
                  <a:lnTo>
                    <a:pt x="0" y="26957"/>
                  </a:lnTo>
                  <a:lnTo>
                    <a:pt x="0" y="28739"/>
                  </a:lnTo>
                  <a:lnTo>
                    <a:pt x="7280" y="28739"/>
                  </a:lnTo>
                  <a:lnTo>
                    <a:pt x="7280" y="26957"/>
                  </a:lnTo>
                  <a:lnTo>
                    <a:pt x="7280" y="1782"/>
                  </a:lnTo>
                  <a:lnTo>
                    <a:pt x="72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44"/>
            <p:cNvSpPr/>
            <p:nvPr/>
          </p:nvSpPr>
          <p:spPr>
            <a:xfrm>
              <a:off x="4671100" y="4714800"/>
              <a:ext cx="182000" cy="719425"/>
            </a:xfrm>
            <a:custGeom>
              <a:avLst/>
              <a:gdLst/>
              <a:ahLst/>
              <a:cxnLst/>
              <a:rect l="l" t="t" r="r" b="b"/>
              <a:pathLst>
                <a:path w="7280" h="28777" extrusionOk="0">
                  <a:moveTo>
                    <a:pt x="0" y="0"/>
                  </a:moveTo>
                  <a:lnTo>
                    <a:pt x="0" y="1820"/>
                  </a:lnTo>
                  <a:lnTo>
                    <a:pt x="0" y="8341"/>
                  </a:lnTo>
                  <a:lnTo>
                    <a:pt x="0" y="19905"/>
                  </a:lnTo>
                  <a:lnTo>
                    <a:pt x="0" y="26957"/>
                  </a:lnTo>
                  <a:lnTo>
                    <a:pt x="0" y="28777"/>
                  </a:lnTo>
                  <a:lnTo>
                    <a:pt x="7280" y="28777"/>
                  </a:lnTo>
                  <a:lnTo>
                    <a:pt x="7280" y="26957"/>
                  </a:lnTo>
                  <a:lnTo>
                    <a:pt x="7280" y="1820"/>
                  </a:lnTo>
                  <a:lnTo>
                    <a:pt x="72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3000"/>
              <a:buFont typeface="Kreon"/>
              <a:buNone/>
              <a:defRPr sz="3000">
                <a:solidFill>
                  <a:schemeClr val="lt1"/>
                </a:solidFill>
                <a:latin typeface="Kreon"/>
                <a:ea typeface="Kreon"/>
                <a:cs typeface="Kreon"/>
                <a:sym typeface="Kreon"/>
              </a:defRPr>
            </a:lvl1pPr>
            <a:lvl2pPr lvl="1">
              <a:spcBef>
                <a:spcPts val="0"/>
              </a:spcBef>
              <a:spcAft>
                <a:spcPts val="0"/>
              </a:spcAft>
              <a:buClr>
                <a:schemeClr val="lt1"/>
              </a:buClr>
              <a:buSzPts val="3000"/>
              <a:buFont typeface="Kreon"/>
              <a:buNone/>
              <a:defRPr sz="3000">
                <a:solidFill>
                  <a:schemeClr val="lt1"/>
                </a:solidFill>
                <a:latin typeface="Kreon"/>
                <a:ea typeface="Kreon"/>
                <a:cs typeface="Kreon"/>
                <a:sym typeface="Kreon"/>
              </a:defRPr>
            </a:lvl2pPr>
            <a:lvl3pPr lvl="2">
              <a:spcBef>
                <a:spcPts val="0"/>
              </a:spcBef>
              <a:spcAft>
                <a:spcPts val="0"/>
              </a:spcAft>
              <a:buClr>
                <a:schemeClr val="lt1"/>
              </a:buClr>
              <a:buSzPts val="3000"/>
              <a:buFont typeface="Kreon"/>
              <a:buNone/>
              <a:defRPr sz="3000">
                <a:solidFill>
                  <a:schemeClr val="lt1"/>
                </a:solidFill>
                <a:latin typeface="Kreon"/>
                <a:ea typeface="Kreon"/>
                <a:cs typeface="Kreon"/>
                <a:sym typeface="Kreon"/>
              </a:defRPr>
            </a:lvl3pPr>
            <a:lvl4pPr lvl="3">
              <a:spcBef>
                <a:spcPts val="0"/>
              </a:spcBef>
              <a:spcAft>
                <a:spcPts val="0"/>
              </a:spcAft>
              <a:buClr>
                <a:schemeClr val="lt1"/>
              </a:buClr>
              <a:buSzPts val="3000"/>
              <a:buFont typeface="Kreon"/>
              <a:buNone/>
              <a:defRPr sz="3000">
                <a:solidFill>
                  <a:schemeClr val="lt1"/>
                </a:solidFill>
                <a:latin typeface="Kreon"/>
                <a:ea typeface="Kreon"/>
                <a:cs typeface="Kreon"/>
                <a:sym typeface="Kreon"/>
              </a:defRPr>
            </a:lvl4pPr>
            <a:lvl5pPr lvl="4">
              <a:spcBef>
                <a:spcPts val="0"/>
              </a:spcBef>
              <a:spcAft>
                <a:spcPts val="0"/>
              </a:spcAft>
              <a:buClr>
                <a:schemeClr val="lt1"/>
              </a:buClr>
              <a:buSzPts val="3000"/>
              <a:buFont typeface="Kreon"/>
              <a:buNone/>
              <a:defRPr sz="3000">
                <a:solidFill>
                  <a:schemeClr val="lt1"/>
                </a:solidFill>
                <a:latin typeface="Kreon"/>
                <a:ea typeface="Kreon"/>
                <a:cs typeface="Kreon"/>
                <a:sym typeface="Kreon"/>
              </a:defRPr>
            </a:lvl5pPr>
            <a:lvl6pPr lvl="5">
              <a:spcBef>
                <a:spcPts val="0"/>
              </a:spcBef>
              <a:spcAft>
                <a:spcPts val="0"/>
              </a:spcAft>
              <a:buClr>
                <a:schemeClr val="lt1"/>
              </a:buClr>
              <a:buSzPts val="3000"/>
              <a:buFont typeface="Kreon"/>
              <a:buNone/>
              <a:defRPr sz="3000">
                <a:solidFill>
                  <a:schemeClr val="lt1"/>
                </a:solidFill>
                <a:latin typeface="Kreon"/>
                <a:ea typeface="Kreon"/>
                <a:cs typeface="Kreon"/>
                <a:sym typeface="Kreon"/>
              </a:defRPr>
            </a:lvl6pPr>
            <a:lvl7pPr lvl="6">
              <a:spcBef>
                <a:spcPts val="0"/>
              </a:spcBef>
              <a:spcAft>
                <a:spcPts val="0"/>
              </a:spcAft>
              <a:buClr>
                <a:schemeClr val="lt1"/>
              </a:buClr>
              <a:buSzPts val="3000"/>
              <a:buFont typeface="Kreon"/>
              <a:buNone/>
              <a:defRPr sz="3000">
                <a:solidFill>
                  <a:schemeClr val="lt1"/>
                </a:solidFill>
                <a:latin typeface="Kreon"/>
                <a:ea typeface="Kreon"/>
                <a:cs typeface="Kreon"/>
                <a:sym typeface="Kreon"/>
              </a:defRPr>
            </a:lvl7pPr>
            <a:lvl8pPr lvl="7">
              <a:spcBef>
                <a:spcPts val="0"/>
              </a:spcBef>
              <a:spcAft>
                <a:spcPts val="0"/>
              </a:spcAft>
              <a:buClr>
                <a:schemeClr val="lt1"/>
              </a:buClr>
              <a:buSzPts val="3000"/>
              <a:buFont typeface="Kreon"/>
              <a:buNone/>
              <a:defRPr sz="3000">
                <a:solidFill>
                  <a:schemeClr val="lt1"/>
                </a:solidFill>
                <a:latin typeface="Kreon"/>
                <a:ea typeface="Kreon"/>
                <a:cs typeface="Kreon"/>
                <a:sym typeface="Kreon"/>
              </a:defRPr>
            </a:lvl8pPr>
            <a:lvl9pPr lvl="8">
              <a:spcBef>
                <a:spcPts val="0"/>
              </a:spcBef>
              <a:spcAft>
                <a:spcPts val="0"/>
              </a:spcAft>
              <a:buClr>
                <a:schemeClr val="lt1"/>
              </a:buClr>
              <a:buSzPts val="3000"/>
              <a:buFont typeface="Kreon"/>
              <a:buNone/>
              <a:defRPr sz="3000">
                <a:solidFill>
                  <a:schemeClr val="lt1"/>
                </a:solidFill>
                <a:latin typeface="Kreon"/>
                <a:ea typeface="Kreon"/>
                <a:cs typeface="Kreon"/>
                <a:sym typeface="Kreon"/>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chemeClr val="dk2"/>
              </a:buClr>
              <a:buSzPts val="1100"/>
              <a:buFont typeface="Ubuntu Light"/>
              <a:buChar char="●"/>
              <a:defRPr sz="1100">
                <a:solidFill>
                  <a:schemeClr val="dk2"/>
                </a:solidFill>
                <a:latin typeface="Ubuntu Light"/>
                <a:ea typeface="Ubuntu Light"/>
                <a:cs typeface="Ubuntu Light"/>
                <a:sym typeface="Ubuntu Light"/>
              </a:defRPr>
            </a:lvl1pPr>
            <a:lvl2pPr marL="914400" lvl="1" indent="-298450" rtl="0">
              <a:lnSpc>
                <a:spcPct val="115000"/>
              </a:lnSpc>
              <a:spcBef>
                <a:spcPts val="1600"/>
              </a:spcBef>
              <a:spcAft>
                <a:spcPts val="0"/>
              </a:spcAft>
              <a:buClr>
                <a:schemeClr val="dk2"/>
              </a:buClr>
              <a:buSzPts val="1100"/>
              <a:buFont typeface="Ubuntu Light"/>
              <a:buChar char="○"/>
              <a:defRPr sz="1100">
                <a:solidFill>
                  <a:schemeClr val="dk2"/>
                </a:solidFill>
                <a:latin typeface="Ubuntu Light"/>
                <a:ea typeface="Ubuntu Light"/>
                <a:cs typeface="Ubuntu Light"/>
                <a:sym typeface="Ubuntu Light"/>
              </a:defRPr>
            </a:lvl2pPr>
            <a:lvl3pPr marL="1371600" lvl="2" indent="-298450" rtl="0">
              <a:lnSpc>
                <a:spcPct val="115000"/>
              </a:lnSpc>
              <a:spcBef>
                <a:spcPts val="1600"/>
              </a:spcBef>
              <a:spcAft>
                <a:spcPts val="0"/>
              </a:spcAft>
              <a:buClr>
                <a:schemeClr val="dk2"/>
              </a:buClr>
              <a:buSzPts val="1100"/>
              <a:buFont typeface="Ubuntu Light"/>
              <a:buChar char="■"/>
              <a:defRPr sz="1100">
                <a:solidFill>
                  <a:schemeClr val="dk2"/>
                </a:solidFill>
                <a:latin typeface="Ubuntu Light"/>
                <a:ea typeface="Ubuntu Light"/>
                <a:cs typeface="Ubuntu Light"/>
                <a:sym typeface="Ubuntu Light"/>
              </a:defRPr>
            </a:lvl3pPr>
            <a:lvl4pPr marL="1828800" lvl="3" indent="-298450" rtl="0">
              <a:lnSpc>
                <a:spcPct val="115000"/>
              </a:lnSpc>
              <a:spcBef>
                <a:spcPts val="1600"/>
              </a:spcBef>
              <a:spcAft>
                <a:spcPts val="0"/>
              </a:spcAft>
              <a:buClr>
                <a:schemeClr val="dk2"/>
              </a:buClr>
              <a:buSzPts val="1100"/>
              <a:buFont typeface="Ubuntu Light"/>
              <a:buChar char="●"/>
              <a:defRPr sz="1100">
                <a:solidFill>
                  <a:schemeClr val="dk2"/>
                </a:solidFill>
                <a:latin typeface="Ubuntu Light"/>
                <a:ea typeface="Ubuntu Light"/>
                <a:cs typeface="Ubuntu Light"/>
                <a:sym typeface="Ubuntu Light"/>
              </a:defRPr>
            </a:lvl4pPr>
            <a:lvl5pPr marL="2286000" lvl="4" indent="-298450" rtl="0">
              <a:lnSpc>
                <a:spcPct val="115000"/>
              </a:lnSpc>
              <a:spcBef>
                <a:spcPts val="1600"/>
              </a:spcBef>
              <a:spcAft>
                <a:spcPts val="0"/>
              </a:spcAft>
              <a:buClr>
                <a:schemeClr val="dk2"/>
              </a:buClr>
              <a:buSzPts val="1100"/>
              <a:buFont typeface="Ubuntu Light"/>
              <a:buChar char="○"/>
              <a:defRPr sz="1100">
                <a:solidFill>
                  <a:schemeClr val="dk2"/>
                </a:solidFill>
                <a:latin typeface="Ubuntu Light"/>
                <a:ea typeface="Ubuntu Light"/>
                <a:cs typeface="Ubuntu Light"/>
                <a:sym typeface="Ubuntu Light"/>
              </a:defRPr>
            </a:lvl5pPr>
            <a:lvl6pPr marL="2743200" lvl="5" indent="-298450" rtl="0">
              <a:lnSpc>
                <a:spcPct val="115000"/>
              </a:lnSpc>
              <a:spcBef>
                <a:spcPts val="1600"/>
              </a:spcBef>
              <a:spcAft>
                <a:spcPts val="0"/>
              </a:spcAft>
              <a:buClr>
                <a:schemeClr val="dk2"/>
              </a:buClr>
              <a:buSzPts val="1100"/>
              <a:buFont typeface="Ubuntu Light"/>
              <a:buChar char="■"/>
              <a:defRPr sz="1100">
                <a:solidFill>
                  <a:schemeClr val="dk2"/>
                </a:solidFill>
                <a:latin typeface="Ubuntu Light"/>
                <a:ea typeface="Ubuntu Light"/>
                <a:cs typeface="Ubuntu Light"/>
                <a:sym typeface="Ubuntu Light"/>
              </a:defRPr>
            </a:lvl6pPr>
            <a:lvl7pPr marL="3200400" lvl="6" indent="-298450" rtl="0">
              <a:lnSpc>
                <a:spcPct val="115000"/>
              </a:lnSpc>
              <a:spcBef>
                <a:spcPts val="1600"/>
              </a:spcBef>
              <a:spcAft>
                <a:spcPts val="0"/>
              </a:spcAft>
              <a:buClr>
                <a:schemeClr val="dk2"/>
              </a:buClr>
              <a:buSzPts val="1100"/>
              <a:buFont typeface="Ubuntu Light"/>
              <a:buChar char="●"/>
              <a:defRPr sz="1100">
                <a:solidFill>
                  <a:schemeClr val="dk2"/>
                </a:solidFill>
                <a:latin typeface="Ubuntu Light"/>
                <a:ea typeface="Ubuntu Light"/>
                <a:cs typeface="Ubuntu Light"/>
                <a:sym typeface="Ubuntu Light"/>
              </a:defRPr>
            </a:lvl7pPr>
            <a:lvl8pPr marL="3657600" lvl="7" indent="-298450" rtl="0">
              <a:lnSpc>
                <a:spcPct val="115000"/>
              </a:lnSpc>
              <a:spcBef>
                <a:spcPts val="1600"/>
              </a:spcBef>
              <a:spcAft>
                <a:spcPts val="0"/>
              </a:spcAft>
              <a:buClr>
                <a:schemeClr val="dk2"/>
              </a:buClr>
              <a:buSzPts val="1100"/>
              <a:buFont typeface="Ubuntu Light"/>
              <a:buChar char="○"/>
              <a:defRPr sz="1100">
                <a:solidFill>
                  <a:schemeClr val="dk2"/>
                </a:solidFill>
                <a:latin typeface="Ubuntu Light"/>
                <a:ea typeface="Ubuntu Light"/>
                <a:cs typeface="Ubuntu Light"/>
                <a:sym typeface="Ubuntu Light"/>
              </a:defRPr>
            </a:lvl8pPr>
            <a:lvl9pPr marL="4114800" lvl="8" indent="-298450" rtl="0">
              <a:lnSpc>
                <a:spcPct val="115000"/>
              </a:lnSpc>
              <a:spcBef>
                <a:spcPts val="1600"/>
              </a:spcBef>
              <a:spcAft>
                <a:spcPts val="1600"/>
              </a:spcAft>
              <a:buClr>
                <a:schemeClr val="dk2"/>
              </a:buClr>
              <a:buSzPts val="1100"/>
              <a:buFont typeface="Ubuntu Light"/>
              <a:buChar char="■"/>
              <a:defRPr sz="1100">
                <a:solidFill>
                  <a:schemeClr val="dk2"/>
                </a:solidFill>
                <a:latin typeface="Ubuntu Light"/>
                <a:ea typeface="Ubuntu Light"/>
                <a:cs typeface="Ubuntu Light"/>
                <a:sym typeface="Ubuntu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7" r:id="rId3"/>
    <p:sldLayoutId id="2147483663" r:id="rId4"/>
    <p:sldLayoutId id="2147483669" r:id="rId5"/>
    <p:sldLayoutId id="2147483672" r:id="rId6"/>
    <p:sldLayoutId id="2147483674" r:id="rId7"/>
    <p:sldLayoutId id="2147483678" r:id="rId8"/>
    <p:sldLayoutId id="2147483685" r:id="rId9"/>
    <p:sldLayoutId id="2147483688" r:id="rId10"/>
    <p:sldLayoutId id="214748369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pos="449">
          <p15:clr>
            <a:srgbClr val="EA4335"/>
          </p15:clr>
        </p15:guide>
        <p15:guide id="3" pos="5316">
          <p15:clr>
            <a:srgbClr val="EA4335"/>
          </p15:clr>
        </p15:guide>
        <p15:guide id="4" orient="horz" pos="2903">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hyperlink" Target="https://www.ijraset.com/best-journal/blockchain-based-digital-forensics-framework" TargetMode="Externa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p49"/>
          <p:cNvSpPr txBox="1">
            <a:spLocks noGrp="1"/>
          </p:cNvSpPr>
          <p:nvPr>
            <p:ph type="ctrTitle"/>
          </p:nvPr>
        </p:nvSpPr>
        <p:spPr>
          <a:xfrm>
            <a:off x="145498" y="885681"/>
            <a:ext cx="5109881" cy="337213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dirty="0">
                <a:latin typeface="Leelawadee" panose="020B0502040204020203" pitchFamily="34" charset="-34"/>
                <a:cs typeface="Leelawadee" panose="020B0502040204020203" pitchFamily="34" charset="-34"/>
              </a:rPr>
              <a:t>Chain of Custody:</a:t>
            </a:r>
            <a:br>
              <a:rPr lang="en-US" sz="4000" dirty="0">
                <a:latin typeface="Leelawadee" panose="020B0502040204020203" pitchFamily="34" charset="-34"/>
                <a:cs typeface="Leelawadee" panose="020B0502040204020203" pitchFamily="34" charset="-34"/>
              </a:rPr>
            </a:br>
            <a:r>
              <a:rPr lang="en-US" sz="4000" dirty="0">
                <a:latin typeface="Leelawadee" panose="020B0502040204020203" pitchFamily="34" charset="-34"/>
                <a:cs typeface="Leelawadee" panose="020B0502040204020203" pitchFamily="34" charset="-34"/>
              </a:rPr>
              <a:t>Leveraging Blockchain for Forensic Evidence Management</a:t>
            </a:r>
            <a:endParaRPr sz="4000" dirty="0">
              <a:latin typeface="Leelawadee" panose="020B0502040204020203" pitchFamily="34" charset="-34"/>
              <a:cs typeface="Leelawadee" panose="020B0502040204020203" pitchFamily="34" charset="-34"/>
            </a:endParaRPr>
          </a:p>
        </p:txBody>
      </p:sp>
      <p:sp>
        <p:nvSpPr>
          <p:cNvPr id="789" name="Google Shape;789;p49"/>
          <p:cNvSpPr txBox="1">
            <a:spLocks noGrp="1"/>
          </p:cNvSpPr>
          <p:nvPr>
            <p:ph type="subTitle" idx="1"/>
          </p:nvPr>
        </p:nvSpPr>
        <p:spPr>
          <a:xfrm>
            <a:off x="7341381" y="2899609"/>
            <a:ext cx="117560" cy="29650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t>
            </a:r>
            <a:endParaRPr dirty="0"/>
          </a:p>
        </p:txBody>
      </p:sp>
      <p:grpSp>
        <p:nvGrpSpPr>
          <p:cNvPr id="790" name="Google Shape;790;p49"/>
          <p:cNvGrpSpPr/>
          <p:nvPr/>
        </p:nvGrpSpPr>
        <p:grpSpPr>
          <a:xfrm rot="-1087508">
            <a:off x="3772923" y="158212"/>
            <a:ext cx="6187007" cy="5950808"/>
            <a:chOff x="3557643" y="-212602"/>
            <a:chExt cx="6186873" cy="5950679"/>
          </a:xfrm>
        </p:grpSpPr>
        <p:sp>
          <p:nvSpPr>
            <p:cNvPr id="791" name="Google Shape;791;p49"/>
            <p:cNvSpPr/>
            <p:nvPr/>
          </p:nvSpPr>
          <p:spPr>
            <a:xfrm rot="-1242374">
              <a:off x="4195495" y="510130"/>
              <a:ext cx="4911168" cy="4505216"/>
            </a:xfrm>
            <a:custGeom>
              <a:avLst/>
              <a:gdLst/>
              <a:ahLst/>
              <a:cxnLst/>
              <a:rect l="l" t="t" r="r" b="b"/>
              <a:pathLst>
                <a:path w="193893" h="177866" extrusionOk="0">
                  <a:moveTo>
                    <a:pt x="39954" y="118086"/>
                  </a:moveTo>
                  <a:cubicBezTo>
                    <a:pt x="33088" y="118086"/>
                    <a:pt x="26519" y="120982"/>
                    <a:pt x="21888" y="126098"/>
                  </a:cubicBezTo>
                  <a:cubicBezTo>
                    <a:pt x="17452" y="130958"/>
                    <a:pt x="13113" y="136047"/>
                    <a:pt x="9362" y="140646"/>
                  </a:cubicBezTo>
                  <a:cubicBezTo>
                    <a:pt x="10406" y="142571"/>
                    <a:pt x="11548" y="144495"/>
                    <a:pt x="12722" y="146354"/>
                  </a:cubicBezTo>
                  <a:cubicBezTo>
                    <a:pt x="16767" y="141396"/>
                    <a:pt x="21529" y="135688"/>
                    <a:pt x="26488" y="130305"/>
                  </a:cubicBezTo>
                  <a:cubicBezTo>
                    <a:pt x="29942" y="126488"/>
                    <a:pt x="34859" y="124330"/>
                    <a:pt x="39986" y="124330"/>
                  </a:cubicBezTo>
                  <a:cubicBezTo>
                    <a:pt x="40378" y="124330"/>
                    <a:pt x="40772" y="124343"/>
                    <a:pt x="41166" y="124369"/>
                  </a:cubicBezTo>
                  <a:cubicBezTo>
                    <a:pt x="47234" y="124695"/>
                    <a:pt x="53268" y="125771"/>
                    <a:pt x="59107" y="127565"/>
                  </a:cubicBezTo>
                  <a:cubicBezTo>
                    <a:pt x="60902" y="128153"/>
                    <a:pt x="60934" y="130664"/>
                    <a:pt x="59140" y="131284"/>
                  </a:cubicBezTo>
                  <a:cubicBezTo>
                    <a:pt x="49354" y="134644"/>
                    <a:pt x="35882" y="140026"/>
                    <a:pt x="27270" y="146778"/>
                  </a:cubicBezTo>
                  <a:cubicBezTo>
                    <a:pt x="25215" y="148377"/>
                    <a:pt x="23421" y="150301"/>
                    <a:pt x="21921" y="152454"/>
                  </a:cubicBezTo>
                  <a:lnTo>
                    <a:pt x="19540" y="155945"/>
                  </a:lnTo>
                  <a:cubicBezTo>
                    <a:pt x="20877" y="157608"/>
                    <a:pt x="22280" y="159272"/>
                    <a:pt x="23715" y="160838"/>
                  </a:cubicBezTo>
                  <a:lnTo>
                    <a:pt x="27075" y="156010"/>
                  </a:lnTo>
                  <a:cubicBezTo>
                    <a:pt x="28184" y="154346"/>
                    <a:pt x="29554" y="152911"/>
                    <a:pt x="31087" y="151671"/>
                  </a:cubicBezTo>
                  <a:cubicBezTo>
                    <a:pt x="39046" y="145474"/>
                    <a:pt x="51833" y="140352"/>
                    <a:pt x="61162" y="137156"/>
                  </a:cubicBezTo>
                  <a:cubicBezTo>
                    <a:pt x="64490" y="136047"/>
                    <a:pt x="66740" y="132948"/>
                    <a:pt x="66708" y="129425"/>
                  </a:cubicBezTo>
                  <a:lnTo>
                    <a:pt x="66708" y="129294"/>
                  </a:lnTo>
                  <a:cubicBezTo>
                    <a:pt x="66675" y="125771"/>
                    <a:pt x="64359" y="122640"/>
                    <a:pt x="60967" y="121629"/>
                  </a:cubicBezTo>
                  <a:cubicBezTo>
                    <a:pt x="54671" y="119704"/>
                    <a:pt x="48147" y="118530"/>
                    <a:pt x="41558" y="118138"/>
                  </a:cubicBezTo>
                  <a:cubicBezTo>
                    <a:pt x="41022" y="118103"/>
                    <a:pt x="40487" y="118086"/>
                    <a:pt x="39954" y="118086"/>
                  </a:cubicBezTo>
                  <a:close/>
                  <a:moveTo>
                    <a:pt x="137302" y="1"/>
                  </a:moveTo>
                  <a:cubicBezTo>
                    <a:pt x="135255" y="1"/>
                    <a:pt x="133204" y="665"/>
                    <a:pt x="131491" y="2012"/>
                  </a:cubicBezTo>
                  <a:cubicBezTo>
                    <a:pt x="122194" y="8992"/>
                    <a:pt x="113583" y="16886"/>
                    <a:pt x="105819" y="25530"/>
                  </a:cubicBezTo>
                  <a:cubicBezTo>
                    <a:pt x="101122" y="30782"/>
                    <a:pt x="99262" y="37959"/>
                    <a:pt x="100828" y="44809"/>
                  </a:cubicBezTo>
                  <a:lnTo>
                    <a:pt x="103829" y="58183"/>
                  </a:lnTo>
                  <a:cubicBezTo>
                    <a:pt x="106635" y="70415"/>
                    <a:pt x="99262" y="82713"/>
                    <a:pt x="87095" y="85975"/>
                  </a:cubicBezTo>
                  <a:cubicBezTo>
                    <a:pt x="80408" y="87776"/>
                    <a:pt x="72592" y="88676"/>
                    <a:pt x="63719" y="88676"/>
                  </a:cubicBezTo>
                  <a:cubicBezTo>
                    <a:pt x="56838" y="88676"/>
                    <a:pt x="49320" y="88134"/>
                    <a:pt x="41199" y="87052"/>
                  </a:cubicBezTo>
                  <a:cubicBezTo>
                    <a:pt x="39771" y="86862"/>
                    <a:pt x="38345" y="86769"/>
                    <a:pt x="36929" y="86769"/>
                  </a:cubicBezTo>
                  <a:cubicBezTo>
                    <a:pt x="25933" y="86769"/>
                    <a:pt x="15573" y="92382"/>
                    <a:pt x="9590" y="101861"/>
                  </a:cubicBezTo>
                  <a:lnTo>
                    <a:pt x="0" y="117029"/>
                  </a:lnTo>
                  <a:cubicBezTo>
                    <a:pt x="718" y="119704"/>
                    <a:pt x="1501" y="122346"/>
                    <a:pt x="2414" y="124923"/>
                  </a:cubicBezTo>
                  <a:lnTo>
                    <a:pt x="14842" y="105156"/>
                  </a:lnTo>
                  <a:cubicBezTo>
                    <a:pt x="19659" y="97541"/>
                    <a:pt x="28020" y="93013"/>
                    <a:pt x="36882" y="93013"/>
                  </a:cubicBezTo>
                  <a:cubicBezTo>
                    <a:pt x="38043" y="93013"/>
                    <a:pt x="39212" y="93091"/>
                    <a:pt x="40384" y="93249"/>
                  </a:cubicBezTo>
                  <a:cubicBezTo>
                    <a:pt x="48736" y="94358"/>
                    <a:pt x="56503" y="94912"/>
                    <a:pt x="63652" y="94912"/>
                  </a:cubicBezTo>
                  <a:cubicBezTo>
                    <a:pt x="73116" y="94912"/>
                    <a:pt x="81498" y="93942"/>
                    <a:pt x="88726" y="92010"/>
                  </a:cubicBezTo>
                  <a:cubicBezTo>
                    <a:pt x="101644" y="88519"/>
                    <a:pt x="110647" y="76809"/>
                    <a:pt x="110647" y="63402"/>
                  </a:cubicBezTo>
                  <a:cubicBezTo>
                    <a:pt x="110647" y="61184"/>
                    <a:pt x="110386" y="58966"/>
                    <a:pt x="109897" y="56813"/>
                  </a:cubicBezTo>
                  <a:lnTo>
                    <a:pt x="106896" y="43471"/>
                  </a:lnTo>
                  <a:cubicBezTo>
                    <a:pt x="105786" y="38578"/>
                    <a:pt x="107091" y="33457"/>
                    <a:pt x="110451" y="29706"/>
                  </a:cubicBezTo>
                  <a:cubicBezTo>
                    <a:pt x="117954" y="21355"/>
                    <a:pt x="126239" y="13722"/>
                    <a:pt x="135210" y="7002"/>
                  </a:cubicBezTo>
                  <a:cubicBezTo>
                    <a:pt x="135824" y="6496"/>
                    <a:pt x="136568" y="6249"/>
                    <a:pt x="137306" y="6249"/>
                  </a:cubicBezTo>
                  <a:cubicBezTo>
                    <a:pt x="138136" y="6249"/>
                    <a:pt x="138959" y="6561"/>
                    <a:pt x="139581" y="7165"/>
                  </a:cubicBezTo>
                  <a:cubicBezTo>
                    <a:pt x="140885" y="8242"/>
                    <a:pt x="141212" y="10134"/>
                    <a:pt x="140298" y="11569"/>
                  </a:cubicBezTo>
                  <a:cubicBezTo>
                    <a:pt x="135373" y="19855"/>
                    <a:pt x="129697" y="27683"/>
                    <a:pt x="123336" y="34925"/>
                  </a:cubicBezTo>
                  <a:cubicBezTo>
                    <a:pt x="121085" y="37469"/>
                    <a:pt x="120400" y="41058"/>
                    <a:pt x="121574" y="44254"/>
                  </a:cubicBezTo>
                  <a:cubicBezTo>
                    <a:pt x="123238" y="48691"/>
                    <a:pt x="126272" y="53486"/>
                    <a:pt x="130610" y="58444"/>
                  </a:cubicBezTo>
                  <a:cubicBezTo>
                    <a:pt x="132960" y="61134"/>
                    <a:pt x="136158" y="62423"/>
                    <a:pt x="139332" y="62423"/>
                  </a:cubicBezTo>
                  <a:cubicBezTo>
                    <a:pt x="143472" y="62423"/>
                    <a:pt x="147570" y="60231"/>
                    <a:pt x="149693" y="56095"/>
                  </a:cubicBezTo>
                  <a:lnTo>
                    <a:pt x="153770" y="48201"/>
                  </a:lnTo>
                  <a:cubicBezTo>
                    <a:pt x="156586" y="42755"/>
                    <a:pt x="162191" y="39364"/>
                    <a:pt x="168273" y="39364"/>
                  </a:cubicBezTo>
                  <a:cubicBezTo>
                    <a:pt x="168602" y="39364"/>
                    <a:pt x="168933" y="39374"/>
                    <a:pt x="169265" y="39394"/>
                  </a:cubicBezTo>
                  <a:lnTo>
                    <a:pt x="172331" y="39557"/>
                  </a:lnTo>
                  <a:cubicBezTo>
                    <a:pt x="183324" y="40242"/>
                    <a:pt x="190500" y="51398"/>
                    <a:pt x="186553" y="61673"/>
                  </a:cubicBezTo>
                  <a:lnTo>
                    <a:pt x="186390" y="62130"/>
                  </a:lnTo>
                  <a:cubicBezTo>
                    <a:pt x="184400" y="67480"/>
                    <a:pt x="179573" y="71264"/>
                    <a:pt x="173929" y="72014"/>
                  </a:cubicBezTo>
                  <a:lnTo>
                    <a:pt x="165774" y="73058"/>
                  </a:lnTo>
                  <a:cubicBezTo>
                    <a:pt x="159185" y="73906"/>
                    <a:pt x="154260" y="79484"/>
                    <a:pt x="154227" y="86138"/>
                  </a:cubicBezTo>
                  <a:cubicBezTo>
                    <a:pt x="154227" y="87606"/>
                    <a:pt x="154488" y="89041"/>
                    <a:pt x="154945" y="90411"/>
                  </a:cubicBezTo>
                  <a:cubicBezTo>
                    <a:pt x="161273" y="108515"/>
                    <a:pt x="157358" y="126717"/>
                    <a:pt x="152955" y="138819"/>
                  </a:cubicBezTo>
                  <a:cubicBezTo>
                    <a:pt x="148421" y="151215"/>
                    <a:pt x="138374" y="160838"/>
                    <a:pt x="125782" y="164785"/>
                  </a:cubicBezTo>
                  <a:cubicBezTo>
                    <a:pt x="121835" y="165992"/>
                    <a:pt x="117791" y="166905"/>
                    <a:pt x="113713" y="167525"/>
                  </a:cubicBezTo>
                  <a:cubicBezTo>
                    <a:pt x="113542" y="167561"/>
                    <a:pt x="113371" y="167578"/>
                    <a:pt x="113202" y="167578"/>
                  </a:cubicBezTo>
                  <a:cubicBezTo>
                    <a:pt x="112147" y="167578"/>
                    <a:pt x="111175" y="166901"/>
                    <a:pt x="110810" y="165861"/>
                  </a:cubicBezTo>
                  <a:cubicBezTo>
                    <a:pt x="110288" y="164687"/>
                    <a:pt x="110679" y="163284"/>
                    <a:pt x="111789" y="162567"/>
                  </a:cubicBezTo>
                  <a:cubicBezTo>
                    <a:pt x="115768" y="159794"/>
                    <a:pt x="119943" y="157217"/>
                    <a:pt x="124249" y="154933"/>
                  </a:cubicBezTo>
                  <a:cubicBezTo>
                    <a:pt x="130969" y="151345"/>
                    <a:pt x="135960" y="145115"/>
                    <a:pt x="137982" y="137775"/>
                  </a:cubicBezTo>
                  <a:cubicBezTo>
                    <a:pt x="138667" y="135231"/>
                    <a:pt x="139320" y="132426"/>
                    <a:pt x="139874" y="129425"/>
                  </a:cubicBezTo>
                  <a:cubicBezTo>
                    <a:pt x="140902" y="124039"/>
                    <a:pt x="136602" y="119773"/>
                    <a:pt x="131869" y="119773"/>
                  </a:cubicBezTo>
                  <a:cubicBezTo>
                    <a:pt x="130295" y="119773"/>
                    <a:pt x="128674" y="120245"/>
                    <a:pt x="127185" y="121302"/>
                  </a:cubicBezTo>
                  <a:cubicBezTo>
                    <a:pt x="107711" y="135035"/>
                    <a:pt x="71209" y="153661"/>
                    <a:pt x="56400" y="161001"/>
                  </a:cubicBezTo>
                  <a:cubicBezTo>
                    <a:pt x="50039" y="164165"/>
                    <a:pt x="44265" y="168340"/>
                    <a:pt x="39242" y="173331"/>
                  </a:cubicBezTo>
                  <a:lnTo>
                    <a:pt x="38361" y="174212"/>
                  </a:lnTo>
                  <a:cubicBezTo>
                    <a:pt x="40057" y="175484"/>
                    <a:pt x="41786" y="176691"/>
                    <a:pt x="43548" y="177865"/>
                  </a:cubicBezTo>
                  <a:cubicBezTo>
                    <a:pt x="43580" y="177833"/>
                    <a:pt x="43613" y="177767"/>
                    <a:pt x="43646" y="177735"/>
                  </a:cubicBezTo>
                  <a:cubicBezTo>
                    <a:pt x="48180" y="173201"/>
                    <a:pt x="53432" y="169449"/>
                    <a:pt x="59173" y="166579"/>
                  </a:cubicBezTo>
                  <a:cubicBezTo>
                    <a:pt x="77701" y="157380"/>
                    <a:pt x="111658" y="139863"/>
                    <a:pt x="130773" y="126391"/>
                  </a:cubicBezTo>
                  <a:cubicBezTo>
                    <a:pt x="131116" y="126134"/>
                    <a:pt x="131513" y="126003"/>
                    <a:pt x="131908" y="126003"/>
                  </a:cubicBezTo>
                  <a:cubicBezTo>
                    <a:pt x="132263" y="126003"/>
                    <a:pt x="132617" y="126109"/>
                    <a:pt x="132926" y="126326"/>
                  </a:cubicBezTo>
                  <a:cubicBezTo>
                    <a:pt x="133611" y="126717"/>
                    <a:pt x="133937" y="127533"/>
                    <a:pt x="133774" y="128283"/>
                  </a:cubicBezTo>
                  <a:cubicBezTo>
                    <a:pt x="133252" y="131088"/>
                    <a:pt x="132633" y="133731"/>
                    <a:pt x="131980" y="136112"/>
                  </a:cubicBezTo>
                  <a:cubicBezTo>
                    <a:pt x="130414" y="141820"/>
                    <a:pt x="126533" y="146648"/>
                    <a:pt x="121314" y="149421"/>
                  </a:cubicBezTo>
                  <a:cubicBezTo>
                    <a:pt x="116779" y="151835"/>
                    <a:pt x="112408" y="154542"/>
                    <a:pt x="108200" y="157478"/>
                  </a:cubicBezTo>
                  <a:cubicBezTo>
                    <a:pt x="104743" y="159859"/>
                    <a:pt x="103405" y="164328"/>
                    <a:pt x="105036" y="168210"/>
                  </a:cubicBezTo>
                  <a:cubicBezTo>
                    <a:pt x="106332" y="171578"/>
                    <a:pt x="109556" y="173788"/>
                    <a:pt x="113145" y="173788"/>
                  </a:cubicBezTo>
                  <a:cubicBezTo>
                    <a:pt x="113171" y="173788"/>
                    <a:pt x="113197" y="173788"/>
                    <a:pt x="113224" y="173788"/>
                  </a:cubicBezTo>
                  <a:cubicBezTo>
                    <a:pt x="113713" y="173788"/>
                    <a:pt x="114202" y="173755"/>
                    <a:pt x="114692" y="173690"/>
                  </a:cubicBezTo>
                  <a:cubicBezTo>
                    <a:pt x="119063" y="173005"/>
                    <a:pt x="123369" y="172026"/>
                    <a:pt x="127609" y="170721"/>
                  </a:cubicBezTo>
                  <a:cubicBezTo>
                    <a:pt x="142060" y="166187"/>
                    <a:pt x="153607" y="155194"/>
                    <a:pt x="158794" y="140940"/>
                  </a:cubicBezTo>
                  <a:cubicBezTo>
                    <a:pt x="163556" y="127892"/>
                    <a:pt x="167764" y="108189"/>
                    <a:pt x="160849" y="88389"/>
                  </a:cubicBezTo>
                  <a:cubicBezTo>
                    <a:pt x="160164" y="86432"/>
                    <a:pt x="160392" y="84279"/>
                    <a:pt x="161501" y="82517"/>
                  </a:cubicBezTo>
                  <a:cubicBezTo>
                    <a:pt x="162610" y="80723"/>
                    <a:pt x="164470" y="79516"/>
                    <a:pt x="166557" y="79223"/>
                  </a:cubicBezTo>
                  <a:lnTo>
                    <a:pt x="174745" y="78179"/>
                  </a:lnTo>
                  <a:cubicBezTo>
                    <a:pt x="182671" y="77135"/>
                    <a:pt x="189391" y="71818"/>
                    <a:pt x="192229" y="64315"/>
                  </a:cubicBezTo>
                  <a:lnTo>
                    <a:pt x="192392" y="63891"/>
                  </a:lnTo>
                  <a:cubicBezTo>
                    <a:pt x="193371" y="61314"/>
                    <a:pt x="193860" y="58574"/>
                    <a:pt x="193893" y="55834"/>
                  </a:cubicBezTo>
                  <a:cubicBezTo>
                    <a:pt x="193860" y="51496"/>
                    <a:pt x="192621" y="47223"/>
                    <a:pt x="190239" y="43602"/>
                  </a:cubicBezTo>
                  <a:cubicBezTo>
                    <a:pt x="186390" y="37567"/>
                    <a:pt x="179834" y="33751"/>
                    <a:pt x="172690" y="33359"/>
                  </a:cubicBezTo>
                  <a:lnTo>
                    <a:pt x="169656" y="33164"/>
                  </a:lnTo>
                  <a:cubicBezTo>
                    <a:pt x="169210" y="33137"/>
                    <a:pt x="168766" y="33125"/>
                    <a:pt x="168323" y="33125"/>
                  </a:cubicBezTo>
                  <a:cubicBezTo>
                    <a:pt x="159893" y="33125"/>
                    <a:pt x="152130" y="37801"/>
                    <a:pt x="148225" y="45363"/>
                  </a:cubicBezTo>
                  <a:lnTo>
                    <a:pt x="144180" y="53257"/>
                  </a:lnTo>
                  <a:cubicBezTo>
                    <a:pt x="143181" y="55182"/>
                    <a:pt x="141269" y="56203"/>
                    <a:pt x="139342" y="56203"/>
                  </a:cubicBezTo>
                  <a:cubicBezTo>
                    <a:pt x="137872" y="56203"/>
                    <a:pt x="136394" y="55609"/>
                    <a:pt x="135307" y="54366"/>
                  </a:cubicBezTo>
                  <a:cubicBezTo>
                    <a:pt x="131458" y="49963"/>
                    <a:pt x="128816" y="45820"/>
                    <a:pt x="127413" y="42069"/>
                  </a:cubicBezTo>
                  <a:cubicBezTo>
                    <a:pt x="127055" y="41058"/>
                    <a:pt x="127250" y="39883"/>
                    <a:pt x="128001" y="39035"/>
                  </a:cubicBezTo>
                  <a:cubicBezTo>
                    <a:pt x="134622" y="31500"/>
                    <a:pt x="140527" y="23345"/>
                    <a:pt x="145648" y="14701"/>
                  </a:cubicBezTo>
                  <a:cubicBezTo>
                    <a:pt x="148094" y="10721"/>
                    <a:pt x="147279" y="5567"/>
                    <a:pt x="143756" y="2533"/>
                  </a:cubicBezTo>
                  <a:cubicBezTo>
                    <a:pt x="141937" y="853"/>
                    <a:pt x="139621" y="1"/>
                    <a:pt x="1373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49"/>
            <p:cNvSpPr/>
            <p:nvPr/>
          </p:nvSpPr>
          <p:spPr>
            <a:xfrm rot="-1242374">
              <a:off x="6750504" y="2515152"/>
              <a:ext cx="1065881" cy="728698"/>
            </a:xfrm>
            <a:custGeom>
              <a:avLst/>
              <a:gdLst/>
              <a:ahLst/>
              <a:cxnLst/>
              <a:rect l="l" t="t" r="r" b="b"/>
              <a:pathLst>
                <a:path w="42081" h="28769" extrusionOk="0">
                  <a:moveTo>
                    <a:pt x="26346" y="0"/>
                  </a:moveTo>
                  <a:cubicBezTo>
                    <a:pt x="24692" y="0"/>
                    <a:pt x="23008" y="296"/>
                    <a:pt x="21366" y="920"/>
                  </a:cubicBezTo>
                  <a:cubicBezTo>
                    <a:pt x="14190" y="3660"/>
                    <a:pt x="0" y="15730"/>
                    <a:pt x="2741" y="22939"/>
                  </a:cubicBezTo>
                  <a:cubicBezTo>
                    <a:pt x="4367" y="27198"/>
                    <a:pt x="11601" y="28769"/>
                    <a:pt x="18714" y="28769"/>
                  </a:cubicBezTo>
                  <a:cubicBezTo>
                    <a:pt x="23585" y="28769"/>
                    <a:pt x="28399" y="28032"/>
                    <a:pt x="31316" y="26918"/>
                  </a:cubicBezTo>
                  <a:cubicBezTo>
                    <a:pt x="38492" y="24178"/>
                    <a:pt x="42080" y="16121"/>
                    <a:pt x="39340" y="8945"/>
                  </a:cubicBezTo>
                  <a:cubicBezTo>
                    <a:pt x="37224" y="3403"/>
                    <a:pt x="31956" y="0"/>
                    <a:pt x="263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3" name="Google Shape;793;p49"/>
          <p:cNvGrpSpPr/>
          <p:nvPr/>
        </p:nvGrpSpPr>
        <p:grpSpPr>
          <a:xfrm rot="6911504">
            <a:off x="4030166" y="-482434"/>
            <a:ext cx="2131009" cy="2205728"/>
            <a:chOff x="3944590" y="743333"/>
            <a:chExt cx="2429845" cy="2515043"/>
          </a:xfrm>
        </p:grpSpPr>
        <p:sp>
          <p:nvSpPr>
            <p:cNvPr id="794" name="Google Shape;794;p49"/>
            <p:cNvSpPr/>
            <p:nvPr/>
          </p:nvSpPr>
          <p:spPr>
            <a:xfrm rot="-1242374">
              <a:off x="4469438" y="1302052"/>
              <a:ext cx="1170795" cy="1278014"/>
            </a:xfrm>
            <a:custGeom>
              <a:avLst/>
              <a:gdLst/>
              <a:ahLst/>
              <a:cxnLst/>
              <a:rect l="l" t="t" r="r" b="b"/>
              <a:pathLst>
                <a:path w="46223" h="50456" extrusionOk="0">
                  <a:moveTo>
                    <a:pt x="31087" y="18919"/>
                  </a:moveTo>
                  <a:lnTo>
                    <a:pt x="31087" y="18919"/>
                  </a:lnTo>
                  <a:cubicBezTo>
                    <a:pt x="31022" y="19409"/>
                    <a:pt x="31054" y="19931"/>
                    <a:pt x="31185" y="20420"/>
                  </a:cubicBezTo>
                  <a:lnTo>
                    <a:pt x="31609" y="22149"/>
                  </a:lnTo>
                  <a:cubicBezTo>
                    <a:pt x="32065" y="23943"/>
                    <a:pt x="31283" y="25867"/>
                    <a:pt x="29717" y="26846"/>
                  </a:cubicBezTo>
                  <a:lnTo>
                    <a:pt x="27792" y="28053"/>
                  </a:lnTo>
                  <a:cubicBezTo>
                    <a:pt x="25933" y="26976"/>
                    <a:pt x="24791" y="25019"/>
                    <a:pt x="24759" y="22866"/>
                  </a:cubicBezTo>
                  <a:lnTo>
                    <a:pt x="31087" y="18919"/>
                  </a:lnTo>
                  <a:close/>
                  <a:moveTo>
                    <a:pt x="39581" y="1"/>
                  </a:moveTo>
                  <a:cubicBezTo>
                    <a:pt x="39052" y="1"/>
                    <a:pt x="38527" y="579"/>
                    <a:pt x="38916" y="1174"/>
                  </a:cubicBezTo>
                  <a:lnTo>
                    <a:pt x="39535" y="2218"/>
                  </a:lnTo>
                  <a:lnTo>
                    <a:pt x="6198" y="23095"/>
                  </a:lnTo>
                  <a:cubicBezTo>
                    <a:pt x="5839" y="23290"/>
                    <a:pt x="5480" y="23551"/>
                    <a:pt x="5187" y="23845"/>
                  </a:cubicBezTo>
                  <a:cubicBezTo>
                    <a:pt x="4774" y="23688"/>
                    <a:pt x="4351" y="23614"/>
                    <a:pt x="3937" y="23614"/>
                  </a:cubicBezTo>
                  <a:cubicBezTo>
                    <a:pt x="2455" y="23614"/>
                    <a:pt x="1079" y="24566"/>
                    <a:pt x="620" y="26096"/>
                  </a:cubicBezTo>
                  <a:cubicBezTo>
                    <a:pt x="0" y="28020"/>
                    <a:pt x="1174" y="30043"/>
                    <a:pt x="3132" y="30499"/>
                  </a:cubicBezTo>
                  <a:lnTo>
                    <a:pt x="3262" y="30499"/>
                  </a:lnTo>
                  <a:cubicBezTo>
                    <a:pt x="3360" y="30989"/>
                    <a:pt x="3556" y="31445"/>
                    <a:pt x="3751" y="31869"/>
                  </a:cubicBezTo>
                  <a:lnTo>
                    <a:pt x="4339" y="32979"/>
                  </a:lnTo>
                  <a:cubicBezTo>
                    <a:pt x="4555" y="33411"/>
                    <a:pt x="4972" y="33664"/>
                    <a:pt x="5443" y="33664"/>
                  </a:cubicBezTo>
                  <a:cubicBezTo>
                    <a:pt x="5541" y="33664"/>
                    <a:pt x="5640" y="33653"/>
                    <a:pt x="5741" y="33631"/>
                  </a:cubicBezTo>
                  <a:cubicBezTo>
                    <a:pt x="6133" y="33533"/>
                    <a:pt x="6524" y="33468"/>
                    <a:pt x="6948" y="33435"/>
                  </a:cubicBezTo>
                  <a:cubicBezTo>
                    <a:pt x="7001" y="33434"/>
                    <a:pt x="7053" y="33433"/>
                    <a:pt x="7106" y="33433"/>
                  </a:cubicBezTo>
                  <a:cubicBezTo>
                    <a:pt x="9460" y="33433"/>
                    <a:pt x="11633" y="34855"/>
                    <a:pt x="12526" y="37089"/>
                  </a:cubicBezTo>
                  <a:lnTo>
                    <a:pt x="17126" y="48571"/>
                  </a:lnTo>
                  <a:cubicBezTo>
                    <a:pt x="17597" y="49760"/>
                    <a:pt x="18731" y="50455"/>
                    <a:pt x="19914" y="50455"/>
                  </a:cubicBezTo>
                  <a:cubicBezTo>
                    <a:pt x="20451" y="50455"/>
                    <a:pt x="20997" y="50312"/>
                    <a:pt x="21497" y="50006"/>
                  </a:cubicBezTo>
                  <a:lnTo>
                    <a:pt x="27923" y="45961"/>
                  </a:lnTo>
                  <a:lnTo>
                    <a:pt x="24204" y="36338"/>
                  </a:lnTo>
                  <a:cubicBezTo>
                    <a:pt x="23584" y="34740"/>
                    <a:pt x="23780" y="32946"/>
                    <a:pt x="24693" y="31478"/>
                  </a:cubicBezTo>
                  <a:cubicBezTo>
                    <a:pt x="26226" y="30793"/>
                    <a:pt x="26651" y="30565"/>
                    <a:pt x="26781" y="30499"/>
                  </a:cubicBezTo>
                  <a:lnTo>
                    <a:pt x="30532" y="28151"/>
                  </a:lnTo>
                  <a:cubicBezTo>
                    <a:pt x="32685" y="26813"/>
                    <a:pt x="33696" y="24236"/>
                    <a:pt x="33109" y="21757"/>
                  </a:cubicBezTo>
                  <a:lnTo>
                    <a:pt x="32653" y="20028"/>
                  </a:lnTo>
                  <a:cubicBezTo>
                    <a:pt x="32392" y="18985"/>
                    <a:pt x="32816" y="17876"/>
                    <a:pt x="33729" y="17256"/>
                  </a:cubicBezTo>
                  <a:cubicBezTo>
                    <a:pt x="34055" y="17027"/>
                    <a:pt x="34153" y="16571"/>
                    <a:pt x="33925" y="16212"/>
                  </a:cubicBezTo>
                  <a:lnTo>
                    <a:pt x="36600" y="14548"/>
                  </a:lnTo>
                  <a:lnTo>
                    <a:pt x="36208" y="13929"/>
                  </a:lnTo>
                  <a:cubicBezTo>
                    <a:pt x="36143" y="13831"/>
                    <a:pt x="36078" y="13700"/>
                    <a:pt x="36012" y="13602"/>
                  </a:cubicBezTo>
                  <a:lnTo>
                    <a:pt x="45537" y="7633"/>
                  </a:lnTo>
                  <a:cubicBezTo>
                    <a:pt x="46059" y="7307"/>
                    <a:pt x="46222" y="6622"/>
                    <a:pt x="45896" y="6100"/>
                  </a:cubicBezTo>
                  <a:lnTo>
                    <a:pt x="44918" y="4534"/>
                  </a:lnTo>
                  <a:lnTo>
                    <a:pt x="42928" y="1403"/>
                  </a:lnTo>
                  <a:cubicBezTo>
                    <a:pt x="42716" y="1063"/>
                    <a:pt x="42352" y="875"/>
                    <a:pt x="41980" y="875"/>
                  </a:cubicBezTo>
                  <a:cubicBezTo>
                    <a:pt x="41780" y="875"/>
                    <a:pt x="41577" y="930"/>
                    <a:pt x="41395" y="1044"/>
                  </a:cubicBezTo>
                  <a:lnTo>
                    <a:pt x="40840" y="1403"/>
                  </a:lnTo>
                  <a:lnTo>
                    <a:pt x="40188" y="359"/>
                  </a:lnTo>
                  <a:cubicBezTo>
                    <a:pt x="40032" y="105"/>
                    <a:pt x="39806" y="1"/>
                    <a:pt x="395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5" name="Google Shape;795;p49"/>
            <p:cNvSpPr/>
            <p:nvPr/>
          </p:nvSpPr>
          <p:spPr>
            <a:xfrm rot="-1242298">
              <a:off x="4237040" y="1005171"/>
              <a:ext cx="1844944" cy="1991368"/>
            </a:xfrm>
            <a:custGeom>
              <a:avLst/>
              <a:gdLst/>
              <a:ahLst/>
              <a:cxnLst/>
              <a:rect l="l" t="t" r="r" b="b"/>
              <a:pathLst>
                <a:path w="72841" h="78622" extrusionOk="0">
                  <a:moveTo>
                    <a:pt x="53599" y="5541"/>
                  </a:moveTo>
                  <a:cubicBezTo>
                    <a:pt x="55508" y="5541"/>
                    <a:pt x="57374" y="6501"/>
                    <a:pt x="58456" y="8261"/>
                  </a:cubicBezTo>
                  <a:lnTo>
                    <a:pt x="64849" y="18536"/>
                  </a:lnTo>
                  <a:cubicBezTo>
                    <a:pt x="66513" y="21244"/>
                    <a:pt x="65697" y="24767"/>
                    <a:pt x="62990" y="26430"/>
                  </a:cubicBezTo>
                  <a:lnTo>
                    <a:pt x="52290" y="33085"/>
                  </a:lnTo>
                  <a:cubicBezTo>
                    <a:pt x="48376" y="35499"/>
                    <a:pt x="46321" y="40065"/>
                    <a:pt x="47137" y="44599"/>
                  </a:cubicBezTo>
                  <a:lnTo>
                    <a:pt x="49061" y="55755"/>
                  </a:lnTo>
                  <a:cubicBezTo>
                    <a:pt x="49485" y="58071"/>
                    <a:pt x="48441" y="60387"/>
                    <a:pt x="46452" y="61594"/>
                  </a:cubicBezTo>
                  <a:lnTo>
                    <a:pt x="29293" y="72229"/>
                  </a:lnTo>
                  <a:cubicBezTo>
                    <a:pt x="28338" y="72816"/>
                    <a:pt x="27288" y="73093"/>
                    <a:pt x="26257" y="73093"/>
                  </a:cubicBezTo>
                  <a:cubicBezTo>
                    <a:pt x="24084" y="73093"/>
                    <a:pt x="21992" y="71863"/>
                    <a:pt x="21041" y="69717"/>
                  </a:cubicBezTo>
                  <a:lnTo>
                    <a:pt x="7340" y="39054"/>
                  </a:lnTo>
                  <a:cubicBezTo>
                    <a:pt x="6166" y="36412"/>
                    <a:pt x="7112" y="33346"/>
                    <a:pt x="9558" y="31845"/>
                  </a:cubicBezTo>
                  <a:lnTo>
                    <a:pt x="50594" y="6402"/>
                  </a:lnTo>
                  <a:cubicBezTo>
                    <a:pt x="51531" y="5819"/>
                    <a:pt x="52571" y="5541"/>
                    <a:pt x="53599" y="5541"/>
                  </a:cubicBezTo>
                  <a:close/>
                  <a:moveTo>
                    <a:pt x="53595" y="1"/>
                  </a:moveTo>
                  <a:cubicBezTo>
                    <a:pt x="51565" y="1"/>
                    <a:pt x="49509" y="550"/>
                    <a:pt x="47658" y="1704"/>
                  </a:cubicBezTo>
                  <a:lnTo>
                    <a:pt x="6623" y="27115"/>
                  </a:lnTo>
                  <a:cubicBezTo>
                    <a:pt x="1860" y="30116"/>
                    <a:pt x="1" y="36151"/>
                    <a:pt x="2284" y="41305"/>
                  </a:cubicBezTo>
                  <a:lnTo>
                    <a:pt x="15985" y="71968"/>
                  </a:lnTo>
                  <a:cubicBezTo>
                    <a:pt x="17779" y="76012"/>
                    <a:pt x="21824" y="78622"/>
                    <a:pt x="26260" y="78622"/>
                  </a:cubicBezTo>
                  <a:cubicBezTo>
                    <a:pt x="28380" y="78622"/>
                    <a:pt x="30435" y="78035"/>
                    <a:pt x="32197" y="76958"/>
                  </a:cubicBezTo>
                  <a:lnTo>
                    <a:pt x="49355" y="66324"/>
                  </a:lnTo>
                  <a:cubicBezTo>
                    <a:pt x="53269" y="63910"/>
                    <a:pt x="55324" y="59344"/>
                    <a:pt x="54509" y="54809"/>
                  </a:cubicBezTo>
                  <a:lnTo>
                    <a:pt x="52584" y="43654"/>
                  </a:lnTo>
                  <a:cubicBezTo>
                    <a:pt x="52160" y="41337"/>
                    <a:pt x="53204" y="39021"/>
                    <a:pt x="55194" y="37782"/>
                  </a:cubicBezTo>
                  <a:lnTo>
                    <a:pt x="65926" y="31160"/>
                  </a:lnTo>
                  <a:cubicBezTo>
                    <a:pt x="71210" y="27865"/>
                    <a:pt x="72841" y="20917"/>
                    <a:pt x="69546" y="15633"/>
                  </a:cubicBezTo>
                  <a:lnTo>
                    <a:pt x="63185" y="5325"/>
                  </a:lnTo>
                  <a:cubicBezTo>
                    <a:pt x="61045" y="1892"/>
                    <a:pt x="57362" y="1"/>
                    <a:pt x="535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grpSp>
        <p:nvGrpSpPr>
          <p:cNvPr id="806" name="Google Shape;806;p51"/>
          <p:cNvGrpSpPr/>
          <p:nvPr/>
        </p:nvGrpSpPr>
        <p:grpSpPr>
          <a:xfrm rot="-603040">
            <a:off x="5913551" y="1115164"/>
            <a:ext cx="2843663" cy="3980481"/>
            <a:chOff x="1934475" y="238075"/>
            <a:chExt cx="3731375" cy="5223075"/>
          </a:xfrm>
        </p:grpSpPr>
        <p:sp>
          <p:nvSpPr>
            <p:cNvPr id="807" name="Google Shape;807;p51"/>
            <p:cNvSpPr/>
            <p:nvPr/>
          </p:nvSpPr>
          <p:spPr>
            <a:xfrm>
              <a:off x="3189850" y="238075"/>
              <a:ext cx="1571050" cy="303250"/>
            </a:xfrm>
            <a:custGeom>
              <a:avLst/>
              <a:gdLst/>
              <a:ahLst/>
              <a:cxnLst/>
              <a:rect l="l" t="t" r="r" b="b"/>
              <a:pathLst>
                <a:path w="62842" h="12130" extrusionOk="0">
                  <a:moveTo>
                    <a:pt x="21674" y="0"/>
                  </a:moveTo>
                  <a:cubicBezTo>
                    <a:pt x="17836" y="0"/>
                    <a:pt x="13989" y="262"/>
                    <a:pt x="10159" y="789"/>
                  </a:cubicBezTo>
                  <a:cubicBezTo>
                    <a:pt x="9030" y="947"/>
                    <a:pt x="7901" y="1104"/>
                    <a:pt x="6799" y="1314"/>
                  </a:cubicBezTo>
                  <a:cubicBezTo>
                    <a:pt x="4463" y="2076"/>
                    <a:pt x="2205" y="3021"/>
                    <a:pt x="0" y="4071"/>
                  </a:cubicBezTo>
                  <a:cubicBezTo>
                    <a:pt x="3386" y="3204"/>
                    <a:pt x="6851" y="2522"/>
                    <a:pt x="10343" y="2049"/>
                  </a:cubicBezTo>
                  <a:cubicBezTo>
                    <a:pt x="13824" y="1572"/>
                    <a:pt x="17654" y="1269"/>
                    <a:pt x="21760" y="1269"/>
                  </a:cubicBezTo>
                  <a:cubicBezTo>
                    <a:pt x="33691" y="1269"/>
                    <a:pt x="47961" y="3830"/>
                    <a:pt x="62841" y="12129"/>
                  </a:cubicBezTo>
                  <a:cubicBezTo>
                    <a:pt x="61030" y="10581"/>
                    <a:pt x="59114" y="9137"/>
                    <a:pt x="57145" y="7798"/>
                  </a:cubicBezTo>
                  <a:cubicBezTo>
                    <a:pt x="45982" y="2646"/>
                    <a:pt x="33877" y="0"/>
                    <a:pt x="216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51"/>
            <p:cNvSpPr/>
            <p:nvPr/>
          </p:nvSpPr>
          <p:spPr>
            <a:xfrm>
              <a:off x="2749500" y="379750"/>
              <a:ext cx="2317200" cy="493625"/>
            </a:xfrm>
            <a:custGeom>
              <a:avLst/>
              <a:gdLst/>
              <a:ahLst/>
              <a:cxnLst/>
              <a:rect l="l" t="t" r="r" b="b"/>
              <a:pathLst>
                <a:path w="92688" h="19745" extrusionOk="0">
                  <a:moveTo>
                    <a:pt x="39880" y="0"/>
                  </a:moveTo>
                  <a:cubicBezTo>
                    <a:pt x="35561" y="0"/>
                    <a:pt x="31535" y="329"/>
                    <a:pt x="27878" y="845"/>
                  </a:cubicBezTo>
                  <a:cubicBezTo>
                    <a:pt x="19320" y="2079"/>
                    <a:pt x="10999" y="4494"/>
                    <a:pt x="3098" y="7985"/>
                  </a:cubicBezTo>
                  <a:cubicBezTo>
                    <a:pt x="2048" y="8903"/>
                    <a:pt x="1025" y="9848"/>
                    <a:pt x="1" y="10846"/>
                  </a:cubicBezTo>
                  <a:lnTo>
                    <a:pt x="1" y="10846"/>
                  </a:lnTo>
                  <a:cubicBezTo>
                    <a:pt x="8847" y="6462"/>
                    <a:pt x="18297" y="3522"/>
                    <a:pt x="28062" y="2105"/>
                  </a:cubicBezTo>
                  <a:cubicBezTo>
                    <a:pt x="31658" y="1597"/>
                    <a:pt x="35617" y="1273"/>
                    <a:pt x="39865" y="1273"/>
                  </a:cubicBezTo>
                  <a:cubicBezTo>
                    <a:pt x="54936" y="1273"/>
                    <a:pt x="73644" y="5349"/>
                    <a:pt x="92688" y="19745"/>
                  </a:cubicBezTo>
                  <a:cubicBezTo>
                    <a:pt x="91822" y="18537"/>
                    <a:pt x="90903" y="17356"/>
                    <a:pt x="89984" y="16201"/>
                  </a:cubicBezTo>
                  <a:cubicBezTo>
                    <a:pt x="71878" y="3646"/>
                    <a:pt x="54254" y="0"/>
                    <a:pt x="398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51"/>
            <p:cNvSpPr/>
            <p:nvPr/>
          </p:nvSpPr>
          <p:spPr>
            <a:xfrm>
              <a:off x="2499475" y="521100"/>
              <a:ext cx="2734575" cy="616750"/>
            </a:xfrm>
            <a:custGeom>
              <a:avLst/>
              <a:gdLst/>
              <a:ahLst/>
              <a:cxnLst/>
              <a:rect l="l" t="t" r="r" b="b"/>
              <a:pathLst>
                <a:path w="109383" h="24670" extrusionOk="0">
                  <a:moveTo>
                    <a:pt x="50538" y="0"/>
                  </a:moveTo>
                  <a:cubicBezTo>
                    <a:pt x="31625" y="0"/>
                    <a:pt x="14631" y="6333"/>
                    <a:pt x="2127" y="14091"/>
                  </a:cubicBezTo>
                  <a:cubicBezTo>
                    <a:pt x="1392" y="15036"/>
                    <a:pt x="710" y="16007"/>
                    <a:pt x="1" y="16978"/>
                  </a:cubicBezTo>
                  <a:cubicBezTo>
                    <a:pt x="12535" y="8535"/>
                    <a:pt x="30428" y="1283"/>
                    <a:pt x="50519" y="1283"/>
                  </a:cubicBezTo>
                  <a:cubicBezTo>
                    <a:pt x="69093" y="1283"/>
                    <a:pt x="89547" y="7482"/>
                    <a:pt x="109382" y="24669"/>
                  </a:cubicBezTo>
                  <a:cubicBezTo>
                    <a:pt x="108779" y="23593"/>
                    <a:pt x="108175" y="22517"/>
                    <a:pt x="107571" y="21467"/>
                  </a:cubicBezTo>
                  <a:cubicBezTo>
                    <a:pt x="88301" y="5743"/>
                    <a:pt x="68550" y="0"/>
                    <a:pt x="505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51"/>
            <p:cNvSpPr/>
            <p:nvPr/>
          </p:nvSpPr>
          <p:spPr>
            <a:xfrm>
              <a:off x="2328200" y="662825"/>
              <a:ext cx="3017400" cy="701425"/>
            </a:xfrm>
            <a:custGeom>
              <a:avLst/>
              <a:gdLst/>
              <a:ahLst/>
              <a:cxnLst/>
              <a:rect l="l" t="t" r="r" b="b"/>
              <a:pathLst>
                <a:path w="120696" h="28057" extrusionOk="0">
                  <a:moveTo>
                    <a:pt x="57996" y="1"/>
                  </a:moveTo>
                  <a:cubicBezTo>
                    <a:pt x="56830" y="1"/>
                    <a:pt x="55662" y="25"/>
                    <a:pt x="54495" y="74"/>
                  </a:cubicBezTo>
                  <a:cubicBezTo>
                    <a:pt x="42026" y="573"/>
                    <a:pt x="29216" y="3907"/>
                    <a:pt x="17457" y="9734"/>
                  </a:cubicBezTo>
                  <a:cubicBezTo>
                    <a:pt x="11865" y="12490"/>
                    <a:pt x="6537" y="15798"/>
                    <a:pt x="1602" y="19604"/>
                  </a:cubicBezTo>
                  <a:cubicBezTo>
                    <a:pt x="1051" y="20575"/>
                    <a:pt x="526" y="21546"/>
                    <a:pt x="1" y="22544"/>
                  </a:cubicBezTo>
                  <a:cubicBezTo>
                    <a:pt x="12679" y="11886"/>
                    <a:pt x="32655" y="2227"/>
                    <a:pt x="54547" y="1334"/>
                  </a:cubicBezTo>
                  <a:cubicBezTo>
                    <a:pt x="55711" y="1287"/>
                    <a:pt x="56871" y="1263"/>
                    <a:pt x="58026" y="1263"/>
                  </a:cubicBezTo>
                  <a:cubicBezTo>
                    <a:pt x="80595" y="1263"/>
                    <a:pt x="101643" y="10277"/>
                    <a:pt x="120696" y="28056"/>
                  </a:cubicBezTo>
                  <a:cubicBezTo>
                    <a:pt x="120250" y="27085"/>
                    <a:pt x="119803" y="26087"/>
                    <a:pt x="119357" y="25116"/>
                  </a:cubicBezTo>
                  <a:cubicBezTo>
                    <a:pt x="109356" y="16218"/>
                    <a:pt x="98646" y="9577"/>
                    <a:pt x="87516" y="5403"/>
                  </a:cubicBezTo>
                  <a:cubicBezTo>
                    <a:pt x="78082" y="1827"/>
                    <a:pt x="68078" y="1"/>
                    <a:pt x="579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51"/>
            <p:cNvSpPr/>
            <p:nvPr/>
          </p:nvSpPr>
          <p:spPr>
            <a:xfrm>
              <a:off x="2206150" y="804250"/>
              <a:ext cx="3210325" cy="738400"/>
            </a:xfrm>
            <a:custGeom>
              <a:avLst/>
              <a:gdLst/>
              <a:ahLst/>
              <a:cxnLst/>
              <a:rect l="l" t="t" r="r" b="b"/>
              <a:pathLst>
                <a:path w="128413" h="29536" extrusionOk="0">
                  <a:moveTo>
                    <a:pt x="63297" y="0"/>
                  </a:moveTo>
                  <a:cubicBezTo>
                    <a:pt x="62026" y="0"/>
                    <a:pt x="60754" y="29"/>
                    <a:pt x="59482" y="87"/>
                  </a:cubicBezTo>
                  <a:cubicBezTo>
                    <a:pt x="46698" y="691"/>
                    <a:pt x="33626" y="4235"/>
                    <a:pt x="21630" y="10377"/>
                  </a:cubicBezTo>
                  <a:cubicBezTo>
                    <a:pt x="14228" y="14104"/>
                    <a:pt x="7376" y="18829"/>
                    <a:pt x="1260" y="24420"/>
                  </a:cubicBezTo>
                  <a:cubicBezTo>
                    <a:pt x="814" y="25392"/>
                    <a:pt x="394" y="26389"/>
                    <a:pt x="0" y="27387"/>
                  </a:cubicBezTo>
                  <a:cubicBezTo>
                    <a:pt x="5933" y="21428"/>
                    <a:pt x="13676" y="15863"/>
                    <a:pt x="22207" y="11506"/>
                  </a:cubicBezTo>
                  <a:cubicBezTo>
                    <a:pt x="34046" y="5442"/>
                    <a:pt x="46934" y="1951"/>
                    <a:pt x="59534" y="1373"/>
                  </a:cubicBezTo>
                  <a:cubicBezTo>
                    <a:pt x="60804" y="1315"/>
                    <a:pt x="62073" y="1286"/>
                    <a:pt x="63341" y="1286"/>
                  </a:cubicBezTo>
                  <a:cubicBezTo>
                    <a:pt x="73451" y="1286"/>
                    <a:pt x="83477" y="3139"/>
                    <a:pt x="92923" y="6754"/>
                  </a:cubicBezTo>
                  <a:cubicBezTo>
                    <a:pt x="105129" y="11401"/>
                    <a:pt x="116784" y="18987"/>
                    <a:pt x="127625" y="29355"/>
                  </a:cubicBezTo>
                  <a:cubicBezTo>
                    <a:pt x="127745" y="29475"/>
                    <a:pt x="127900" y="29535"/>
                    <a:pt x="128059" y="29535"/>
                  </a:cubicBezTo>
                  <a:cubicBezTo>
                    <a:pt x="128178" y="29535"/>
                    <a:pt x="128300" y="29502"/>
                    <a:pt x="128413" y="29434"/>
                  </a:cubicBezTo>
                  <a:cubicBezTo>
                    <a:pt x="128203" y="28883"/>
                    <a:pt x="127993" y="28305"/>
                    <a:pt x="127756" y="27754"/>
                  </a:cubicBezTo>
                  <a:cubicBezTo>
                    <a:pt x="117020" y="17622"/>
                    <a:pt x="105444" y="10167"/>
                    <a:pt x="93396" y="5573"/>
                  </a:cubicBezTo>
                  <a:cubicBezTo>
                    <a:pt x="83772" y="1883"/>
                    <a:pt x="73567" y="0"/>
                    <a:pt x="632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51"/>
            <p:cNvSpPr/>
            <p:nvPr/>
          </p:nvSpPr>
          <p:spPr>
            <a:xfrm>
              <a:off x="5466325" y="1685125"/>
              <a:ext cx="4625" cy="13150"/>
            </a:xfrm>
            <a:custGeom>
              <a:avLst/>
              <a:gdLst/>
              <a:ahLst/>
              <a:cxnLst/>
              <a:rect l="l" t="t" r="r" b="b"/>
              <a:pathLst>
                <a:path w="185" h="526" extrusionOk="0">
                  <a:moveTo>
                    <a:pt x="1" y="0"/>
                  </a:moveTo>
                  <a:lnTo>
                    <a:pt x="1" y="0"/>
                  </a:lnTo>
                  <a:cubicBezTo>
                    <a:pt x="53" y="184"/>
                    <a:pt x="106" y="341"/>
                    <a:pt x="158" y="525"/>
                  </a:cubicBezTo>
                  <a:cubicBezTo>
                    <a:pt x="184" y="315"/>
                    <a:pt x="132" y="131"/>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51"/>
            <p:cNvSpPr/>
            <p:nvPr/>
          </p:nvSpPr>
          <p:spPr>
            <a:xfrm>
              <a:off x="2118200" y="946125"/>
              <a:ext cx="3352100" cy="784950"/>
            </a:xfrm>
            <a:custGeom>
              <a:avLst/>
              <a:gdLst/>
              <a:ahLst/>
              <a:cxnLst/>
              <a:rect l="l" t="t" r="r" b="b"/>
              <a:pathLst>
                <a:path w="134084" h="31398" extrusionOk="0">
                  <a:moveTo>
                    <a:pt x="67388" y="1"/>
                  </a:moveTo>
                  <a:cubicBezTo>
                    <a:pt x="65978" y="1"/>
                    <a:pt x="64568" y="36"/>
                    <a:pt x="63157" y="108"/>
                  </a:cubicBezTo>
                  <a:cubicBezTo>
                    <a:pt x="35674" y="1473"/>
                    <a:pt x="13204" y="15622"/>
                    <a:pt x="972" y="28458"/>
                  </a:cubicBezTo>
                  <a:cubicBezTo>
                    <a:pt x="631" y="29429"/>
                    <a:pt x="316" y="30426"/>
                    <a:pt x="1" y="31398"/>
                  </a:cubicBezTo>
                  <a:cubicBezTo>
                    <a:pt x="11498" y="18247"/>
                    <a:pt x="34598" y="2812"/>
                    <a:pt x="63210" y="1368"/>
                  </a:cubicBezTo>
                  <a:cubicBezTo>
                    <a:pt x="64580" y="1300"/>
                    <a:pt x="65950" y="1267"/>
                    <a:pt x="67319" y="1267"/>
                  </a:cubicBezTo>
                  <a:cubicBezTo>
                    <a:pt x="77620" y="1267"/>
                    <a:pt x="87850" y="3180"/>
                    <a:pt x="97465" y="6933"/>
                  </a:cubicBezTo>
                  <a:cubicBezTo>
                    <a:pt x="109934" y="11737"/>
                    <a:pt x="121903" y="19638"/>
                    <a:pt x="133033" y="30453"/>
                  </a:cubicBezTo>
                  <a:cubicBezTo>
                    <a:pt x="133157" y="30576"/>
                    <a:pt x="133310" y="30632"/>
                    <a:pt x="133461" y="30632"/>
                  </a:cubicBezTo>
                  <a:cubicBezTo>
                    <a:pt x="133759" y="30632"/>
                    <a:pt x="134048" y="30416"/>
                    <a:pt x="134083" y="30085"/>
                  </a:cubicBezTo>
                  <a:cubicBezTo>
                    <a:pt x="134031" y="29901"/>
                    <a:pt x="133978" y="29744"/>
                    <a:pt x="133926" y="29560"/>
                  </a:cubicBezTo>
                  <a:cubicBezTo>
                    <a:pt x="133926" y="29560"/>
                    <a:pt x="133899" y="29534"/>
                    <a:pt x="133899" y="29534"/>
                  </a:cubicBezTo>
                  <a:cubicBezTo>
                    <a:pt x="122665" y="18614"/>
                    <a:pt x="110564" y="10608"/>
                    <a:pt x="97911" y="5726"/>
                  </a:cubicBezTo>
                  <a:cubicBezTo>
                    <a:pt x="88177" y="1957"/>
                    <a:pt x="77811" y="1"/>
                    <a:pt x="673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51"/>
            <p:cNvSpPr/>
            <p:nvPr/>
          </p:nvSpPr>
          <p:spPr>
            <a:xfrm>
              <a:off x="2057175" y="1087700"/>
              <a:ext cx="3467325" cy="856650"/>
            </a:xfrm>
            <a:custGeom>
              <a:avLst/>
              <a:gdLst/>
              <a:ahLst/>
              <a:cxnLst/>
              <a:rect l="l" t="t" r="r" b="b"/>
              <a:pathLst>
                <a:path w="138693" h="34266" extrusionOk="0">
                  <a:moveTo>
                    <a:pt x="70228" y="0"/>
                  </a:moveTo>
                  <a:cubicBezTo>
                    <a:pt x="68756" y="0"/>
                    <a:pt x="67282" y="39"/>
                    <a:pt x="65808" y="115"/>
                  </a:cubicBezTo>
                  <a:cubicBezTo>
                    <a:pt x="36566" y="1690"/>
                    <a:pt x="12837" y="17729"/>
                    <a:pt x="683" y="31667"/>
                  </a:cubicBezTo>
                  <a:cubicBezTo>
                    <a:pt x="447" y="32533"/>
                    <a:pt x="211" y="33400"/>
                    <a:pt x="1" y="34266"/>
                  </a:cubicBezTo>
                  <a:cubicBezTo>
                    <a:pt x="106" y="34240"/>
                    <a:pt x="237" y="34161"/>
                    <a:pt x="316" y="34082"/>
                  </a:cubicBezTo>
                  <a:cubicBezTo>
                    <a:pt x="11813" y="19986"/>
                    <a:pt x="35910" y="3003"/>
                    <a:pt x="65861" y="1401"/>
                  </a:cubicBezTo>
                  <a:cubicBezTo>
                    <a:pt x="67331" y="1324"/>
                    <a:pt x="68801" y="1285"/>
                    <a:pt x="70270" y="1285"/>
                  </a:cubicBezTo>
                  <a:cubicBezTo>
                    <a:pt x="80758" y="1285"/>
                    <a:pt x="91167" y="3252"/>
                    <a:pt x="100930" y="7098"/>
                  </a:cubicBezTo>
                  <a:cubicBezTo>
                    <a:pt x="113713" y="12111"/>
                    <a:pt x="125946" y="20327"/>
                    <a:pt x="137338" y="31536"/>
                  </a:cubicBezTo>
                  <a:cubicBezTo>
                    <a:pt x="137480" y="31677"/>
                    <a:pt x="137637" y="31737"/>
                    <a:pt x="137787" y="31737"/>
                  </a:cubicBezTo>
                  <a:cubicBezTo>
                    <a:pt x="138278" y="31737"/>
                    <a:pt x="138693" y="31105"/>
                    <a:pt x="138230" y="30643"/>
                  </a:cubicBezTo>
                  <a:cubicBezTo>
                    <a:pt x="126707" y="19304"/>
                    <a:pt x="114317" y="10982"/>
                    <a:pt x="101402" y="5916"/>
                  </a:cubicBezTo>
                  <a:cubicBezTo>
                    <a:pt x="91464" y="1996"/>
                    <a:pt x="80877" y="0"/>
                    <a:pt x="702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51"/>
            <p:cNvSpPr/>
            <p:nvPr/>
          </p:nvSpPr>
          <p:spPr>
            <a:xfrm>
              <a:off x="2014525" y="1229550"/>
              <a:ext cx="3547650" cy="903150"/>
            </a:xfrm>
            <a:custGeom>
              <a:avLst/>
              <a:gdLst/>
              <a:ahLst/>
              <a:cxnLst/>
              <a:rect l="l" t="t" r="r" b="b"/>
              <a:pathLst>
                <a:path w="141906" h="36126" extrusionOk="0">
                  <a:moveTo>
                    <a:pt x="72567" y="0"/>
                  </a:moveTo>
                  <a:cubicBezTo>
                    <a:pt x="70963" y="0"/>
                    <a:pt x="69357" y="46"/>
                    <a:pt x="67750" y="137"/>
                  </a:cubicBezTo>
                  <a:cubicBezTo>
                    <a:pt x="37301" y="1844"/>
                    <a:pt x="12679" y="19273"/>
                    <a:pt x="420" y="34104"/>
                  </a:cubicBezTo>
                  <a:cubicBezTo>
                    <a:pt x="289" y="34760"/>
                    <a:pt x="132" y="35443"/>
                    <a:pt x="0" y="36099"/>
                  </a:cubicBezTo>
                  <a:cubicBezTo>
                    <a:pt x="53" y="36125"/>
                    <a:pt x="79" y="36125"/>
                    <a:pt x="105" y="36125"/>
                  </a:cubicBezTo>
                  <a:cubicBezTo>
                    <a:pt x="315" y="36125"/>
                    <a:pt x="499" y="36047"/>
                    <a:pt x="604" y="35889"/>
                  </a:cubicBezTo>
                  <a:cubicBezTo>
                    <a:pt x="12416" y="21058"/>
                    <a:pt x="37117" y="3130"/>
                    <a:pt x="67829" y="1397"/>
                  </a:cubicBezTo>
                  <a:cubicBezTo>
                    <a:pt x="69380" y="1311"/>
                    <a:pt x="70931" y="1268"/>
                    <a:pt x="72480" y="1268"/>
                  </a:cubicBezTo>
                  <a:cubicBezTo>
                    <a:pt x="83155" y="1268"/>
                    <a:pt x="93761" y="3312"/>
                    <a:pt x="103686" y="7277"/>
                  </a:cubicBezTo>
                  <a:cubicBezTo>
                    <a:pt x="116732" y="12448"/>
                    <a:pt x="129253" y="20979"/>
                    <a:pt x="140908" y="32634"/>
                  </a:cubicBezTo>
                  <a:cubicBezTo>
                    <a:pt x="141026" y="32752"/>
                    <a:pt x="141190" y="32811"/>
                    <a:pt x="141354" y="32811"/>
                  </a:cubicBezTo>
                  <a:cubicBezTo>
                    <a:pt x="141518" y="32811"/>
                    <a:pt x="141682" y="32752"/>
                    <a:pt x="141800" y="32634"/>
                  </a:cubicBezTo>
                  <a:cubicBezTo>
                    <a:pt x="141853" y="32582"/>
                    <a:pt x="141879" y="32529"/>
                    <a:pt x="141905" y="32477"/>
                  </a:cubicBezTo>
                  <a:cubicBezTo>
                    <a:pt x="141853" y="32214"/>
                    <a:pt x="141800" y="31925"/>
                    <a:pt x="141721" y="31663"/>
                  </a:cubicBezTo>
                  <a:cubicBezTo>
                    <a:pt x="129988" y="19929"/>
                    <a:pt x="117336" y="11346"/>
                    <a:pt x="104158" y="6096"/>
                  </a:cubicBezTo>
                  <a:cubicBezTo>
                    <a:pt x="94100" y="2073"/>
                    <a:pt x="83385" y="0"/>
                    <a:pt x="725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51"/>
            <p:cNvSpPr/>
            <p:nvPr/>
          </p:nvSpPr>
          <p:spPr>
            <a:xfrm>
              <a:off x="1981700" y="1371125"/>
              <a:ext cx="3615900" cy="949250"/>
            </a:xfrm>
            <a:custGeom>
              <a:avLst/>
              <a:gdLst/>
              <a:ahLst/>
              <a:cxnLst/>
              <a:rect l="l" t="t" r="r" b="b"/>
              <a:pathLst>
                <a:path w="144636" h="37970" extrusionOk="0">
                  <a:moveTo>
                    <a:pt x="74306" y="1"/>
                  </a:moveTo>
                  <a:cubicBezTo>
                    <a:pt x="72656" y="1"/>
                    <a:pt x="71004" y="49"/>
                    <a:pt x="69352" y="144"/>
                  </a:cubicBezTo>
                  <a:cubicBezTo>
                    <a:pt x="38141" y="1982"/>
                    <a:pt x="12889" y="20330"/>
                    <a:pt x="316" y="35922"/>
                  </a:cubicBezTo>
                  <a:cubicBezTo>
                    <a:pt x="211" y="36605"/>
                    <a:pt x="106" y="37287"/>
                    <a:pt x="1" y="37944"/>
                  </a:cubicBezTo>
                  <a:cubicBezTo>
                    <a:pt x="1" y="37944"/>
                    <a:pt x="1" y="37970"/>
                    <a:pt x="27" y="37970"/>
                  </a:cubicBezTo>
                  <a:cubicBezTo>
                    <a:pt x="211" y="37970"/>
                    <a:pt x="395" y="37865"/>
                    <a:pt x="526" y="37707"/>
                  </a:cubicBezTo>
                  <a:cubicBezTo>
                    <a:pt x="12627" y="22115"/>
                    <a:pt x="37958" y="3268"/>
                    <a:pt x="69405" y="1404"/>
                  </a:cubicBezTo>
                  <a:cubicBezTo>
                    <a:pt x="71004" y="1314"/>
                    <a:pt x="72604" y="1268"/>
                    <a:pt x="74201" y="1268"/>
                  </a:cubicBezTo>
                  <a:cubicBezTo>
                    <a:pt x="85110" y="1268"/>
                    <a:pt x="95932" y="3373"/>
                    <a:pt x="106075" y="7494"/>
                  </a:cubicBezTo>
                  <a:cubicBezTo>
                    <a:pt x="119410" y="12849"/>
                    <a:pt x="132193" y="21669"/>
                    <a:pt x="144084" y="33744"/>
                  </a:cubicBezTo>
                  <a:cubicBezTo>
                    <a:pt x="144188" y="33847"/>
                    <a:pt x="144339" y="33918"/>
                    <a:pt x="144502" y="33918"/>
                  </a:cubicBezTo>
                  <a:cubicBezTo>
                    <a:pt x="144546" y="33918"/>
                    <a:pt x="144591" y="33912"/>
                    <a:pt x="144636" y="33901"/>
                  </a:cubicBezTo>
                  <a:cubicBezTo>
                    <a:pt x="144531" y="33324"/>
                    <a:pt x="144426" y="32746"/>
                    <a:pt x="144294" y="32169"/>
                  </a:cubicBezTo>
                  <a:cubicBezTo>
                    <a:pt x="132482" y="20330"/>
                    <a:pt x="119777" y="11615"/>
                    <a:pt x="106548" y="6313"/>
                  </a:cubicBezTo>
                  <a:cubicBezTo>
                    <a:pt x="96294" y="2134"/>
                    <a:pt x="85345" y="1"/>
                    <a:pt x="743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51"/>
            <p:cNvSpPr/>
            <p:nvPr/>
          </p:nvSpPr>
          <p:spPr>
            <a:xfrm>
              <a:off x="1958075" y="1513200"/>
              <a:ext cx="3663800" cy="989625"/>
            </a:xfrm>
            <a:custGeom>
              <a:avLst/>
              <a:gdLst/>
              <a:ahLst/>
              <a:cxnLst/>
              <a:rect l="l" t="t" r="r" b="b"/>
              <a:pathLst>
                <a:path w="146552" h="39585" extrusionOk="0">
                  <a:moveTo>
                    <a:pt x="75781" y="0"/>
                  </a:moveTo>
                  <a:cubicBezTo>
                    <a:pt x="74051" y="0"/>
                    <a:pt x="72319" y="52"/>
                    <a:pt x="70586" y="157"/>
                  </a:cubicBezTo>
                  <a:cubicBezTo>
                    <a:pt x="56254" y="1024"/>
                    <a:pt x="41633" y="5591"/>
                    <a:pt x="28298" y="13361"/>
                  </a:cubicBezTo>
                  <a:cubicBezTo>
                    <a:pt x="17431" y="19687"/>
                    <a:pt x="7535" y="28113"/>
                    <a:pt x="263" y="37195"/>
                  </a:cubicBezTo>
                  <a:cubicBezTo>
                    <a:pt x="185" y="37983"/>
                    <a:pt x="80" y="38770"/>
                    <a:pt x="1" y="39584"/>
                  </a:cubicBezTo>
                  <a:cubicBezTo>
                    <a:pt x="27" y="39558"/>
                    <a:pt x="53" y="39532"/>
                    <a:pt x="53" y="39532"/>
                  </a:cubicBezTo>
                  <a:cubicBezTo>
                    <a:pt x="12496" y="23178"/>
                    <a:pt x="38456" y="3360"/>
                    <a:pt x="70665" y="1417"/>
                  </a:cubicBezTo>
                  <a:cubicBezTo>
                    <a:pt x="72355" y="1317"/>
                    <a:pt x="74045" y="1266"/>
                    <a:pt x="75734" y="1266"/>
                  </a:cubicBezTo>
                  <a:cubicBezTo>
                    <a:pt x="86818" y="1266"/>
                    <a:pt x="97823" y="3428"/>
                    <a:pt x="108096" y="7665"/>
                  </a:cubicBezTo>
                  <a:cubicBezTo>
                    <a:pt x="121562" y="13151"/>
                    <a:pt x="134503" y="22154"/>
                    <a:pt x="146552" y="34465"/>
                  </a:cubicBezTo>
                  <a:cubicBezTo>
                    <a:pt x="146447" y="33757"/>
                    <a:pt x="146342" y="33048"/>
                    <a:pt x="146237" y="32366"/>
                  </a:cubicBezTo>
                  <a:cubicBezTo>
                    <a:pt x="134425" y="20553"/>
                    <a:pt x="121746" y="11865"/>
                    <a:pt x="108569" y="6483"/>
                  </a:cubicBezTo>
                  <a:cubicBezTo>
                    <a:pt x="98150" y="2207"/>
                    <a:pt x="87021" y="0"/>
                    <a:pt x="75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51"/>
            <p:cNvSpPr/>
            <p:nvPr/>
          </p:nvSpPr>
          <p:spPr>
            <a:xfrm>
              <a:off x="1944300" y="1654525"/>
              <a:ext cx="3694650" cy="1007750"/>
            </a:xfrm>
            <a:custGeom>
              <a:avLst/>
              <a:gdLst/>
              <a:ahLst/>
              <a:cxnLst/>
              <a:rect l="l" t="t" r="r" b="b"/>
              <a:pathLst>
                <a:path w="147786" h="40310" extrusionOk="0">
                  <a:moveTo>
                    <a:pt x="76931" y="0"/>
                  </a:moveTo>
                  <a:cubicBezTo>
                    <a:pt x="75117" y="0"/>
                    <a:pt x="73299" y="58"/>
                    <a:pt x="71478" y="174"/>
                  </a:cubicBezTo>
                  <a:cubicBezTo>
                    <a:pt x="56805" y="1093"/>
                    <a:pt x="41869" y="5844"/>
                    <a:pt x="28245" y="13955"/>
                  </a:cubicBezTo>
                  <a:cubicBezTo>
                    <a:pt x="17430" y="20386"/>
                    <a:pt x="7587" y="28865"/>
                    <a:pt x="158" y="38052"/>
                  </a:cubicBezTo>
                  <a:cubicBezTo>
                    <a:pt x="106" y="38814"/>
                    <a:pt x="53" y="39575"/>
                    <a:pt x="1" y="40310"/>
                  </a:cubicBezTo>
                  <a:cubicBezTo>
                    <a:pt x="7429" y="30676"/>
                    <a:pt x="17640" y="21725"/>
                    <a:pt x="28875" y="15031"/>
                  </a:cubicBezTo>
                  <a:cubicBezTo>
                    <a:pt x="42341" y="7052"/>
                    <a:pt x="57093" y="2353"/>
                    <a:pt x="71531" y="1434"/>
                  </a:cubicBezTo>
                  <a:cubicBezTo>
                    <a:pt x="73300" y="1323"/>
                    <a:pt x="75068" y="1268"/>
                    <a:pt x="76832" y="1268"/>
                  </a:cubicBezTo>
                  <a:cubicBezTo>
                    <a:pt x="88019" y="1268"/>
                    <a:pt x="99070" y="3493"/>
                    <a:pt x="109750" y="7892"/>
                  </a:cubicBezTo>
                  <a:cubicBezTo>
                    <a:pt x="123032" y="13378"/>
                    <a:pt x="135816" y="22276"/>
                    <a:pt x="147785" y="34351"/>
                  </a:cubicBezTo>
                  <a:cubicBezTo>
                    <a:pt x="147707" y="33669"/>
                    <a:pt x="147628" y="33012"/>
                    <a:pt x="147549" y="32330"/>
                  </a:cubicBezTo>
                  <a:cubicBezTo>
                    <a:pt x="135789" y="20701"/>
                    <a:pt x="123268" y="12092"/>
                    <a:pt x="110222" y="6710"/>
                  </a:cubicBezTo>
                  <a:cubicBezTo>
                    <a:pt x="99409" y="2254"/>
                    <a:pt x="88244" y="0"/>
                    <a:pt x="769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51"/>
            <p:cNvSpPr/>
            <p:nvPr/>
          </p:nvSpPr>
          <p:spPr>
            <a:xfrm>
              <a:off x="1934475" y="1791500"/>
              <a:ext cx="3722850" cy="1122125"/>
            </a:xfrm>
            <a:custGeom>
              <a:avLst/>
              <a:gdLst/>
              <a:ahLst/>
              <a:cxnLst/>
              <a:rect l="l" t="t" r="r" b="b"/>
              <a:pathLst>
                <a:path w="148914" h="44885" extrusionOk="0">
                  <a:moveTo>
                    <a:pt x="76886" y="1"/>
                  </a:moveTo>
                  <a:cubicBezTo>
                    <a:pt x="75417" y="1"/>
                    <a:pt x="73947" y="43"/>
                    <a:pt x="72475" y="129"/>
                  </a:cubicBezTo>
                  <a:cubicBezTo>
                    <a:pt x="57959" y="943"/>
                    <a:pt x="43627" y="5956"/>
                    <a:pt x="29898" y="14986"/>
                  </a:cubicBezTo>
                  <a:cubicBezTo>
                    <a:pt x="19162" y="22073"/>
                    <a:pt x="8899" y="31628"/>
                    <a:pt x="26" y="42811"/>
                  </a:cubicBezTo>
                  <a:cubicBezTo>
                    <a:pt x="26" y="43493"/>
                    <a:pt x="0" y="44202"/>
                    <a:pt x="0" y="44884"/>
                  </a:cubicBezTo>
                  <a:cubicBezTo>
                    <a:pt x="9030" y="33256"/>
                    <a:pt x="19556" y="23333"/>
                    <a:pt x="30607" y="16062"/>
                  </a:cubicBezTo>
                  <a:cubicBezTo>
                    <a:pt x="44125" y="7138"/>
                    <a:pt x="58248" y="2203"/>
                    <a:pt x="72554" y="1389"/>
                  </a:cubicBezTo>
                  <a:cubicBezTo>
                    <a:pt x="73978" y="1307"/>
                    <a:pt x="75401" y="1267"/>
                    <a:pt x="76822" y="1267"/>
                  </a:cubicBezTo>
                  <a:cubicBezTo>
                    <a:pt x="101518" y="1267"/>
                    <a:pt x="125755" y="13548"/>
                    <a:pt x="148913" y="37823"/>
                  </a:cubicBezTo>
                  <a:cubicBezTo>
                    <a:pt x="148887" y="37167"/>
                    <a:pt x="148835" y="36511"/>
                    <a:pt x="148782" y="35855"/>
                  </a:cubicBezTo>
                  <a:cubicBezTo>
                    <a:pt x="125716" y="12070"/>
                    <a:pt x="101574" y="1"/>
                    <a:pt x="768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51"/>
            <p:cNvSpPr/>
            <p:nvPr/>
          </p:nvSpPr>
          <p:spPr>
            <a:xfrm>
              <a:off x="1935775" y="1929050"/>
              <a:ext cx="3728775" cy="1194575"/>
            </a:xfrm>
            <a:custGeom>
              <a:avLst/>
              <a:gdLst/>
              <a:ahLst/>
              <a:cxnLst/>
              <a:rect l="l" t="t" r="r" b="b"/>
              <a:pathLst>
                <a:path w="149151" h="47783" extrusionOk="0">
                  <a:moveTo>
                    <a:pt x="76082" y="0"/>
                  </a:moveTo>
                  <a:cubicBezTo>
                    <a:pt x="75389" y="0"/>
                    <a:pt x="74694" y="12"/>
                    <a:pt x="73998" y="34"/>
                  </a:cubicBezTo>
                  <a:cubicBezTo>
                    <a:pt x="58537" y="559"/>
                    <a:pt x="44625" y="5862"/>
                    <a:pt x="30187" y="16755"/>
                  </a:cubicBezTo>
                  <a:cubicBezTo>
                    <a:pt x="19163" y="25103"/>
                    <a:pt x="9188" y="35576"/>
                    <a:pt x="1" y="45945"/>
                  </a:cubicBezTo>
                  <a:cubicBezTo>
                    <a:pt x="27" y="46548"/>
                    <a:pt x="53" y="47152"/>
                    <a:pt x="53" y="47782"/>
                  </a:cubicBezTo>
                  <a:cubicBezTo>
                    <a:pt x="9450" y="37151"/>
                    <a:pt x="19661" y="26310"/>
                    <a:pt x="30949" y="17779"/>
                  </a:cubicBezTo>
                  <a:cubicBezTo>
                    <a:pt x="45150" y="7043"/>
                    <a:pt x="58852" y="1819"/>
                    <a:pt x="74024" y="1321"/>
                  </a:cubicBezTo>
                  <a:cubicBezTo>
                    <a:pt x="74721" y="1297"/>
                    <a:pt x="75416" y="1286"/>
                    <a:pt x="76109" y="1286"/>
                  </a:cubicBezTo>
                  <a:cubicBezTo>
                    <a:pt x="88840" y="1286"/>
                    <a:pt x="101024" y="5186"/>
                    <a:pt x="114317" y="13500"/>
                  </a:cubicBezTo>
                  <a:cubicBezTo>
                    <a:pt x="123504" y="19249"/>
                    <a:pt x="133453" y="26704"/>
                    <a:pt x="145554" y="36127"/>
                  </a:cubicBezTo>
                  <a:cubicBezTo>
                    <a:pt x="146158" y="36600"/>
                    <a:pt x="146788" y="37046"/>
                    <a:pt x="147391" y="37492"/>
                  </a:cubicBezTo>
                  <a:cubicBezTo>
                    <a:pt x="147995" y="37939"/>
                    <a:pt x="148599" y="38385"/>
                    <a:pt x="149150" y="38831"/>
                  </a:cubicBezTo>
                  <a:cubicBezTo>
                    <a:pt x="149124" y="38280"/>
                    <a:pt x="149124" y="37729"/>
                    <a:pt x="149098" y="37204"/>
                  </a:cubicBezTo>
                  <a:cubicBezTo>
                    <a:pt x="148783" y="36967"/>
                    <a:pt x="148468" y="36731"/>
                    <a:pt x="148126" y="36469"/>
                  </a:cubicBezTo>
                  <a:cubicBezTo>
                    <a:pt x="147549" y="36049"/>
                    <a:pt x="146945" y="35576"/>
                    <a:pt x="146341" y="35130"/>
                  </a:cubicBezTo>
                  <a:cubicBezTo>
                    <a:pt x="134214" y="25680"/>
                    <a:pt x="124239" y="18199"/>
                    <a:pt x="114999" y="12424"/>
                  </a:cubicBezTo>
                  <a:cubicBezTo>
                    <a:pt x="101469" y="3977"/>
                    <a:pt x="89050" y="0"/>
                    <a:pt x="760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51"/>
            <p:cNvSpPr/>
            <p:nvPr/>
          </p:nvSpPr>
          <p:spPr>
            <a:xfrm>
              <a:off x="1946275" y="2066625"/>
              <a:ext cx="3719575" cy="1255175"/>
            </a:xfrm>
            <a:custGeom>
              <a:avLst/>
              <a:gdLst/>
              <a:ahLst/>
              <a:cxnLst/>
              <a:rect l="l" t="t" r="r" b="b"/>
              <a:pathLst>
                <a:path w="148783" h="50207" extrusionOk="0">
                  <a:moveTo>
                    <a:pt x="75584" y="0"/>
                  </a:moveTo>
                  <a:cubicBezTo>
                    <a:pt x="75120" y="0"/>
                    <a:pt x="74653" y="6"/>
                    <a:pt x="74182" y="17"/>
                  </a:cubicBezTo>
                  <a:cubicBezTo>
                    <a:pt x="54022" y="490"/>
                    <a:pt x="40740" y="9546"/>
                    <a:pt x="30397" y="18340"/>
                  </a:cubicBezTo>
                  <a:cubicBezTo>
                    <a:pt x="22628" y="24981"/>
                    <a:pt x="15278" y="32672"/>
                    <a:pt x="8820" y="39470"/>
                  </a:cubicBezTo>
                  <a:cubicBezTo>
                    <a:pt x="5749" y="42699"/>
                    <a:pt x="2783" y="45797"/>
                    <a:pt x="0" y="48553"/>
                  </a:cubicBezTo>
                  <a:cubicBezTo>
                    <a:pt x="53" y="49104"/>
                    <a:pt x="105" y="49655"/>
                    <a:pt x="132" y="50207"/>
                  </a:cubicBezTo>
                  <a:cubicBezTo>
                    <a:pt x="3177" y="47240"/>
                    <a:pt x="6379" y="43880"/>
                    <a:pt x="9739" y="40337"/>
                  </a:cubicBezTo>
                  <a:cubicBezTo>
                    <a:pt x="16170" y="33564"/>
                    <a:pt x="23494" y="25899"/>
                    <a:pt x="31237" y="19311"/>
                  </a:cubicBezTo>
                  <a:cubicBezTo>
                    <a:pt x="41396" y="10649"/>
                    <a:pt x="54442" y="1750"/>
                    <a:pt x="74208" y="1277"/>
                  </a:cubicBezTo>
                  <a:cubicBezTo>
                    <a:pt x="74649" y="1267"/>
                    <a:pt x="75086" y="1262"/>
                    <a:pt x="75521" y="1262"/>
                  </a:cubicBezTo>
                  <a:cubicBezTo>
                    <a:pt x="91744" y="1262"/>
                    <a:pt x="103516" y="8335"/>
                    <a:pt x="113818" y="16030"/>
                  </a:cubicBezTo>
                  <a:lnTo>
                    <a:pt x="115551" y="17316"/>
                  </a:lnTo>
                  <a:cubicBezTo>
                    <a:pt x="124633" y="24088"/>
                    <a:pt x="134897" y="31753"/>
                    <a:pt x="145921" y="38578"/>
                  </a:cubicBezTo>
                  <a:cubicBezTo>
                    <a:pt x="146814" y="39129"/>
                    <a:pt x="147706" y="39628"/>
                    <a:pt x="148546" y="40074"/>
                  </a:cubicBezTo>
                  <a:lnTo>
                    <a:pt x="148783" y="40205"/>
                  </a:lnTo>
                  <a:cubicBezTo>
                    <a:pt x="148783" y="39733"/>
                    <a:pt x="148783" y="39234"/>
                    <a:pt x="148783" y="38762"/>
                  </a:cubicBezTo>
                  <a:cubicBezTo>
                    <a:pt x="148074" y="38368"/>
                    <a:pt x="147313" y="37948"/>
                    <a:pt x="146604" y="37502"/>
                  </a:cubicBezTo>
                  <a:cubicBezTo>
                    <a:pt x="135605" y="30677"/>
                    <a:pt x="125368" y="23038"/>
                    <a:pt x="116312" y="16292"/>
                  </a:cubicBezTo>
                  <a:lnTo>
                    <a:pt x="114579" y="15006"/>
                  </a:lnTo>
                  <a:cubicBezTo>
                    <a:pt x="104111" y="7193"/>
                    <a:pt x="92127" y="0"/>
                    <a:pt x="755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51"/>
            <p:cNvSpPr/>
            <p:nvPr/>
          </p:nvSpPr>
          <p:spPr>
            <a:xfrm>
              <a:off x="1966625" y="2203550"/>
              <a:ext cx="3695300" cy="1309875"/>
            </a:xfrm>
            <a:custGeom>
              <a:avLst/>
              <a:gdLst/>
              <a:ahLst/>
              <a:cxnLst/>
              <a:rect l="l" t="t" r="r" b="b"/>
              <a:pathLst>
                <a:path w="147812" h="52395" extrusionOk="0">
                  <a:moveTo>
                    <a:pt x="73971" y="0"/>
                  </a:moveTo>
                  <a:cubicBezTo>
                    <a:pt x="52578" y="368"/>
                    <a:pt x="40162" y="10474"/>
                    <a:pt x="30240" y="19950"/>
                  </a:cubicBezTo>
                  <a:cubicBezTo>
                    <a:pt x="24937" y="24990"/>
                    <a:pt x="19924" y="30371"/>
                    <a:pt x="15094" y="35595"/>
                  </a:cubicBezTo>
                  <a:cubicBezTo>
                    <a:pt x="9765" y="41343"/>
                    <a:pt x="4673" y="46830"/>
                    <a:pt x="0" y="50898"/>
                  </a:cubicBezTo>
                  <a:cubicBezTo>
                    <a:pt x="53" y="51397"/>
                    <a:pt x="131" y="51896"/>
                    <a:pt x="184" y="52394"/>
                  </a:cubicBezTo>
                  <a:cubicBezTo>
                    <a:pt x="5093" y="48221"/>
                    <a:pt x="10421" y="42472"/>
                    <a:pt x="16039" y="36435"/>
                  </a:cubicBezTo>
                  <a:cubicBezTo>
                    <a:pt x="20869" y="31237"/>
                    <a:pt x="25856" y="25882"/>
                    <a:pt x="31106" y="20869"/>
                  </a:cubicBezTo>
                  <a:cubicBezTo>
                    <a:pt x="41317" y="11130"/>
                    <a:pt x="53050" y="1628"/>
                    <a:pt x="73998" y="1260"/>
                  </a:cubicBezTo>
                  <a:cubicBezTo>
                    <a:pt x="74269" y="1256"/>
                    <a:pt x="74538" y="1254"/>
                    <a:pt x="74806" y="1254"/>
                  </a:cubicBezTo>
                  <a:cubicBezTo>
                    <a:pt x="91894" y="1254"/>
                    <a:pt x="102588" y="9436"/>
                    <a:pt x="112952" y="18585"/>
                  </a:cubicBezTo>
                  <a:cubicBezTo>
                    <a:pt x="118937" y="23861"/>
                    <a:pt x="131221" y="33836"/>
                    <a:pt x="145895" y="41055"/>
                  </a:cubicBezTo>
                  <a:cubicBezTo>
                    <a:pt x="146525" y="41370"/>
                    <a:pt x="147155" y="41632"/>
                    <a:pt x="147759" y="41895"/>
                  </a:cubicBezTo>
                  <a:cubicBezTo>
                    <a:pt x="147785" y="41448"/>
                    <a:pt x="147811" y="41002"/>
                    <a:pt x="147811" y="40530"/>
                  </a:cubicBezTo>
                  <a:cubicBezTo>
                    <a:pt x="147365" y="40346"/>
                    <a:pt x="146919" y="40136"/>
                    <a:pt x="146472" y="39926"/>
                  </a:cubicBezTo>
                  <a:cubicBezTo>
                    <a:pt x="131904" y="32760"/>
                    <a:pt x="119750" y="22890"/>
                    <a:pt x="113792" y="17614"/>
                  </a:cubicBezTo>
                  <a:cubicBezTo>
                    <a:pt x="103239" y="8321"/>
                    <a:pt x="92346" y="0"/>
                    <a:pt x="748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51"/>
            <p:cNvSpPr/>
            <p:nvPr/>
          </p:nvSpPr>
          <p:spPr>
            <a:xfrm>
              <a:off x="1996150" y="2340000"/>
              <a:ext cx="3654600" cy="1361100"/>
            </a:xfrm>
            <a:custGeom>
              <a:avLst/>
              <a:gdLst/>
              <a:ahLst/>
              <a:cxnLst/>
              <a:rect l="l" t="t" r="r" b="b"/>
              <a:pathLst>
                <a:path w="146184" h="54444" extrusionOk="0">
                  <a:moveTo>
                    <a:pt x="73842" y="1"/>
                  </a:moveTo>
                  <a:cubicBezTo>
                    <a:pt x="73702" y="1"/>
                    <a:pt x="73561" y="1"/>
                    <a:pt x="73420" y="2"/>
                  </a:cubicBezTo>
                  <a:cubicBezTo>
                    <a:pt x="51607" y="238"/>
                    <a:pt x="40713" y="9898"/>
                    <a:pt x="29689" y="21553"/>
                  </a:cubicBezTo>
                  <a:cubicBezTo>
                    <a:pt x="25935" y="25543"/>
                    <a:pt x="22260" y="29743"/>
                    <a:pt x="18716" y="33759"/>
                  </a:cubicBezTo>
                  <a:cubicBezTo>
                    <a:pt x="12075" y="41319"/>
                    <a:pt x="5749" y="48538"/>
                    <a:pt x="0" y="53053"/>
                  </a:cubicBezTo>
                  <a:cubicBezTo>
                    <a:pt x="79" y="53525"/>
                    <a:pt x="184" y="53998"/>
                    <a:pt x="263" y="54444"/>
                  </a:cubicBezTo>
                  <a:cubicBezTo>
                    <a:pt x="6248" y="49876"/>
                    <a:pt x="12784" y="42421"/>
                    <a:pt x="19661" y="34599"/>
                  </a:cubicBezTo>
                  <a:cubicBezTo>
                    <a:pt x="23205" y="30583"/>
                    <a:pt x="26880" y="26409"/>
                    <a:pt x="30607" y="22446"/>
                  </a:cubicBezTo>
                  <a:cubicBezTo>
                    <a:pt x="41422" y="10975"/>
                    <a:pt x="52106" y="1498"/>
                    <a:pt x="73420" y="1288"/>
                  </a:cubicBezTo>
                  <a:cubicBezTo>
                    <a:pt x="73583" y="1287"/>
                    <a:pt x="73745" y="1286"/>
                    <a:pt x="73907" y="1286"/>
                  </a:cubicBezTo>
                  <a:cubicBezTo>
                    <a:pt x="92677" y="1286"/>
                    <a:pt x="102765" y="11816"/>
                    <a:pt x="111718" y="21133"/>
                  </a:cubicBezTo>
                  <a:cubicBezTo>
                    <a:pt x="120669" y="30478"/>
                    <a:pt x="133295" y="38852"/>
                    <a:pt x="145501" y="43550"/>
                  </a:cubicBezTo>
                  <a:cubicBezTo>
                    <a:pt x="145685" y="43629"/>
                    <a:pt x="145869" y="43681"/>
                    <a:pt x="146053" y="43760"/>
                  </a:cubicBezTo>
                  <a:cubicBezTo>
                    <a:pt x="146105" y="43314"/>
                    <a:pt x="146131" y="42868"/>
                    <a:pt x="146184" y="42448"/>
                  </a:cubicBezTo>
                  <a:cubicBezTo>
                    <a:pt x="146105" y="42421"/>
                    <a:pt x="146026" y="42395"/>
                    <a:pt x="145974" y="42369"/>
                  </a:cubicBezTo>
                  <a:cubicBezTo>
                    <a:pt x="133925" y="37749"/>
                    <a:pt x="121457" y="29480"/>
                    <a:pt x="112611" y="20267"/>
                  </a:cubicBezTo>
                  <a:cubicBezTo>
                    <a:pt x="103515" y="10755"/>
                    <a:pt x="93178" y="1"/>
                    <a:pt x="73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51"/>
            <p:cNvSpPr/>
            <p:nvPr/>
          </p:nvSpPr>
          <p:spPr>
            <a:xfrm>
              <a:off x="2035525" y="2475225"/>
              <a:ext cx="3594900" cy="1410950"/>
            </a:xfrm>
            <a:custGeom>
              <a:avLst/>
              <a:gdLst/>
              <a:ahLst/>
              <a:cxnLst/>
              <a:rect l="l" t="t" r="r" b="b"/>
              <a:pathLst>
                <a:path w="143796" h="56438" extrusionOk="0">
                  <a:moveTo>
                    <a:pt x="72449" y="1"/>
                  </a:moveTo>
                  <a:cubicBezTo>
                    <a:pt x="48431" y="1"/>
                    <a:pt x="38430" y="11865"/>
                    <a:pt x="28770" y="23205"/>
                  </a:cubicBezTo>
                  <a:cubicBezTo>
                    <a:pt x="26145" y="26276"/>
                    <a:pt x="23546" y="29453"/>
                    <a:pt x="21000" y="32550"/>
                  </a:cubicBezTo>
                  <a:cubicBezTo>
                    <a:pt x="13571" y="41606"/>
                    <a:pt x="6458" y="50269"/>
                    <a:pt x="0" y="55098"/>
                  </a:cubicBezTo>
                  <a:cubicBezTo>
                    <a:pt x="132" y="55545"/>
                    <a:pt x="237" y="55991"/>
                    <a:pt x="342" y="56437"/>
                  </a:cubicBezTo>
                  <a:cubicBezTo>
                    <a:pt x="7062" y="51581"/>
                    <a:pt x="14359" y="42682"/>
                    <a:pt x="21997" y="33390"/>
                  </a:cubicBezTo>
                  <a:cubicBezTo>
                    <a:pt x="24517" y="30319"/>
                    <a:pt x="27116" y="27038"/>
                    <a:pt x="29741" y="23993"/>
                  </a:cubicBezTo>
                  <a:cubicBezTo>
                    <a:pt x="39217" y="12863"/>
                    <a:pt x="49034" y="1182"/>
                    <a:pt x="72449" y="1182"/>
                  </a:cubicBezTo>
                  <a:lnTo>
                    <a:pt x="72633" y="1182"/>
                  </a:lnTo>
                  <a:cubicBezTo>
                    <a:pt x="91979" y="1182"/>
                    <a:pt x="100693" y="12075"/>
                    <a:pt x="109146" y="22523"/>
                  </a:cubicBezTo>
                  <a:lnTo>
                    <a:pt x="110064" y="23704"/>
                  </a:lnTo>
                  <a:cubicBezTo>
                    <a:pt x="117861" y="33311"/>
                    <a:pt x="130644" y="41685"/>
                    <a:pt x="143638" y="45727"/>
                  </a:cubicBezTo>
                  <a:cubicBezTo>
                    <a:pt x="143690" y="45307"/>
                    <a:pt x="143743" y="44887"/>
                    <a:pt x="143795" y="44467"/>
                  </a:cubicBezTo>
                  <a:cubicBezTo>
                    <a:pt x="131090" y="40477"/>
                    <a:pt x="118648" y="32340"/>
                    <a:pt x="111062" y="22969"/>
                  </a:cubicBezTo>
                  <a:lnTo>
                    <a:pt x="110117" y="21762"/>
                  </a:lnTo>
                  <a:cubicBezTo>
                    <a:pt x="101901" y="11577"/>
                    <a:pt x="92582" y="1"/>
                    <a:pt x="72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51"/>
            <p:cNvSpPr/>
            <p:nvPr/>
          </p:nvSpPr>
          <p:spPr>
            <a:xfrm>
              <a:off x="2086050" y="2612375"/>
              <a:ext cx="3514175" cy="1454925"/>
            </a:xfrm>
            <a:custGeom>
              <a:avLst/>
              <a:gdLst/>
              <a:ahLst/>
              <a:cxnLst/>
              <a:rect l="l" t="t" r="r" b="b"/>
              <a:pathLst>
                <a:path w="140567" h="58197" extrusionOk="0">
                  <a:moveTo>
                    <a:pt x="70953" y="1"/>
                  </a:moveTo>
                  <a:cubicBezTo>
                    <a:pt x="46515" y="1"/>
                    <a:pt x="37144" y="12154"/>
                    <a:pt x="28114" y="23888"/>
                  </a:cubicBezTo>
                  <a:lnTo>
                    <a:pt x="27405" y="24807"/>
                  </a:lnTo>
                  <a:cubicBezTo>
                    <a:pt x="25751" y="26907"/>
                    <a:pt x="24124" y="29085"/>
                    <a:pt x="22523" y="31185"/>
                  </a:cubicBezTo>
                  <a:cubicBezTo>
                    <a:pt x="14569" y="41633"/>
                    <a:pt x="6957" y="51660"/>
                    <a:pt x="1" y="56910"/>
                  </a:cubicBezTo>
                  <a:cubicBezTo>
                    <a:pt x="132" y="57330"/>
                    <a:pt x="289" y="57750"/>
                    <a:pt x="421" y="58196"/>
                  </a:cubicBezTo>
                  <a:cubicBezTo>
                    <a:pt x="7639" y="52867"/>
                    <a:pt x="15409" y="42656"/>
                    <a:pt x="23520" y="31973"/>
                  </a:cubicBezTo>
                  <a:cubicBezTo>
                    <a:pt x="25121" y="29899"/>
                    <a:pt x="26775" y="27747"/>
                    <a:pt x="28403" y="25620"/>
                  </a:cubicBezTo>
                  <a:lnTo>
                    <a:pt x="29111" y="24807"/>
                  </a:lnTo>
                  <a:cubicBezTo>
                    <a:pt x="38377" y="12784"/>
                    <a:pt x="47118" y="1550"/>
                    <a:pt x="70953" y="1550"/>
                  </a:cubicBezTo>
                  <a:lnTo>
                    <a:pt x="71032" y="1550"/>
                  </a:lnTo>
                  <a:cubicBezTo>
                    <a:pt x="91218" y="1550"/>
                    <a:pt x="99329" y="13519"/>
                    <a:pt x="106469" y="24150"/>
                  </a:cubicBezTo>
                  <a:cubicBezTo>
                    <a:pt x="106993" y="24912"/>
                    <a:pt x="107492" y="25594"/>
                    <a:pt x="107991" y="26329"/>
                  </a:cubicBezTo>
                  <a:cubicBezTo>
                    <a:pt x="114632" y="36041"/>
                    <a:pt x="127074" y="44231"/>
                    <a:pt x="140330" y="47801"/>
                  </a:cubicBezTo>
                  <a:cubicBezTo>
                    <a:pt x="140409" y="47381"/>
                    <a:pt x="140488" y="46961"/>
                    <a:pt x="140567" y="46541"/>
                  </a:cubicBezTo>
                  <a:cubicBezTo>
                    <a:pt x="127652" y="43024"/>
                    <a:pt x="115498" y="35044"/>
                    <a:pt x="109041" y="25594"/>
                  </a:cubicBezTo>
                  <a:cubicBezTo>
                    <a:pt x="108542" y="24833"/>
                    <a:pt x="108043" y="24045"/>
                    <a:pt x="107518" y="23284"/>
                  </a:cubicBezTo>
                  <a:cubicBezTo>
                    <a:pt x="100195" y="12391"/>
                    <a:pt x="91900" y="1"/>
                    <a:pt x="710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51"/>
            <p:cNvSpPr/>
            <p:nvPr/>
          </p:nvSpPr>
          <p:spPr>
            <a:xfrm>
              <a:off x="2177925" y="3388350"/>
              <a:ext cx="1082150" cy="1314175"/>
            </a:xfrm>
            <a:custGeom>
              <a:avLst/>
              <a:gdLst/>
              <a:ahLst/>
              <a:cxnLst/>
              <a:rect l="l" t="t" r="r" b="b"/>
              <a:pathLst>
                <a:path w="43286" h="52567" extrusionOk="0">
                  <a:moveTo>
                    <a:pt x="35808" y="1"/>
                  </a:moveTo>
                  <a:cubicBezTo>
                    <a:pt x="31888" y="1"/>
                    <a:pt x="26219" y="5844"/>
                    <a:pt x="17640" y="18626"/>
                  </a:cubicBezTo>
                  <a:cubicBezTo>
                    <a:pt x="12705" y="25976"/>
                    <a:pt x="6248" y="32249"/>
                    <a:pt x="1" y="35977"/>
                  </a:cubicBezTo>
                  <a:cubicBezTo>
                    <a:pt x="184" y="36371"/>
                    <a:pt x="342" y="36764"/>
                    <a:pt x="526" y="37132"/>
                  </a:cubicBezTo>
                  <a:cubicBezTo>
                    <a:pt x="6983" y="33299"/>
                    <a:pt x="13624" y="26868"/>
                    <a:pt x="18690" y="19335"/>
                  </a:cubicBezTo>
                  <a:cubicBezTo>
                    <a:pt x="21742" y="14807"/>
                    <a:pt x="30809" y="1259"/>
                    <a:pt x="35810" y="1259"/>
                  </a:cubicBezTo>
                  <a:cubicBezTo>
                    <a:pt x="35970" y="1259"/>
                    <a:pt x="36126" y="1273"/>
                    <a:pt x="36277" y="1301"/>
                  </a:cubicBezTo>
                  <a:cubicBezTo>
                    <a:pt x="37642" y="1564"/>
                    <a:pt x="38640" y="3086"/>
                    <a:pt x="39244" y="5869"/>
                  </a:cubicBezTo>
                  <a:cubicBezTo>
                    <a:pt x="41947" y="18022"/>
                    <a:pt x="32497" y="39547"/>
                    <a:pt x="8295" y="51490"/>
                  </a:cubicBezTo>
                  <a:cubicBezTo>
                    <a:pt x="8532" y="51858"/>
                    <a:pt x="8768" y="52199"/>
                    <a:pt x="9004" y="52567"/>
                  </a:cubicBezTo>
                  <a:cubicBezTo>
                    <a:pt x="33679" y="40282"/>
                    <a:pt x="43286" y="18127"/>
                    <a:pt x="40477" y="5606"/>
                  </a:cubicBezTo>
                  <a:cubicBezTo>
                    <a:pt x="39742" y="2272"/>
                    <a:pt x="38404" y="409"/>
                    <a:pt x="36514" y="68"/>
                  </a:cubicBezTo>
                  <a:cubicBezTo>
                    <a:pt x="36285" y="23"/>
                    <a:pt x="36049" y="1"/>
                    <a:pt x="358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51"/>
            <p:cNvSpPr/>
            <p:nvPr/>
          </p:nvSpPr>
          <p:spPr>
            <a:xfrm>
              <a:off x="2226500" y="3578950"/>
              <a:ext cx="898400" cy="1025150"/>
            </a:xfrm>
            <a:custGeom>
              <a:avLst/>
              <a:gdLst/>
              <a:ahLst/>
              <a:cxnLst/>
              <a:rect l="l" t="t" r="r" b="b"/>
              <a:pathLst>
                <a:path w="35936" h="41006" extrusionOk="0">
                  <a:moveTo>
                    <a:pt x="31789" y="1"/>
                  </a:moveTo>
                  <a:cubicBezTo>
                    <a:pt x="31763" y="1"/>
                    <a:pt x="31736" y="2"/>
                    <a:pt x="31709" y="3"/>
                  </a:cubicBezTo>
                  <a:cubicBezTo>
                    <a:pt x="28927" y="3"/>
                    <a:pt x="24228" y="6644"/>
                    <a:pt x="19661" y="13443"/>
                  </a:cubicBezTo>
                  <a:lnTo>
                    <a:pt x="19556" y="13601"/>
                  </a:lnTo>
                  <a:cubicBezTo>
                    <a:pt x="14070" y="21764"/>
                    <a:pt x="7009" y="28563"/>
                    <a:pt x="0" y="32632"/>
                  </a:cubicBezTo>
                  <a:cubicBezTo>
                    <a:pt x="184" y="32999"/>
                    <a:pt x="368" y="33393"/>
                    <a:pt x="551" y="33760"/>
                  </a:cubicBezTo>
                  <a:cubicBezTo>
                    <a:pt x="7770" y="29613"/>
                    <a:pt x="15015" y="22657"/>
                    <a:pt x="20606" y="14309"/>
                  </a:cubicBezTo>
                  <a:lnTo>
                    <a:pt x="20711" y="14152"/>
                  </a:lnTo>
                  <a:cubicBezTo>
                    <a:pt x="23073" y="10634"/>
                    <a:pt x="29373" y="1263"/>
                    <a:pt x="31709" y="1263"/>
                  </a:cubicBezTo>
                  <a:cubicBezTo>
                    <a:pt x="31814" y="1263"/>
                    <a:pt x="31919" y="1290"/>
                    <a:pt x="31972" y="1368"/>
                  </a:cubicBezTo>
                  <a:cubicBezTo>
                    <a:pt x="33809" y="3206"/>
                    <a:pt x="32812" y="11238"/>
                    <a:pt x="27011" y="20189"/>
                  </a:cubicBezTo>
                  <a:cubicBezTo>
                    <a:pt x="23178" y="26095"/>
                    <a:pt x="16170" y="33997"/>
                    <a:pt x="3859" y="39929"/>
                  </a:cubicBezTo>
                  <a:cubicBezTo>
                    <a:pt x="4095" y="40296"/>
                    <a:pt x="4305" y="40638"/>
                    <a:pt x="4515" y="41005"/>
                  </a:cubicBezTo>
                  <a:cubicBezTo>
                    <a:pt x="17010" y="34968"/>
                    <a:pt x="24176" y="26909"/>
                    <a:pt x="28087" y="20872"/>
                  </a:cubicBezTo>
                  <a:cubicBezTo>
                    <a:pt x="32864" y="13496"/>
                    <a:pt x="35936" y="3547"/>
                    <a:pt x="32891" y="476"/>
                  </a:cubicBezTo>
                  <a:cubicBezTo>
                    <a:pt x="32596" y="181"/>
                    <a:pt x="32185" y="1"/>
                    <a:pt x="317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51"/>
            <p:cNvSpPr/>
            <p:nvPr/>
          </p:nvSpPr>
          <p:spPr>
            <a:xfrm>
              <a:off x="2135275" y="3271900"/>
              <a:ext cx="1214725" cy="1525775"/>
            </a:xfrm>
            <a:custGeom>
              <a:avLst/>
              <a:gdLst/>
              <a:ahLst/>
              <a:cxnLst/>
              <a:rect l="l" t="t" r="r" b="b"/>
              <a:pathLst>
                <a:path w="48589" h="61031" extrusionOk="0">
                  <a:moveTo>
                    <a:pt x="37511" y="1"/>
                  </a:moveTo>
                  <a:cubicBezTo>
                    <a:pt x="30738" y="1"/>
                    <a:pt x="24045" y="7928"/>
                    <a:pt x="15488" y="20685"/>
                  </a:cubicBezTo>
                  <a:cubicBezTo>
                    <a:pt x="11734" y="26276"/>
                    <a:pt x="5985" y="32471"/>
                    <a:pt x="0" y="36251"/>
                  </a:cubicBezTo>
                  <a:cubicBezTo>
                    <a:pt x="132" y="36671"/>
                    <a:pt x="289" y="37065"/>
                    <a:pt x="447" y="37459"/>
                  </a:cubicBezTo>
                  <a:cubicBezTo>
                    <a:pt x="6694" y="33574"/>
                    <a:pt x="12679" y="27169"/>
                    <a:pt x="16538" y="21394"/>
                  </a:cubicBezTo>
                  <a:cubicBezTo>
                    <a:pt x="24649" y="9319"/>
                    <a:pt x="31316" y="1261"/>
                    <a:pt x="37511" y="1261"/>
                  </a:cubicBezTo>
                  <a:cubicBezTo>
                    <a:pt x="37957" y="1261"/>
                    <a:pt x="38403" y="1313"/>
                    <a:pt x="38850" y="1392"/>
                  </a:cubicBezTo>
                  <a:cubicBezTo>
                    <a:pt x="41160" y="1838"/>
                    <a:pt x="44178" y="3597"/>
                    <a:pt x="45491" y="9529"/>
                  </a:cubicBezTo>
                  <a:cubicBezTo>
                    <a:pt x="47276" y="17535"/>
                    <a:pt x="44651" y="28009"/>
                    <a:pt x="38482" y="37537"/>
                  </a:cubicBezTo>
                  <a:cubicBezTo>
                    <a:pt x="34098" y="44284"/>
                    <a:pt x="26224" y="53208"/>
                    <a:pt x="12731" y="60007"/>
                  </a:cubicBezTo>
                  <a:cubicBezTo>
                    <a:pt x="12994" y="60348"/>
                    <a:pt x="13230" y="60690"/>
                    <a:pt x="13493" y="61031"/>
                  </a:cubicBezTo>
                  <a:cubicBezTo>
                    <a:pt x="27116" y="54127"/>
                    <a:pt x="35096" y="45071"/>
                    <a:pt x="39532" y="38220"/>
                  </a:cubicBezTo>
                  <a:cubicBezTo>
                    <a:pt x="45884" y="28403"/>
                    <a:pt x="48588" y="17588"/>
                    <a:pt x="46724" y="9240"/>
                  </a:cubicBezTo>
                  <a:cubicBezTo>
                    <a:pt x="45254" y="2626"/>
                    <a:pt x="41763" y="657"/>
                    <a:pt x="39086" y="132"/>
                  </a:cubicBezTo>
                  <a:cubicBezTo>
                    <a:pt x="38561" y="53"/>
                    <a:pt x="38036" y="1"/>
                    <a:pt x="375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51"/>
            <p:cNvSpPr/>
            <p:nvPr/>
          </p:nvSpPr>
          <p:spPr>
            <a:xfrm>
              <a:off x="2271100" y="3839900"/>
              <a:ext cx="651600" cy="671650"/>
            </a:xfrm>
            <a:custGeom>
              <a:avLst/>
              <a:gdLst/>
              <a:ahLst/>
              <a:cxnLst/>
              <a:rect l="l" t="t" r="r" b="b"/>
              <a:pathLst>
                <a:path w="26064" h="26866" extrusionOk="0">
                  <a:moveTo>
                    <a:pt x="25276" y="0"/>
                  </a:moveTo>
                  <a:cubicBezTo>
                    <a:pt x="25042" y="0"/>
                    <a:pt x="24810" y="128"/>
                    <a:pt x="24702" y="433"/>
                  </a:cubicBezTo>
                  <a:cubicBezTo>
                    <a:pt x="24623" y="590"/>
                    <a:pt x="18901" y="15710"/>
                    <a:pt x="1" y="25763"/>
                  </a:cubicBezTo>
                  <a:cubicBezTo>
                    <a:pt x="211" y="26131"/>
                    <a:pt x="395" y="26498"/>
                    <a:pt x="605" y="26866"/>
                  </a:cubicBezTo>
                  <a:cubicBezTo>
                    <a:pt x="19924" y="16602"/>
                    <a:pt x="25830" y="1036"/>
                    <a:pt x="25883" y="853"/>
                  </a:cubicBezTo>
                  <a:cubicBezTo>
                    <a:pt x="26064" y="360"/>
                    <a:pt x="25668" y="0"/>
                    <a:pt x="252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51"/>
            <p:cNvSpPr/>
            <p:nvPr/>
          </p:nvSpPr>
          <p:spPr>
            <a:xfrm>
              <a:off x="2637950" y="2892400"/>
              <a:ext cx="2902550" cy="2113975"/>
            </a:xfrm>
            <a:custGeom>
              <a:avLst/>
              <a:gdLst/>
              <a:ahLst/>
              <a:cxnLst/>
              <a:rect l="l" t="t" r="r" b="b"/>
              <a:pathLst>
                <a:path w="116102" h="84559" extrusionOk="0">
                  <a:moveTo>
                    <a:pt x="46411" y="1"/>
                  </a:moveTo>
                  <a:cubicBezTo>
                    <a:pt x="45279" y="1"/>
                    <a:pt x="44125" y="47"/>
                    <a:pt x="42945" y="140"/>
                  </a:cubicBezTo>
                  <a:cubicBezTo>
                    <a:pt x="37642" y="533"/>
                    <a:pt x="34125" y="2187"/>
                    <a:pt x="32445" y="5048"/>
                  </a:cubicBezTo>
                  <a:cubicBezTo>
                    <a:pt x="29846" y="9458"/>
                    <a:pt x="32261" y="15811"/>
                    <a:pt x="34282" y="20194"/>
                  </a:cubicBezTo>
                  <a:cubicBezTo>
                    <a:pt x="37038" y="26179"/>
                    <a:pt x="36435" y="30274"/>
                    <a:pt x="35647" y="35471"/>
                  </a:cubicBezTo>
                  <a:cubicBezTo>
                    <a:pt x="35516" y="36469"/>
                    <a:pt x="35358" y="37519"/>
                    <a:pt x="35227" y="38595"/>
                  </a:cubicBezTo>
                  <a:cubicBezTo>
                    <a:pt x="34387" y="45236"/>
                    <a:pt x="27589" y="57889"/>
                    <a:pt x="22024" y="65081"/>
                  </a:cubicBezTo>
                  <a:cubicBezTo>
                    <a:pt x="16643" y="71985"/>
                    <a:pt x="7219" y="79098"/>
                    <a:pt x="0" y="83639"/>
                  </a:cubicBezTo>
                  <a:cubicBezTo>
                    <a:pt x="315" y="83954"/>
                    <a:pt x="630" y="84269"/>
                    <a:pt x="972" y="84558"/>
                  </a:cubicBezTo>
                  <a:cubicBezTo>
                    <a:pt x="8243" y="79938"/>
                    <a:pt x="17535" y="72903"/>
                    <a:pt x="23021" y="65842"/>
                  </a:cubicBezTo>
                  <a:cubicBezTo>
                    <a:pt x="28691" y="58545"/>
                    <a:pt x="35621" y="45604"/>
                    <a:pt x="36461" y="38753"/>
                  </a:cubicBezTo>
                  <a:cubicBezTo>
                    <a:pt x="36618" y="37676"/>
                    <a:pt x="36750" y="36653"/>
                    <a:pt x="36907" y="35655"/>
                  </a:cubicBezTo>
                  <a:cubicBezTo>
                    <a:pt x="37695" y="30484"/>
                    <a:pt x="38351" y="25995"/>
                    <a:pt x="35437" y="19669"/>
                  </a:cubicBezTo>
                  <a:cubicBezTo>
                    <a:pt x="33521" y="15522"/>
                    <a:pt x="31237" y="9589"/>
                    <a:pt x="33547" y="5678"/>
                  </a:cubicBezTo>
                  <a:cubicBezTo>
                    <a:pt x="34991" y="3211"/>
                    <a:pt x="38193" y="1767"/>
                    <a:pt x="43023" y="1400"/>
                  </a:cubicBezTo>
                  <a:cubicBezTo>
                    <a:pt x="44192" y="1311"/>
                    <a:pt x="45332" y="1265"/>
                    <a:pt x="46446" y="1265"/>
                  </a:cubicBezTo>
                  <a:cubicBezTo>
                    <a:pt x="59126" y="1265"/>
                    <a:pt x="68461" y="7119"/>
                    <a:pt x="78040" y="20824"/>
                  </a:cubicBezTo>
                  <a:cubicBezTo>
                    <a:pt x="87831" y="34868"/>
                    <a:pt x="95417" y="41798"/>
                    <a:pt x="115761" y="47021"/>
                  </a:cubicBezTo>
                  <a:cubicBezTo>
                    <a:pt x="115892" y="46601"/>
                    <a:pt x="115997" y="46208"/>
                    <a:pt x="116102" y="45788"/>
                  </a:cubicBezTo>
                  <a:cubicBezTo>
                    <a:pt x="96126" y="40669"/>
                    <a:pt x="88697" y="33870"/>
                    <a:pt x="79064" y="20089"/>
                  </a:cubicBezTo>
                  <a:cubicBezTo>
                    <a:pt x="69356" y="6179"/>
                    <a:pt x="59425" y="1"/>
                    <a:pt x="464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51"/>
            <p:cNvSpPr/>
            <p:nvPr/>
          </p:nvSpPr>
          <p:spPr>
            <a:xfrm>
              <a:off x="2731800" y="3002850"/>
              <a:ext cx="2775900" cy="2088175"/>
            </a:xfrm>
            <a:custGeom>
              <a:avLst/>
              <a:gdLst/>
              <a:ahLst/>
              <a:cxnLst/>
              <a:rect l="l" t="t" r="r" b="b"/>
              <a:pathLst>
                <a:path w="111036" h="83527" extrusionOk="0">
                  <a:moveTo>
                    <a:pt x="42209" y="0"/>
                  </a:moveTo>
                  <a:cubicBezTo>
                    <a:pt x="36592" y="0"/>
                    <a:pt x="33416" y="1864"/>
                    <a:pt x="32733" y="5539"/>
                  </a:cubicBezTo>
                  <a:cubicBezTo>
                    <a:pt x="32471" y="7061"/>
                    <a:pt x="33153" y="8531"/>
                    <a:pt x="34019" y="10421"/>
                  </a:cubicBezTo>
                  <a:cubicBezTo>
                    <a:pt x="35962" y="14569"/>
                    <a:pt x="38876" y="20816"/>
                    <a:pt x="36093" y="34702"/>
                  </a:cubicBezTo>
                  <a:cubicBezTo>
                    <a:pt x="34597" y="42131"/>
                    <a:pt x="29688" y="56332"/>
                    <a:pt x="22338" y="64994"/>
                  </a:cubicBezTo>
                  <a:cubicBezTo>
                    <a:pt x="16511" y="71845"/>
                    <a:pt x="7429" y="78224"/>
                    <a:pt x="0" y="82660"/>
                  </a:cubicBezTo>
                  <a:cubicBezTo>
                    <a:pt x="341" y="82949"/>
                    <a:pt x="683" y="83238"/>
                    <a:pt x="1050" y="83526"/>
                  </a:cubicBezTo>
                  <a:cubicBezTo>
                    <a:pt x="8479" y="79038"/>
                    <a:pt x="17482" y="72659"/>
                    <a:pt x="23310" y="65808"/>
                  </a:cubicBezTo>
                  <a:cubicBezTo>
                    <a:pt x="31394" y="56279"/>
                    <a:pt x="36014" y="41475"/>
                    <a:pt x="37327" y="34965"/>
                  </a:cubicBezTo>
                  <a:cubicBezTo>
                    <a:pt x="40214" y="20659"/>
                    <a:pt x="37064" y="13913"/>
                    <a:pt x="35174" y="9870"/>
                  </a:cubicBezTo>
                  <a:cubicBezTo>
                    <a:pt x="34361" y="8138"/>
                    <a:pt x="33783" y="6878"/>
                    <a:pt x="33993" y="5775"/>
                  </a:cubicBezTo>
                  <a:cubicBezTo>
                    <a:pt x="34544" y="2730"/>
                    <a:pt x="37222" y="1260"/>
                    <a:pt x="42209" y="1260"/>
                  </a:cubicBezTo>
                  <a:cubicBezTo>
                    <a:pt x="43049" y="1260"/>
                    <a:pt x="43784" y="1313"/>
                    <a:pt x="44388" y="1339"/>
                  </a:cubicBezTo>
                  <a:cubicBezTo>
                    <a:pt x="44755" y="1365"/>
                    <a:pt x="45070" y="1365"/>
                    <a:pt x="45280" y="1365"/>
                  </a:cubicBezTo>
                  <a:cubicBezTo>
                    <a:pt x="55308" y="1365"/>
                    <a:pt x="62605" y="8873"/>
                    <a:pt x="70454" y="20107"/>
                  </a:cubicBezTo>
                  <a:cubicBezTo>
                    <a:pt x="81426" y="35831"/>
                    <a:pt x="90272" y="41868"/>
                    <a:pt x="110642" y="47039"/>
                  </a:cubicBezTo>
                  <a:cubicBezTo>
                    <a:pt x="110773" y="46646"/>
                    <a:pt x="110904" y="46252"/>
                    <a:pt x="111035" y="45832"/>
                  </a:cubicBezTo>
                  <a:cubicBezTo>
                    <a:pt x="90981" y="40740"/>
                    <a:pt x="82266" y="34807"/>
                    <a:pt x="71477" y="19372"/>
                  </a:cubicBezTo>
                  <a:cubicBezTo>
                    <a:pt x="63419" y="7823"/>
                    <a:pt x="55859" y="105"/>
                    <a:pt x="45280" y="105"/>
                  </a:cubicBezTo>
                  <a:cubicBezTo>
                    <a:pt x="45097" y="105"/>
                    <a:pt x="44808" y="79"/>
                    <a:pt x="44467" y="79"/>
                  </a:cubicBezTo>
                  <a:cubicBezTo>
                    <a:pt x="43889" y="27"/>
                    <a:pt x="43076" y="0"/>
                    <a:pt x="42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51"/>
            <p:cNvSpPr/>
            <p:nvPr/>
          </p:nvSpPr>
          <p:spPr>
            <a:xfrm>
              <a:off x="2557900" y="2740350"/>
              <a:ext cx="3011475" cy="2182675"/>
            </a:xfrm>
            <a:custGeom>
              <a:avLst/>
              <a:gdLst/>
              <a:ahLst/>
              <a:cxnLst/>
              <a:rect l="l" t="t" r="r" b="b"/>
              <a:pathLst>
                <a:path w="120459" h="87307" extrusionOk="0">
                  <a:moveTo>
                    <a:pt x="49428" y="0"/>
                  </a:moveTo>
                  <a:cubicBezTo>
                    <a:pt x="43233" y="0"/>
                    <a:pt x="32261" y="1208"/>
                    <a:pt x="28428" y="9398"/>
                  </a:cubicBezTo>
                  <a:cubicBezTo>
                    <a:pt x="26538" y="13414"/>
                    <a:pt x="28769" y="17981"/>
                    <a:pt x="30896" y="22418"/>
                  </a:cubicBezTo>
                  <a:cubicBezTo>
                    <a:pt x="31893" y="24413"/>
                    <a:pt x="32812" y="26302"/>
                    <a:pt x="33337" y="28114"/>
                  </a:cubicBezTo>
                  <a:cubicBezTo>
                    <a:pt x="34991" y="33705"/>
                    <a:pt x="34597" y="37826"/>
                    <a:pt x="33809" y="44100"/>
                  </a:cubicBezTo>
                  <a:cubicBezTo>
                    <a:pt x="33022" y="50400"/>
                    <a:pt x="28034" y="60191"/>
                    <a:pt x="21393" y="68512"/>
                  </a:cubicBezTo>
                  <a:cubicBezTo>
                    <a:pt x="15356" y="76072"/>
                    <a:pt x="6562" y="82424"/>
                    <a:pt x="0" y="86361"/>
                  </a:cubicBezTo>
                  <a:cubicBezTo>
                    <a:pt x="289" y="86676"/>
                    <a:pt x="577" y="86991"/>
                    <a:pt x="866" y="87306"/>
                  </a:cubicBezTo>
                  <a:cubicBezTo>
                    <a:pt x="7507" y="83316"/>
                    <a:pt x="16301" y="76912"/>
                    <a:pt x="22391" y="69299"/>
                  </a:cubicBezTo>
                  <a:cubicBezTo>
                    <a:pt x="29163" y="60821"/>
                    <a:pt x="34256" y="50741"/>
                    <a:pt x="35069" y="44257"/>
                  </a:cubicBezTo>
                  <a:cubicBezTo>
                    <a:pt x="35752" y="38692"/>
                    <a:pt x="36356" y="33862"/>
                    <a:pt x="34544" y="27746"/>
                  </a:cubicBezTo>
                  <a:cubicBezTo>
                    <a:pt x="33993" y="25856"/>
                    <a:pt x="32996" y="23835"/>
                    <a:pt x="32051" y="21866"/>
                  </a:cubicBezTo>
                  <a:cubicBezTo>
                    <a:pt x="30029" y="17719"/>
                    <a:pt x="27956" y="13414"/>
                    <a:pt x="29583" y="9923"/>
                  </a:cubicBezTo>
                  <a:cubicBezTo>
                    <a:pt x="33101" y="2389"/>
                    <a:pt x="43548" y="1260"/>
                    <a:pt x="49428" y="1260"/>
                  </a:cubicBezTo>
                  <a:lnTo>
                    <a:pt x="50137" y="1260"/>
                  </a:lnTo>
                  <a:lnTo>
                    <a:pt x="50478" y="1287"/>
                  </a:lnTo>
                  <a:cubicBezTo>
                    <a:pt x="66359" y="1287"/>
                    <a:pt x="74627" y="8820"/>
                    <a:pt x="84340" y="22706"/>
                  </a:cubicBezTo>
                  <a:cubicBezTo>
                    <a:pt x="94026" y="36592"/>
                    <a:pt x="101664" y="43785"/>
                    <a:pt x="120170" y="48588"/>
                  </a:cubicBezTo>
                  <a:cubicBezTo>
                    <a:pt x="120249" y="48195"/>
                    <a:pt x="120354" y="47775"/>
                    <a:pt x="120459" y="47355"/>
                  </a:cubicBezTo>
                  <a:cubicBezTo>
                    <a:pt x="102347" y="42656"/>
                    <a:pt x="94892" y="35595"/>
                    <a:pt x="85363" y="21998"/>
                  </a:cubicBezTo>
                  <a:cubicBezTo>
                    <a:pt x="75651" y="8059"/>
                    <a:pt x="66831" y="0"/>
                    <a:pt x="504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51"/>
            <p:cNvSpPr/>
            <p:nvPr/>
          </p:nvSpPr>
          <p:spPr>
            <a:xfrm>
              <a:off x="2849925" y="3981300"/>
              <a:ext cx="2118350" cy="1200275"/>
            </a:xfrm>
            <a:custGeom>
              <a:avLst/>
              <a:gdLst/>
              <a:ahLst/>
              <a:cxnLst/>
              <a:rect l="l" t="t" r="r" b="b"/>
              <a:pathLst>
                <a:path w="84734" h="48011" extrusionOk="0">
                  <a:moveTo>
                    <a:pt x="44965" y="0"/>
                  </a:moveTo>
                  <a:cubicBezTo>
                    <a:pt x="39610" y="132"/>
                    <a:pt x="35069" y="4725"/>
                    <a:pt x="31447" y="13624"/>
                  </a:cubicBezTo>
                  <a:cubicBezTo>
                    <a:pt x="28743" y="20317"/>
                    <a:pt x="23231" y="33941"/>
                    <a:pt x="0" y="47171"/>
                  </a:cubicBezTo>
                  <a:cubicBezTo>
                    <a:pt x="394" y="47459"/>
                    <a:pt x="788" y="47722"/>
                    <a:pt x="1181" y="48011"/>
                  </a:cubicBezTo>
                  <a:cubicBezTo>
                    <a:pt x="10342" y="42892"/>
                    <a:pt x="24858" y="33285"/>
                    <a:pt x="32628" y="14096"/>
                  </a:cubicBezTo>
                  <a:cubicBezTo>
                    <a:pt x="36041" y="5723"/>
                    <a:pt x="40188" y="1392"/>
                    <a:pt x="44992" y="1260"/>
                  </a:cubicBezTo>
                  <a:lnTo>
                    <a:pt x="45228" y="1260"/>
                  </a:lnTo>
                  <a:cubicBezTo>
                    <a:pt x="52289" y="1260"/>
                    <a:pt x="58983" y="10133"/>
                    <a:pt x="62605" y="17798"/>
                  </a:cubicBezTo>
                  <a:cubicBezTo>
                    <a:pt x="68380" y="30082"/>
                    <a:pt x="76333" y="38587"/>
                    <a:pt x="83736" y="43338"/>
                  </a:cubicBezTo>
                  <a:cubicBezTo>
                    <a:pt x="84077" y="43050"/>
                    <a:pt x="84392" y="42761"/>
                    <a:pt x="84733" y="42472"/>
                  </a:cubicBezTo>
                  <a:cubicBezTo>
                    <a:pt x="77436" y="37905"/>
                    <a:pt x="69509" y="29505"/>
                    <a:pt x="63760" y="17273"/>
                  </a:cubicBezTo>
                  <a:cubicBezTo>
                    <a:pt x="59980" y="9266"/>
                    <a:pt x="52893" y="0"/>
                    <a:pt x="452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51"/>
            <p:cNvSpPr/>
            <p:nvPr/>
          </p:nvSpPr>
          <p:spPr>
            <a:xfrm>
              <a:off x="2982475" y="4133150"/>
              <a:ext cx="1856525" cy="1129800"/>
            </a:xfrm>
            <a:custGeom>
              <a:avLst/>
              <a:gdLst/>
              <a:ahLst/>
              <a:cxnLst/>
              <a:rect l="l" t="t" r="r" b="b"/>
              <a:pathLst>
                <a:path w="74261" h="45192" extrusionOk="0">
                  <a:moveTo>
                    <a:pt x="41086" y="0"/>
                  </a:moveTo>
                  <a:cubicBezTo>
                    <a:pt x="40857" y="0"/>
                    <a:pt x="40628" y="14"/>
                    <a:pt x="40398" y="42"/>
                  </a:cubicBezTo>
                  <a:cubicBezTo>
                    <a:pt x="35358" y="672"/>
                    <a:pt x="32077" y="7891"/>
                    <a:pt x="31211" y="10096"/>
                  </a:cubicBezTo>
                  <a:cubicBezTo>
                    <a:pt x="29137" y="15293"/>
                    <a:pt x="24780" y="21725"/>
                    <a:pt x="18296" y="29232"/>
                  </a:cubicBezTo>
                  <a:cubicBezTo>
                    <a:pt x="13676" y="34561"/>
                    <a:pt x="6432" y="40204"/>
                    <a:pt x="0" y="44483"/>
                  </a:cubicBezTo>
                  <a:cubicBezTo>
                    <a:pt x="420" y="44719"/>
                    <a:pt x="840" y="44955"/>
                    <a:pt x="1260" y="45192"/>
                  </a:cubicBezTo>
                  <a:cubicBezTo>
                    <a:pt x="7613" y="40887"/>
                    <a:pt x="14700" y="35322"/>
                    <a:pt x="19241" y="30046"/>
                  </a:cubicBezTo>
                  <a:cubicBezTo>
                    <a:pt x="25830" y="22433"/>
                    <a:pt x="30240" y="15871"/>
                    <a:pt x="32366" y="10569"/>
                  </a:cubicBezTo>
                  <a:cubicBezTo>
                    <a:pt x="34046" y="6369"/>
                    <a:pt x="37091" y="1722"/>
                    <a:pt x="40556" y="1302"/>
                  </a:cubicBezTo>
                  <a:cubicBezTo>
                    <a:pt x="40735" y="1280"/>
                    <a:pt x="40916" y="1268"/>
                    <a:pt x="41097" y="1268"/>
                  </a:cubicBezTo>
                  <a:cubicBezTo>
                    <a:pt x="43215" y="1268"/>
                    <a:pt x="45416" y="2825"/>
                    <a:pt x="47617" y="5896"/>
                  </a:cubicBezTo>
                  <a:cubicBezTo>
                    <a:pt x="49717" y="8810"/>
                    <a:pt x="51476" y="12485"/>
                    <a:pt x="53366" y="16396"/>
                  </a:cubicBezTo>
                  <a:cubicBezTo>
                    <a:pt x="57487" y="24953"/>
                    <a:pt x="62422" y="35217"/>
                    <a:pt x="73158" y="41464"/>
                  </a:cubicBezTo>
                  <a:cubicBezTo>
                    <a:pt x="73525" y="41202"/>
                    <a:pt x="73893" y="40913"/>
                    <a:pt x="74260" y="40650"/>
                  </a:cubicBezTo>
                  <a:cubicBezTo>
                    <a:pt x="63603" y="34718"/>
                    <a:pt x="58799" y="24796"/>
                    <a:pt x="54494" y="15845"/>
                  </a:cubicBezTo>
                  <a:cubicBezTo>
                    <a:pt x="52604" y="11881"/>
                    <a:pt x="50793" y="8154"/>
                    <a:pt x="48667" y="5161"/>
                  </a:cubicBezTo>
                  <a:cubicBezTo>
                    <a:pt x="46186" y="1741"/>
                    <a:pt x="43639" y="0"/>
                    <a:pt x="410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51"/>
            <p:cNvSpPr/>
            <p:nvPr/>
          </p:nvSpPr>
          <p:spPr>
            <a:xfrm>
              <a:off x="3136025" y="4311150"/>
              <a:ext cx="1578275" cy="1026625"/>
            </a:xfrm>
            <a:custGeom>
              <a:avLst/>
              <a:gdLst/>
              <a:ahLst/>
              <a:cxnLst/>
              <a:rect l="l" t="t" r="r" b="b"/>
              <a:pathLst>
                <a:path w="63131" h="41065" extrusionOk="0">
                  <a:moveTo>
                    <a:pt x="35655" y="0"/>
                  </a:moveTo>
                  <a:cubicBezTo>
                    <a:pt x="35465" y="0"/>
                    <a:pt x="35270" y="12"/>
                    <a:pt x="35070" y="36"/>
                  </a:cubicBezTo>
                  <a:cubicBezTo>
                    <a:pt x="32288" y="377"/>
                    <a:pt x="30188" y="4787"/>
                    <a:pt x="27773" y="9853"/>
                  </a:cubicBezTo>
                  <a:cubicBezTo>
                    <a:pt x="26802" y="11848"/>
                    <a:pt x="25830" y="13896"/>
                    <a:pt x="24754" y="15786"/>
                  </a:cubicBezTo>
                  <a:cubicBezTo>
                    <a:pt x="17037" y="29541"/>
                    <a:pt x="6379" y="36549"/>
                    <a:pt x="1" y="40460"/>
                  </a:cubicBezTo>
                  <a:cubicBezTo>
                    <a:pt x="473" y="40670"/>
                    <a:pt x="946" y="40880"/>
                    <a:pt x="1418" y="41064"/>
                  </a:cubicBezTo>
                  <a:cubicBezTo>
                    <a:pt x="7981" y="36995"/>
                    <a:pt x="18297" y="29908"/>
                    <a:pt x="25883" y="16416"/>
                  </a:cubicBezTo>
                  <a:cubicBezTo>
                    <a:pt x="26959" y="14500"/>
                    <a:pt x="27956" y="12400"/>
                    <a:pt x="28901" y="10405"/>
                  </a:cubicBezTo>
                  <a:cubicBezTo>
                    <a:pt x="31080" y="5863"/>
                    <a:pt x="33128" y="1559"/>
                    <a:pt x="35228" y="1296"/>
                  </a:cubicBezTo>
                  <a:cubicBezTo>
                    <a:pt x="35396" y="1275"/>
                    <a:pt x="35561" y="1264"/>
                    <a:pt x="35722" y="1264"/>
                  </a:cubicBezTo>
                  <a:cubicBezTo>
                    <a:pt x="37817" y="1264"/>
                    <a:pt x="39350" y="3214"/>
                    <a:pt x="42446" y="12452"/>
                  </a:cubicBezTo>
                  <a:cubicBezTo>
                    <a:pt x="47066" y="26364"/>
                    <a:pt x="54862" y="33320"/>
                    <a:pt x="61897" y="37599"/>
                  </a:cubicBezTo>
                  <a:cubicBezTo>
                    <a:pt x="62317" y="37363"/>
                    <a:pt x="62737" y="37127"/>
                    <a:pt x="63131" y="36890"/>
                  </a:cubicBezTo>
                  <a:cubicBezTo>
                    <a:pt x="56122" y="32717"/>
                    <a:pt x="48274" y="25944"/>
                    <a:pt x="43627" y="12058"/>
                  </a:cubicBezTo>
                  <a:cubicBezTo>
                    <a:pt x="41178" y="4661"/>
                    <a:pt x="39419" y="0"/>
                    <a:pt x="356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51"/>
            <p:cNvSpPr/>
            <p:nvPr/>
          </p:nvSpPr>
          <p:spPr>
            <a:xfrm>
              <a:off x="2987725" y="3019225"/>
              <a:ext cx="221175" cy="191025"/>
            </a:xfrm>
            <a:custGeom>
              <a:avLst/>
              <a:gdLst/>
              <a:ahLst/>
              <a:cxnLst/>
              <a:rect l="l" t="t" r="r" b="b"/>
              <a:pathLst>
                <a:path w="8847" h="7641" extrusionOk="0">
                  <a:moveTo>
                    <a:pt x="6248" y="1261"/>
                  </a:moveTo>
                  <a:cubicBezTo>
                    <a:pt x="6379" y="1261"/>
                    <a:pt x="6458" y="1261"/>
                    <a:pt x="6510" y="1550"/>
                  </a:cubicBezTo>
                  <a:cubicBezTo>
                    <a:pt x="6563" y="1865"/>
                    <a:pt x="6668" y="2259"/>
                    <a:pt x="6747" y="2653"/>
                  </a:cubicBezTo>
                  <a:cubicBezTo>
                    <a:pt x="6983" y="3650"/>
                    <a:pt x="7534" y="5986"/>
                    <a:pt x="7219" y="6354"/>
                  </a:cubicBezTo>
                  <a:cubicBezTo>
                    <a:pt x="7219" y="6354"/>
                    <a:pt x="7212" y="6356"/>
                    <a:pt x="7197" y="6356"/>
                  </a:cubicBezTo>
                  <a:cubicBezTo>
                    <a:pt x="7152" y="6356"/>
                    <a:pt x="7029" y="6341"/>
                    <a:pt x="6773" y="6223"/>
                  </a:cubicBezTo>
                  <a:cubicBezTo>
                    <a:pt x="5944" y="5881"/>
                    <a:pt x="5092" y="5721"/>
                    <a:pt x="4218" y="5721"/>
                  </a:cubicBezTo>
                  <a:cubicBezTo>
                    <a:pt x="4151" y="5721"/>
                    <a:pt x="4084" y="5722"/>
                    <a:pt x="4017" y="5724"/>
                  </a:cubicBezTo>
                  <a:cubicBezTo>
                    <a:pt x="3413" y="5724"/>
                    <a:pt x="2835" y="5776"/>
                    <a:pt x="2389" y="5803"/>
                  </a:cubicBezTo>
                  <a:cubicBezTo>
                    <a:pt x="2022" y="5829"/>
                    <a:pt x="1680" y="5855"/>
                    <a:pt x="1497" y="5855"/>
                  </a:cubicBezTo>
                  <a:cubicBezTo>
                    <a:pt x="1523" y="5645"/>
                    <a:pt x="1654" y="5199"/>
                    <a:pt x="2205" y="4438"/>
                  </a:cubicBezTo>
                  <a:cubicBezTo>
                    <a:pt x="3360" y="2836"/>
                    <a:pt x="5382" y="1261"/>
                    <a:pt x="6248" y="1261"/>
                  </a:cubicBezTo>
                  <a:close/>
                  <a:moveTo>
                    <a:pt x="6298" y="1"/>
                  </a:moveTo>
                  <a:cubicBezTo>
                    <a:pt x="6281" y="1"/>
                    <a:pt x="6264" y="1"/>
                    <a:pt x="6248" y="2"/>
                  </a:cubicBezTo>
                  <a:cubicBezTo>
                    <a:pt x="4227" y="2"/>
                    <a:pt x="972" y="3361"/>
                    <a:pt x="342" y="5173"/>
                  </a:cubicBezTo>
                  <a:cubicBezTo>
                    <a:pt x="0" y="6196"/>
                    <a:pt x="420" y="6695"/>
                    <a:pt x="709" y="6905"/>
                  </a:cubicBezTo>
                  <a:cubicBezTo>
                    <a:pt x="915" y="7043"/>
                    <a:pt x="1182" y="7120"/>
                    <a:pt x="1438" y="7120"/>
                  </a:cubicBezTo>
                  <a:cubicBezTo>
                    <a:pt x="1475" y="7120"/>
                    <a:pt x="1512" y="7118"/>
                    <a:pt x="1549" y="7115"/>
                  </a:cubicBezTo>
                  <a:cubicBezTo>
                    <a:pt x="1812" y="7115"/>
                    <a:pt x="2127" y="7089"/>
                    <a:pt x="2468" y="7063"/>
                  </a:cubicBezTo>
                  <a:cubicBezTo>
                    <a:pt x="2940" y="7036"/>
                    <a:pt x="3465" y="6984"/>
                    <a:pt x="4017" y="6984"/>
                  </a:cubicBezTo>
                  <a:cubicBezTo>
                    <a:pt x="4078" y="6982"/>
                    <a:pt x="4139" y="6981"/>
                    <a:pt x="4201" y="6981"/>
                  </a:cubicBezTo>
                  <a:cubicBezTo>
                    <a:pt x="4878" y="6981"/>
                    <a:pt x="5572" y="7113"/>
                    <a:pt x="6222" y="7378"/>
                  </a:cubicBezTo>
                  <a:cubicBezTo>
                    <a:pt x="6510" y="7535"/>
                    <a:pt x="6852" y="7614"/>
                    <a:pt x="7193" y="7640"/>
                  </a:cubicBezTo>
                  <a:cubicBezTo>
                    <a:pt x="7587" y="7640"/>
                    <a:pt x="7954" y="7456"/>
                    <a:pt x="8190" y="7168"/>
                  </a:cubicBezTo>
                  <a:cubicBezTo>
                    <a:pt x="8846" y="6328"/>
                    <a:pt x="8531" y="4648"/>
                    <a:pt x="7980" y="2364"/>
                  </a:cubicBezTo>
                  <a:cubicBezTo>
                    <a:pt x="7902" y="1970"/>
                    <a:pt x="7797" y="1603"/>
                    <a:pt x="7744" y="1288"/>
                  </a:cubicBezTo>
                  <a:cubicBezTo>
                    <a:pt x="7667" y="569"/>
                    <a:pt x="7038" y="1"/>
                    <a:pt x="62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51"/>
            <p:cNvSpPr/>
            <p:nvPr/>
          </p:nvSpPr>
          <p:spPr>
            <a:xfrm>
              <a:off x="3309925" y="4591400"/>
              <a:ext cx="1231800" cy="807400"/>
            </a:xfrm>
            <a:custGeom>
              <a:avLst/>
              <a:gdLst/>
              <a:ahLst/>
              <a:cxnLst/>
              <a:rect l="l" t="t" r="r" b="b"/>
              <a:pathLst>
                <a:path w="49272" h="32296" extrusionOk="0">
                  <a:moveTo>
                    <a:pt x="29271" y="1"/>
                  </a:moveTo>
                  <a:cubicBezTo>
                    <a:pt x="26542" y="1"/>
                    <a:pt x="23641" y="5171"/>
                    <a:pt x="19609" y="13028"/>
                  </a:cubicBezTo>
                  <a:lnTo>
                    <a:pt x="19032" y="14131"/>
                  </a:lnTo>
                  <a:cubicBezTo>
                    <a:pt x="15147" y="21638"/>
                    <a:pt x="5933" y="27990"/>
                    <a:pt x="1" y="31823"/>
                  </a:cubicBezTo>
                  <a:cubicBezTo>
                    <a:pt x="526" y="32007"/>
                    <a:pt x="1077" y="32164"/>
                    <a:pt x="1602" y="32295"/>
                  </a:cubicBezTo>
                  <a:cubicBezTo>
                    <a:pt x="7640" y="28358"/>
                    <a:pt x="16328" y="22137"/>
                    <a:pt x="20161" y="14708"/>
                  </a:cubicBezTo>
                  <a:lnTo>
                    <a:pt x="20738" y="13606"/>
                  </a:lnTo>
                  <a:cubicBezTo>
                    <a:pt x="23415" y="8382"/>
                    <a:pt x="27090" y="1268"/>
                    <a:pt x="29243" y="1268"/>
                  </a:cubicBezTo>
                  <a:lnTo>
                    <a:pt x="29322" y="1268"/>
                  </a:lnTo>
                  <a:cubicBezTo>
                    <a:pt x="29952" y="1347"/>
                    <a:pt x="30555" y="2240"/>
                    <a:pt x="31054" y="3815"/>
                  </a:cubicBezTo>
                  <a:cubicBezTo>
                    <a:pt x="33548" y="11978"/>
                    <a:pt x="37958" y="22898"/>
                    <a:pt x="47880" y="29854"/>
                  </a:cubicBezTo>
                  <a:cubicBezTo>
                    <a:pt x="48326" y="29644"/>
                    <a:pt x="48799" y="29460"/>
                    <a:pt x="49271" y="29250"/>
                  </a:cubicBezTo>
                  <a:cubicBezTo>
                    <a:pt x="39191" y="22557"/>
                    <a:pt x="34755" y="11584"/>
                    <a:pt x="32262" y="3447"/>
                  </a:cubicBezTo>
                  <a:cubicBezTo>
                    <a:pt x="31579" y="1242"/>
                    <a:pt x="30660" y="113"/>
                    <a:pt x="29453" y="8"/>
                  </a:cubicBezTo>
                  <a:cubicBezTo>
                    <a:pt x="29392" y="3"/>
                    <a:pt x="29332" y="1"/>
                    <a:pt x="292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51"/>
            <p:cNvSpPr/>
            <p:nvPr/>
          </p:nvSpPr>
          <p:spPr>
            <a:xfrm>
              <a:off x="3487775" y="4901900"/>
              <a:ext cx="862325" cy="536925"/>
            </a:xfrm>
            <a:custGeom>
              <a:avLst/>
              <a:gdLst/>
              <a:ahLst/>
              <a:cxnLst/>
              <a:rect l="l" t="t" r="r" b="b"/>
              <a:pathLst>
                <a:path w="34493" h="21477" extrusionOk="0">
                  <a:moveTo>
                    <a:pt x="21027" y="0"/>
                  </a:moveTo>
                  <a:cubicBezTo>
                    <a:pt x="19390" y="0"/>
                    <a:pt x="18222" y="1913"/>
                    <a:pt x="17378" y="3601"/>
                  </a:cubicBezTo>
                  <a:cubicBezTo>
                    <a:pt x="13781" y="10767"/>
                    <a:pt x="6773" y="16463"/>
                    <a:pt x="1" y="21162"/>
                  </a:cubicBezTo>
                  <a:cubicBezTo>
                    <a:pt x="578" y="21293"/>
                    <a:pt x="1155" y="21398"/>
                    <a:pt x="1759" y="21477"/>
                  </a:cubicBezTo>
                  <a:cubicBezTo>
                    <a:pt x="8322" y="16830"/>
                    <a:pt x="14989" y="11213"/>
                    <a:pt x="18506" y="4178"/>
                  </a:cubicBezTo>
                  <a:cubicBezTo>
                    <a:pt x="19709" y="1773"/>
                    <a:pt x="20537" y="1263"/>
                    <a:pt x="21016" y="1263"/>
                  </a:cubicBezTo>
                  <a:cubicBezTo>
                    <a:pt x="21028" y="1263"/>
                    <a:pt x="21041" y="1264"/>
                    <a:pt x="21053" y="1264"/>
                  </a:cubicBezTo>
                  <a:cubicBezTo>
                    <a:pt x="21945" y="1343"/>
                    <a:pt x="23520" y="2971"/>
                    <a:pt x="25987" y="10425"/>
                  </a:cubicBezTo>
                  <a:cubicBezTo>
                    <a:pt x="27247" y="14284"/>
                    <a:pt x="29662" y="17644"/>
                    <a:pt x="32891" y="20059"/>
                  </a:cubicBezTo>
                  <a:cubicBezTo>
                    <a:pt x="33442" y="19928"/>
                    <a:pt x="33967" y="19770"/>
                    <a:pt x="34492" y="19613"/>
                  </a:cubicBezTo>
                  <a:cubicBezTo>
                    <a:pt x="31080" y="17303"/>
                    <a:pt x="28507" y="13943"/>
                    <a:pt x="27195" y="10032"/>
                  </a:cubicBezTo>
                  <a:cubicBezTo>
                    <a:pt x="24911" y="3154"/>
                    <a:pt x="23126" y="136"/>
                    <a:pt x="21158" y="4"/>
                  </a:cubicBezTo>
                  <a:cubicBezTo>
                    <a:pt x="21114" y="2"/>
                    <a:pt x="21070" y="0"/>
                    <a:pt x="210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51"/>
            <p:cNvSpPr/>
            <p:nvPr/>
          </p:nvSpPr>
          <p:spPr>
            <a:xfrm>
              <a:off x="3670875" y="5191825"/>
              <a:ext cx="504650" cy="268650"/>
            </a:xfrm>
            <a:custGeom>
              <a:avLst/>
              <a:gdLst/>
              <a:ahLst/>
              <a:cxnLst/>
              <a:rect l="l" t="t" r="r" b="b"/>
              <a:pathLst>
                <a:path w="20186" h="10746" extrusionOk="0">
                  <a:moveTo>
                    <a:pt x="13136" y="0"/>
                  </a:moveTo>
                  <a:cubicBezTo>
                    <a:pt x="11813" y="0"/>
                    <a:pt x="10249" y="1240"/>
                    <a:pt x="8400" y="3763"/>
                  </a:cubicBezTo>
                  <a:cubicBezTo>
                    <a:pt x="6720" y="6021"/>
                    <a:pt x="3728" y="8042"/>
                    <a:pt x="1103" y="9853"/>
                  </a:cubicBezTo>
                  <a:cubicBezTo>
                    <a:pt x="735" y="10116"/>
                    <a:pt x="368" y="10352"/>
                    <a:pt x="0" y="10588"/>
                  </a:cubicBezTo>
                  <a:cubicBezTo>
                    <a:pt x="683" y="10641"/>
                    <a:pt x="1365" y="10693"/>
                    <a:pt x="2048" y="10746"/>
                  </a:cubicBezTo>
                  <a:cubicBezTo>
                    <a:pt x="4699" y="8935"/>
                    <a:pt x="7665" y="6887"/>
                    <a:pt x="9397" y="4525"/>
                  </a:cubicBezTo>
                  <a:cubicBezTo>
                    <a:pt x="11561" y="1606"/>
                    <a:pt x="12736" y="1268"/>
                    <a:pt x="13177" y="1268"/>
                  </a:cubicBezTo>
                  <a:cubicBezTo>
                    <a:pt x="13196" y="1268"/>
                    <a:pt x="13213" y="1269"/>
                    <a:pt x="13230" y="1270"/>
                  </a:cubicBezTo>
                  <a:cubicBezTo>
                    <a:pt x="13335" y="1270"/>
                    <a:pt x="13729" y="1322"/>
                    <a:pt x="14122" y="2110"/>
                  </a:cubicBezTo>
                  <a:cubicBezTo>
                    <a:pt x="14306" y="2503"/>
                    <a:pt x="14516" y="2950"/>
                    <a:pt x="14752" y="3448"/>
                  </a:cubicBezTo>
                  <a:cubicBezTo>
                    <a:pt x="15566" y="5286"/>
                    <a:pt x="16642" y="7622"/>
                    <a:pt x="18690" y="9932"/>
                  </a:cubicBezTo>
                  <a:cubicBezTo>
                    <a:pt x="19188" y="9853"/>
                    <a:pt x="19687" y="9775"/>
                    <a:pt x="20186" y="9670"/>
                  </a:cubicBezTo>
                  <a:cubicBezTo>
                    <a:pt x="17876" y="7307"/>
                    <a:pt x="16774" y="4840"/>
                    <a:pt x="15907" y="2923"/>
                  </a:cubicBezTo>
                  <a:cubicBezTo>
                    <a:pt x="15671" y="2425"/>
                    <a:pt x="15461" y="1952"/>
                    <a:pt x="15251" y="1532"/>
                  </a:cubicBezTo>
                  <a:cubicBezTo>
                    <a:pt x="14779" y="587"/>
                    <a:pt x="14122" y="62"/>
                    <a:pt x="13335" y="10"/>
                  </a:cubicBezTo>
                  <a:cubicBezTo>
                    <a:pt x="13269" y="3"/>
                    <a:pt x="13203" y="0"/>
                    <a:pt x="131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51"/>
            <p:cNvSpPr/>
            <p:nvPr/>
          </p:nvSpPr>
          <p:spPr>
            <a:xfrm>
              <a:off x="3926800" y="5385150"/>
              <a:ext cx="80750" cy="76000"/>
            </a:xfrm>
            <a:custGeom>
              <a:avLst/>
              <a:gdLst/>
              <a:ahLst/>
              <a:cxnLst/>
              <a:rect l="l" t="t" r="r" b="b"/>
              <a:pathLst>
                <a:path w="3230" h="3040" extrusionOk="0">
                  <a:moveTo>
                    <a:pt x="2503" y="0"/>
                  </a:moveTo>
                  <a:cubicBezTo>
                    <a:pt x="2273" y="0"/>
                    <a:pt x="2052" y="118"/>
                    <a:pt x="1943" y="335"/>
                  </a:cubicBezTo>
                  <a:cubicBezTo>
                    <a:pt x="1392" y="1307"/>
                    <a:pt x="735" y="2225"/>
                    <a:pt x="0" y="3039"/>
                  </a:cubicBezTo>
                  <a:cubicBezTo>
                    <a:pt x="578" y="3013"/>
                    <a:pt x="1155" y="2987"/>
                    <a:pt x="1733" y="2960"/>
                  </a:cubicBezTo>
                  <a:cubicBezTo>
                    <a:pt x="2232" y="2304"/>
                    <a:pt x="2678" y="1648"/>
                    <a:pt x="3072" y="939"/>
                  </a:cubicBezTo>
                  <a:cubicBezTo>
                    <a:pt x="3229" y="624"/>
                    <a:pt x="3098" y="230"/>
                    <a:pt x="2809" y="73"/>
                  </a:cubicBezTo>
                  <a:cubicBezTo>
                    <a:pt x="2712" y="24"/>
                    <a:pt x="2607" y="0"/>
                    <a:pt x="25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51"/>
            <p:cNvSpPr/>
            <p:nvPr/>
          </p:nvSpPr>
          <p:spPr>
            <a:xfrm>
              <a:off x="4281825" y="3697600"/>
              <a:ext cx="1181900" cy="1251675"/>
            </a:xfrm>
            <a:custGeom>
              <a:avLst/>
              <a:gdLst/>
              <a:ahLst/>
              <a:cxnLst/>
              <a:rect l="l" t="t" r="r" b="b"/>
              <a:pathLst>
                <a:path w="47276" h="50067" extrusionOk="0">
                  <a:moveTo>
                    <a:pt x="6491" y="1"/>
                  </a:moveTo>
                  <a:cubicBezTo>
                    <a:pt x="4901" y="1"/>
                    <a:pt x="3390" y="750"/>
                    <a:pt x="2442" y="2082"/>
                  </a:cubicBezTo>
                  <a:cubicBezTo>
                    <a:pt x="919" y="4103"/>
                    <a:pt x="0" y="8172"/>
                    <a:pt x="4043" y="16204"/>
                  </a:cubicBezTo>
                  <a:cubicBezTo>
                    <a:pt x="9896" y="27728"/>
                    <a:pt x="18716" y="42769"/>
                    <a:pt x="31159" y="50066"/>
                  </a:cubicBezTo>
                  <a:cubicBezTo>
                    <a:pt x="31447" y="49778"/>
                    <a:pt x="31710" y="49463"/>
                    <a:pt x="31998" y="49174"/>
                  </a:cubicBezTo>
                  <a:cubicBezTo>
                    <a:pt x="25410" y="45315"/>
                    <a:pt x="15829" y="36627"/>
                    <a:pt x="5198" y="15627"/>
                  </a:cubicBezTo>
                  <a:cubicBezTo>
                    <a:pt x="1208" y="7805"/>
                    <a:pt x="2389" y="4235"/>
                    <a:pt x="3439" y="2817"/>
                  </a:cubicBezTo>
                  <a:cubicBezTo>
                    <a:pt x="4165" y="1842"/>
                    <a:pt x="5302" y="1278"/>
                    <a:pt x="6478" y="1278"/>
                  </a:cubicBezTo>
                  <a:cubicBezTo>
                    <a:pt x="6663" y="1278"/>
                    <a:pt x="6849" y="1292"/>
                    <a:pt x="7035" y="1321"/>
                  </a:cubicBezTo>
                  <a:cubicBezTo>
                    <a:pt x="8164" y="1531"/>
                    <a:pt x="9503" y="3185"/>
                    <a:pt x="11209" y="5311"/>
                  </a:cubicBezTo>
                  <a:cubicBezTo>
                    <a:pt x="13676" y="8382"/>
                    <a:pt x="17063" y="12582"/>
                    <a:pt x="22601" y="16152"/>
                  </a:cubicBezTo>
                  <a:cubicBezTo>
                    <a:pt x="29216" y="20457"/>
                    <a:pt x="36750" y="22084"/>
                    <a:pt x="42813" y="23397"/>
                  </a:cubicBezTo>
                  <a:cubicBezTo>
                    <a:pt x="44257" y="23712"/>
                    <a:pt x="45596" y="24001"/>
                    <a:pt x="46829" y="24289"/>
                  </a:cubicBezTo>
                  <a:cubicBezTo>
                    <a:pt x="46961" y="23896"/>
                    <a:pt x="47118" y="23502"/>
                    <a:pt x="47276" y="23108"/>
                  </a:cubicBezTo>
                  <a:cubicBezTo>
                    <a:pt x="45989" y="22793"/>
                    <a:pt x="44572" y="22478"/>
                    <a:pt x="43076" y="22137"/>
                  </a:cubicBezTo>
                  <a:cubicBezTo>
                    <a:pt x="37117" y="20851"/>
                    <a:pt x="29715" y="19249"/>
                    <a:pt x="23284" y="15102"/>
                  </a:cubicBezTo>
                  <a:cubicBezTo>
                    <a:pt x="17929" y="11637"/>
                    <a:pt x="14621" y="7516"/>
                    <a:pt x="12180" y="4497"/>
                  </a:cubicBezTo>
                  <a:cubicBezTo>
                    <a:pt x="10238" y="2108"/>
                    <a:pt x="8846" y="350"/>
                    <a:pt x="7271" y="61"/>
                  </a:cubicBezTo>
                  <a:cubicBezTo>
                    <a:pt x="7011" y="21"/>
                    <a:pt x="6750" y="1"/>
                    <a:pt x="64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51"/>
            <p:cNvSpPr/>
            <p:nvPr/>
          </p:nvSpPr>
          <p:spPr>
            <a:xfrm>
              <a:off x="3947800" y="3883525"/>
              <a:ext cx="3950" cy="675"/>
            </a:xfrm>
            <a:custGeom>
              <a:avLst/>
              <a:gdLst/>
              <a:ahLst/>
              <a:cxnLst/>
              <a:rect l="l" t="t" r="r" b="b"/>
              <a:pathLst>
                <a:path w="158" h="27" extrusionOk="0">
                  <a:moveTo>
                    <a:pt x="0" y="0"/>
                  </a:moveTo>
                  <a:lnTo>
                    <a:pt x="0" y="26"/>
                  </a:lnTo>
                  <a:lnTo>
                    <a:pt x="158" y="26"/>
                  </a:lnTo>
                  <a:cubicBezTo>
                    <a:pt x="105" y="0"/>
                    <a:pt x="53" y="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51"/>
            <p:cNvSpPr/>
            <p:nvPr/>
          </p:nvSpPr>
          <p:spPr>
            <a:xfrm>
              <a:off x="3711550" y="3140650"/>
              <a:ext cx="662175" cy="742900"/>
            </a:xfrm>
            <a:custGeom>
              <a:avLst/>
              <a:gdLst/>
              <a:ahLst/>
              <a:cxnLst/>
              <a:rect l="l" t="t" r="r" b="b"/>
              <a:pathLst>
                <a:path w="26487" h="29716" extrusionOk="0">
                  <a:moveTo>
                    <a:pt x="5880" y="1261"/>
                  </a:moveTo>
                  <a:cubicBezTo>
                    <a:pt x="7954" y="1261"/>
                    <a:pt x="10605" y="1812"/>
                    <a:pt x="12968" y="2731"/>
                  </a:cubicBezTo>
                  <a:cubicBezTo>
                    <a:pt x="15567" y="3728"/>
                    <a:pt x="18611" y="6117"/>
                    <a:pt x="21158" y="9109"/>
                  </a:cubicBezTo>
                  <a:cubicBezTo>
                    <a:pt x="23520" y="11918"/>
                    <a:pt x="24911" y="14674"/>
                    <a:pt x="24728" y="16144"/>
                  </a:cubicBezTo>
                  <a:cubicBezTo>
                    <a:pt x="24623" y="17142"/>
                    <a:pt x="24334" y="17430"/>
                    <a:pt x="23468" y="18165"/>
                  </a:cubicBezTo>
                  <a:cubicBezTo>
                    <a:pt x="22286" y="19163"/>
                    <a:pt x="21236" y="20292"/>
                    <a:pt x="20291" y="21499"/>
                  </a:cubicBezTo>
                  <a:lnTo>
                    <a:pt x="19793" y="21998"/>
                  </a:lnTo>
                  <a:cubicBezTo>
                    <a:pt x="17010" y="25568"/>
                    <a:pt x="14963" y="28088"/>
                    <a:pt x="9660" y="28088"/>
                  </a:cubicBezTo>
                  <a:lnTo>
                    <a:pt x="9608" y="28088"/>
                  </a:lnTo>
                  <a:cubicBezTo>
                    <a:pt x="7875" y="27694"/>
                    <a:pt x="6668" y="27773"/>
                    <a:pt x="5907" y="27011"/>
                  </a:cubicBezTo>
                  <a:cubicBezTo>
                    <a:pt x="4542" y="25594"/>
                    <a:pt x="4620" y="22812"/>
                    <a:pt x="4699" y="19609"/>
                  </a:cubicBezTo>
                  <a:cubicBezTo>
                    <a:pt x="4804" y="15829"/>
                    <a:pt x="4935" y="11577"/>
                    <a:pt x="2862" y="7692"/>
                  </a:cubicBezTo>
                  <a:cubicBezTo>
                    <a:pt x="1654" y="5408"/>
                    <a:pt x="1339" y="3702"/>
                    <a:pt x="1969" y="2652"/>
                  </a:cubicBezTo>
                  <a:cubicBezTo>
                    <a:pt x="2678" y="1497"/>
                    <a:pt x="4489" y="1261"/>
                    <a:pt x="5880" y="1261"/>
                  </a:cubicBezTo>
                  <a:close/>
                  <a:moveTo>
                    <a:pt x="5880" y="1"/>
                  </a:moveTo>
                  <a:cubicBezTo>
                    <a:pt x="3413" y="1"/>
                    <a:pt x="1681" y="709"/>
                    <a:pt x="893" y="2048"/>
                  </a:cubicBezTo>
                  <a:cubicBezTo>
                    <a:pt x="1" y="3518"/>
                    <a:pt x="289" y="5644"/>
                    <a:pt x="1733" y="8348"/>
                  </a:cubicBezTo>
                  <a:cubicBezTo>
                    <a:pt x="3649" y="11970"/>
                    <a:pt x="3544" y="16092"/>
                    <a:pt x="3439" y="19714"/>
                  </a:cubicBezTo>
                  <a:cubicBezTo>
                    <a:pt x="3334" y="23205"/>
                    <a:pt x="3413" y="26276"/>
                    <a:pt x="5172" y="28088"/>
                  </a:cubicBezTo>
                  <a:cubicBezTo>
                    <a:pt x="6143" y="29085"/>
                    <a:pt x="7849" y="29295"/>
                    <a:pt x="9792" y="29715"/>
                  </a:cubicBezTo>
                  <a:lnTo>
                    <a:pt x="9792" y="29636"/>
                  </a:lnTo>
                  <a:cubicBezTo>
                    <a:pt x="16039" y="29636"/>
                    <a:pt x="17955" y="26644"/>
                    <a:pt x="20869" y="22917"/>
                  </a:cubicBezTo>
                  <a:lnTo>
                    <a:pt x="21368" y="22234"/>
                  </a:lnTo>
                  <a:cubicBezTo>
                    <a:pt x="22234" y="21105"/>
                    <a:pt x="23205" y="20029"/>
                    <a:pt x="24281" y="19110"/>
                  </a:cubicBezTo>
                  <a:cubicBezTo>
                    <a:pt x="25200" y="18297"/>
                    <a:pt x="25804" y="17798"/>
                    <a:pt x="25988" y="16275"/>
                  </a:cubicBezTo>
                  <a:cubicBezTo>
                    <a:pt x="26486" y="12312"/>
                    <a:pt x="19215" y="3781"/>
                    <a:pt x="13414" y="1549"/>
                  </a:cubicBezTo>
                  <a:cubicBezTo>
                    <a:pt x="11025" y="604"/>
                    <a:pt x="8453" y="79"/>
                    <a:pt x="5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51"/>
            <p:cNvSpPr/>
            <p:nvPr/>
          </p:nvSpPr>
          <p:spPr>
            <a:xfrm>
              <a:off x="3844775" y="3251550"/>
              <a:ext cx="384575" cy="503375"/>
            </a:xfrm>
            <a:custGeom>
              <a:avLst/>
              <a:gdLst/>
              <a:ahLst/>
              <a:cxnLst/>
              <a:rect l="l" t="t" r="r" b="b"/>
              <a:pathLst>
                <a:path w="15383" h="20135" extrusionOk="0">
                  <a:moveTo>
                    <a:pt x="2284" y="1261"/>
                  </a:moveTo>
                  <a:cubicBezTo>
                    <a:pt x="3596" y="1261"/>
                    <a:pt x="5775" y="2101"/>
                    <a:pt x="7534" y="2783"/>
                  </a:cubicBezTo>
                  <a:lnTo>
                    <a:pt x="7613" y="2836"/>
                  </a:lnTo>
                  <a:cubicBezTo>
                    <a:pt x="11314" y="4253"/>
                    <a:pt x="13965" y="8138"/>
                    <a:pt x="13729" y="9897"/>
                  </a:cubicBezTo>
                  <a:cubicBezTo>
                    <a:pt x="13571" y="11183"/>
                    <a:pt x="9634" y="18743"/>
                    <a:pt x="6248" y="18743"/>
                  </a:cubicBezTo>
                  <a:cubicBezTo>
                    <a:pt x="5329" y="18743"/>
                    <a:pt x="4699" y="18507"/>
                    <a:pt x="4279" y="18061"/>
                  </a:cubicBezTo>
                  <a:cubicBezTo>
                    <a:pt x="3334" y="17089"/>
                    <a:pt x="3413" y="14884"/>
                    <a:pt x="3491" y="12548"/>
                  </a:cubicBezTo>
                  <a:cubicBezTo>
                    <a:pt x="3596" y="9818"/>
                    <a:pt x="3701" y="6694"/>
                    <a:pt x="2336" y="4148"/>
                  </a:cubicBezTo>
                  <a:cubicBezTo>
                    <a:pt x="1286" y="2206"/>
                    <a:pt x="1470" y="1602"/>
                    <a:pt x="1575" y="1471"/>
                  </a:cubicBezTo>
                  <a:cubicBezTo>
                    <a:pt x="1680" y="1287"/>
                    <a:pt x="2074" y="1261"/>
                    <a:pt x="2284" y="1261"/>
                  </a:cubicBezTo>
                  <a:close/>
                  <a:moveTo>
                    <a:pt x="2284" y="1"/>
                  </a:moveTo>
                  <a:cubicBezTo>
                    <a:pt x="1418" y="1"/>
                    <a:pt x="814" y="290"/>
                    <a:pt x="473" y="841"/>
                  </a:cubicBezTo>
                  <a:cubicBezTo>
                    <a:pt x="0" y="1655"/>
                    <a:pt x="210" y="2915"/>
                    <a:pt x="1208" y="4778"/>
                  </a:cubicBezTo>
                  <a:cubicBezTo>
                    <a:pt x="2415" y="7036"/>
                    <a:pt x="2310" y="9976"/>
                    <a:pt x="2205" y="12574"/>
                  </a:cubicBezTo>
                  <a:cubicBezTo>
                    <a:pt x="2126" y="15278"/>
                    <a:pt x="2048" y="17641"/>
                    <a:pt x="3360" y="19006"/>
                  </a:cubicBezTo>
                  <a:cubicBezTo>
                    <a:pt x="4043" y="19714"/>
                    <a:pt x="5014" y="20134"/>
                    <a:pt x="6326" y="20134"/>
                  </a:cubicBezTo>
                  <a:cubicBezTo>
                    <a:pt x="10605" y="20134"/>
                    <a:pt x="14831" y="11708"/>
                    <a:pt x="15041" y="10133"/>
                  </a:cubicBezTo>
                  <a:cubicBezTo>
                    <a:pt x="15382" y="7403"/>
                    <a:pt x="11865" y="3098"/>
                    <a:pt x="8085" y="1655"/>
                  </a:cubicBezTo>
                  <a:lnTo>
                    <a:pt x="8006" y="1602"/>
                  </a:lnTo>
                  <a:cubicBezTo>
                    <a:pt x="6038" y="867"/>
                    <a:pt x="3833" y="1"/>
                    <a:pt x="22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51"/>
            <p:cNvSpPr/>
            <p:nvPr/>
          </p:nvSpPr>
          <p:spPr>
            <a:xfrm>
              <a:off x="3986525" y="3401175"/>
              <a:ext cx="130600" cy="196900"/>
            </a:xfrm>
            <a:custGeom>
              <a:avLst/>
              <a:gdLst/>
              <a:ahLst/>
              <a:cxnLst/>
              <a:rect l="l" t="t" r="r" b="b"/>
              <a:pathLst>
                <a:path w="5224" h="7876" extrusionOk="0">
                  <a:moveTo>
                    <a:pt x="1496" y="1366"/>
                  </a:moveTo>
                  <a:cubicBezTo>
                    <a:pt x="2546" y="1917"/>
                    <a:pt x="3806" y="3492"/>
                    <a:pt x="3806" y="3912"/>
                  </a:cubicBezTo>
                  <a:cubicBezTo>
                    <a:pt x="3701" y="4437"/>
                    <a:pt x="2573" y="6353"/>
                    <a:pt x="1785" y="6563"/>
                  </a:cubicBezTo>
                  <a:cubicBezTo>
                    <a:pt x="1286" y="5802"/>
                    <a:pt x="1103" y="2337"/>
                    <a:pt x="1496" y="1366"/>
                  </a:cubicBezTo>
                  <a:close/>
                  <a:moveTo>
                    <a:pt x="1365" y="1"/>
                  </a:moveTo>
                  <a:cubicBezTo>
                    <a:pt x="971" y="1"/>
                    <a:pt x="473" y="237"/>
                    <a:pt x="210" y="1287"/>
                  </a:cubicBezTo>
                  <a:cubicBezTo>
                    <a:pt x="79" y="1943"/>
                    <a:pt x="0" y="2599"/>
                    <a:pt x="26" y="3256"/>
                  </a:cubicBezTo>
                  <a:cubicBezTo>
                    <a:pt x="26" y="4332"/>
                    <a:pt x="131" y="7876"/>
                    <a:pt x="1654" y="7876"/>
                  </a:cubicBezTo>
                  <a:cubicBezTo>
                    <a:pt x="3518" y="7876"/>
                    <a:pt x="5014" y="4647"/>
                    <a:pt x="5066" y="4069"/>
                  </a:cubicBezTo>
                  <a:cubicBezTo>
                    <a:pt x="5224" y="2888"/>
                    <a:pt x="3176" y="631"/>
                    <a:pt x="1733" y="79"/>
                  </a:cubicBezTo>
                  <a:cubicBezTo>
                    <a:pt x="1601" y="27"/>
                    <a:pt x="1496" y="1"/>
                    <a:pt x="13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51"/>
            <p:cNvSpPr/>
            <p:nvPr/>
          </p:nvSpPr>
          <p:spPr>
            <a:xfrm>
              <a:off x="3682025" y="3876300"/>
              <a:ext cx="164725" cy="144525"/>
            </a:xfrm>
            <a:custGeom>
              <a:avLst/>
              <a:gdLst/>
              <a:ahLst/>
              <a:cxnLst/>
              <a:rect l="l" t="t" r="r" b="b"/>
              <a:pathLst>
                <a:path w="6589" h="5781" extrusionOk="0">
                  <a:moveTo>
                    <a:pt x="3229" y="1287"/>
                  </a:moveTo>
                  <a:cubicBezTo>
                    <a:pt x="3990" y="1287"/>
                    <a:pt x="4778" y="1890"/>
                    <a:pt x="5198" y="2337"/>
                  </a:cubicBezTo>
                  <a:cubicBezTo>
                    <a:pt x="4673" y="2914"/>
                    <a:pt x="2678" y="4095"/>
                    <a:pt x="1549" y="4489"/>
                  </a:cubicBezTo>
                  <a:cubicBezTo>
                    <a:pt x="1864" y="3387"/>
                    <a:pt x="2310" y="2337"/>
                    <a:pt x="2835" y="1339"/>
                  </a:cubicBezTo>
                  <a:cubicBezTo>
                    <a:pt x="2967" y="1287"/>
                    <a:pt x="3098" y="1287"/>
                    <a:pt x="3229" y="1287"/>
                  </a:cubicBezTo>
                  <a:close/>
                  <a:moveTo>
                    <a:pt x="3229" y="0"/>
                  </a:moveTo>
                  <a:cubicBezTo>
                    <a:pt x="2835" y="0"/>
                    <a:pt x="2468" y="79"/>
                    <a:pt x="2127" y="237"/>
                  </a:cubicBezTo>
                  <a:lnTo>
                    <a:pt x="1943" y="342"/>
                  </a:lnTo>
                  <a:lnTo>
                    <a:pt x="1838" y="499"/>
                  </a:lnTo>
                  <a:cubicBezTo>
                    <a:pt x="473" y="3098"/>
                    <a:pt x="0" y="4699"/>
                    <a:pt x="394" y="5382"/>
                  </a:cubicBezTo>
                  <a:cubicBezTo>
                    <a:pt x="538" y="5598"/>
                    <a:pt x="814" y="5726"/>
                    <a:pt x="1082" y="5726"/>
                  </a:cubicBezTo>
                  <a:cubicBezTo>
                    <a:pt x="1106" y="5726"/>
                    <a:pt x="1131" y="5725"/>
                    <a:pt x="1155" y="5723"/>
                  </a:cubicBezTo>
                  <a:cubicBezTo>
                    <a:pt x="1200" y="5723"/>
                    <a:pt x="1265" y="5781"/>
                    <a:pt x="1315" y="5781"/>
                  </a:cubicBezTo>
                  <a:cubicBezTo>
                    <a:pt x="1324" y="5781"/>
                    <a:pt x="1332" y="5779"/>
                    <a:pt x="1339" y="5775"/>
                  </a:cubicBezTo>
                  <a:cubicBezTo>
                    <a:pt x="2547" y="5565"/>
                    <a:pt x="6011" y="3780"/>
                    <a:pt x="6458" y="2625"/>
                  </a:cubicBezTo>
                  <a:cubicBezTo>
                    <a:pt x="6589" y="2337"/>
                    <a:pt x="6563" y="1995"/>
                    <a:pt x="6379" y="1759"/>
                  </a:cubicBezTo>
                  <a:cubicBezTo>
                    <a:pt x="5906" y="1129"/>
                    <a:pt x="4673" y="0"/>
                    <a:pt x="3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51"/>
            <p:cNvSpPr/>
            <p:nvPr/>
          </p:nvSpPr>
          <p:spPr>
            <a:xfrm>
              <a:off x="4129575" y="3863400"/>
              <a:ext cx="156650" cy="142550"/>
            </a:xfrm>
            <a:custGeom>
              <a:avLst/>
              <a:gdLst/>
              <a:ahLst/>
              <a:cxnLst/>
              <a:rect l="l" t="t" r="r" b="b"/>
              <a:pathLst>
                <a:path w="6266" h="5702" extrusionOk="0">
                  <a:moveTo>
                    <a:pt x="2678" y="1251"/>
                  </a:moveTo>
                  <a:lnTo>
                    <a:pt x="2757" y="1278"/>
                  </a:lnTo>
                  <a:cubicBezTo>
                    <a:pt x="2835" y="1304"/>
                    <a:pt x="2888" y="1356"/>
                    <a:pt x="2940" y="1409"/>
                  </a:cubicBezTo>
                  <a:cubicBezTo>
                    <a:pt x="3177" y="1671"/>
                    <a:pt x="3387" y="1986"/>
                    <a:pt x="3544" y="2328"/>
                  </a:cubicBezTo>
                  <a:cubicBezTo>
                    <a:pt x="3885" y="2931"/>
                    <a:pt x="4095" y="3588"/>
                    <a:pt x="4148" y="4270"/>
                  </a:cubicBezTo>
                  <a:cubicBezTo>
                    <a:pt x="3597" y="4086"/>
                    <a:pt x="3045" y="3588"/>
                    <a:pt x="2573" y="3246"/>
                  </a:cubicBezTo>
                  <a:cubicBezTo>
                    <a:pt x="2232" y="3036"/>
                    <a:pt x="1917" y="2748"/>
                    <a:pt x="1680" y="2406"/>
                  </a:cubicBezTo>
                  <a:cubicBezTo>
                    <a:pt x="1497" y="2091"/>
                    <a:pt x="2127" y="1698"/>
                    <a:pt x="2337" y="1514"/>
                  </a:cubicBezTo>
                  <a:cubicBezTo>
                    <a:pt x="2415" y="1461"/>
                    <a:pt x="2547" y="1356"/>
                    <a:pt x="2678" y="1251"/>
                  </a:cubicBezTo>
                  <a:close/>
                  <a:moveTo>
                    <a:pt x="4279" y="4428"/>
                  </a:moveTo>
                  <a:cubicBezTo>
                    <a:pt x="4279" y="4454"/>
                    <a:pt x="4279" y="4480"/>
                    <a:pt x="4253" y="4480"/>
                  </a:cubicBezTo>
                  <a:cubicBezTo>
                    <a:pt x="4279" y="4480"/>
                    <a:pt x="4227" y="4454"/>
                    <a:pt x="4279" y="4428"/>
                  </a:cubicBezTo>
                  <a:close/>
                  <a:moveTo>
                    <a:pt x="2870" y="0"/>
                  </a:moveTo>
                  <a:cubicBezTo>
                    <a:pt x="2748" y="0"/>
                    <a:pt x="2631" y="31"/>
                    <a:pt x="2520" y="96"/>
                  </a:cubicBezTo>
                  <a:cubicBezTo>
                    <a:pt x="1969" y="175"/>
                    <a:pt x="1287" y="674"/>
                    <a:pt x="998" y="910"/>
                  </a:cubicBezTo>
                  <a:cubicBezTo>
                    <a:pt x="1" y="1698"/>
                    <a:pt x="184" y="2931"/>
                    <a:pt x="998" y="3745"/>
                  </a:cubicBezTo>
                  <a:cubicBezTo>
                    <a:pt x="1759" y="4480"/>
                    <a:pt x="2625" y="5084"/>
                    <a:pt x="3570" y="5530"/>
                  </a:cubicBezTo>
                  <a:cubicBezTo>
                    <a:pt x="3783" y="5646"/>
                    <a:pt x="4011" y="5702"/>
                    <a:pt x="4235" y="5702"/>
                  </a:cubicBezTo>
                  <a:cubicBezTo>
                    <a:pt x="4619" y="5702"/>
                    <a:pt x="4995" y="5539"/>
                    <a:pt x="5277" y="5241"/>
                  </a:cubicBezTo>
                  <a:cubicBezTo>
                    <a:pt x="6266" y="3963"/>
                    <a:pt x="4261" y="0"/>
                    <a:pt x="28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51"/>
            <p:cNvSpPr/>
            <p:nvPr/>
          </p:nvSpPr>
          <p:spPr>
            <a:xfrm>
              <a:off x="4235225" y="3974075"/>
              <a:ext cx="1350" cy="1350"/>
            </a:xfrm>
            <a:custGeom>
              <a:avLst/>
              <a:gdLst/>
              <a:ahLst/>
              <a:cxnLst/>
              <a:rect l="l" t="t" r="r" b="b"/>
              <a:pathLst>
                <a:path w="54" h="54" extrusionOk="0">
                  <a:moveTo>
                    <a:pt x="53" y="1"/>
                  </a:moveTo>
                  <a:cubicBezTo>
                    <a:pt x="1" y="27"/>
                    <a:pt x="53" y="53"/>
                    <a:pt x="27" y="53"/>
                  </a:cubicBezTo>
                  <a:cubicBezTo>
                    <a:pt x="53" y="53"/>
                    <a:pt x="53" y="27"/>
                    <a:pt x="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51"/>
            <p:cNvSpPr/>
            <p:nvPr/>
          </p:nvSpPr>
          <p:spPr>
            <a:xfrm>
              <a:off x="4460325" y="3982875"/>
              <a:ext cx="942375" cy="846300"/>
            </a:xfrm>
            <a:custGeom>
              <a:avLst/>
              <a:gdLst/>
              <a:ahLst/>
              <a:cxnLst/>
              <a:rect l="l" t="t" r="r" b="b"/>
              <a:pathLst>
                <a:path w="37695" h="33852" extrusionOk="0">
                  <a:moveTo>
                    <a:pt x="2742" y="0"/>
                  </a:moveTo>
                  <a:cubicBezTo>
                    <a:pt x="2290" y="0"/>
                    <a:pt x="2058" y="188"/>
                    <a:pt x="1916" y="305"/>
                  </a:cubicBezTo>
                  <a:cubicBezTo>
                    <a:pt x="1391" y="725"/>
                    <a:pt x="0" y="1854"/>
                    <a:pt x="6116" y="11330"/>
                  </a:cubicBezTo>
                  <a:cubicBezTo>
                    <a:pt x="11130" y="19152"/>
                    <a:pt x="17929" y="28077"/>
                    <a:pt x="28087" y="33852"/>
                  </a:cubicBezTo>
                  <a:cubicBezTo>
                    <a:pt x="28323" y="33537"/>
                    <a:pt x="28586" y="33195"/>
                    <a:pt x="28822" y="32880"/>
                  </a:cubicBezTo>
                  <a:cubicBezTo>
                    <a:pt x="22234" y="29127"/>
                    <a:pt x="14884" y="22591"/>
                    <a:pt x="7166" y="10647"/>
                  </a:cubicBezTo>
                  <a:cubicBezTo>
                    <a:pt x="2021" y="2615"/>
                    <a:pt x="2704" y="1302"/>
                    <a:pt x="2704" y="1302"/>
                  </a:cubicBezTo>
                  <a:cubicBezTo>
                    <a:pt x="2726" y="1292"/>
                    <a:pt x="2756" y="1287"/>
                    <a:pt x="2797" y="1287"/>
                  </a:cubicBezTo>
                  <a:cubicBezTo>
                    <a:pt x="3288" y="1287"/>
                    <a:pt x="5179" y="2124"/>
                    <a:pt x="9135" y="6080"/>
                  </a:cubicBezTo>
                  <a:cubicBezTo>
                    <a:pt x="14437" y="11382"/>
                    <a:pt x="28035" y="16317"/>
                    <a:pt x="37143" y="18784"/>
                  </a:cubicBezTo>
                  <a:cubicBezTo>
                    <a:pt x="37327" y="18391"/>
                    <a:pt x="37511" y="17997"/>
                    <a:pt x="37694" y="17603"/>
                  </a:cubicBezTo>
                  <a:cubicBezTo>
                    <a:pt x="34755" y="16816"/>
                    <a:pt x="31263" y="15766"/>
                    <a:pt x="27720" y="14480"/>
                  </a:cubicBezTo>
                  <a:cubicBezTo>
                    <a:pt x="19294" y="11461"/>
                    <a:pt x="12994" y="8153"/>
                    <a:pt x="10028" y="5187"/>
                  </a:cubicBezTo>
                  <a:cubicBezTo>
                    <a:pt x="5710" y="869"/>
                    <a:pt x="3715" y="0"/>
                    <a:pt x="27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51"/>
            <p:cNvSpPr/>
            <p:nvPr/>
          </p:nvSpPr>
          <p:spPr>
            <a:xfrm>
              <a:off x="4930850" y="4408825"/>
              <a:ext cx="402300" cy="275325"/>
            </a:xfrm>
            <a:custGeom>
              <a:avLst/>
              <a:gdLst/>
              <a:ahLst/>
              <a:cxnLst/>
              <a:rect l="l" t="t" r="r" b="b"/>
              <a:pathLst>
                <a:path w="16092" h="11013" extrusionOk="0">
                  <a:moveTo>
                    <a:pt x="739" y="1"/>
                  </a:moveTo>
                  <a:cubicBezTo>
                    <a:pt x="602" y="1"/>
                    <a:pt x="470" y="36"/>
                    <a:pt x="341" y="119"/>
                  </a:cubicBezTo>
                  <a:cubicBezTo>
                    <a:pt x="131" y="250"/>
                    <a:pt x="0" y="513"/>
                    <a:pt x="26" y="802"/>
                  </a:cubicBezTo>
                  <a:cubicBezTo>
                    <a:pt x="184" y="1878"/>
                    <a:pt x="5775" y="6996"/>
                    <a:pt x="13282" y="11013"/>
                  </a:cubicBezTo>
                  <a:cubicBezTo>
                    <a:pt x="13519" y="10671"/>
                    <a:pt x="13729" y="10304"/>
                    <a:pt x="13939" y="9963"/>
                  </a:cubicBezTo>
                  <a:cubicBezTo>
                    <a:pt x="10290" y="7994"/>
                    <a:pt x="6851" y="5684"/>
                    <a:pt x="3675" y="2980"/>
                  </a:cubicBezTo>
                  <a:lnTo>
                    <a:pt x="3675" y="2980"/>
                  </a:lnTo>
                  <a:cubicBezTo>
                    <a:pt x="6300" y="4345"/>
                    <a:pt x="10159" y="5973"/>
                    <a:pt x="15461" y="7338"/>
                  </a:cubicBezTo>
                  <a:cubicBezTo>
                    <a:pt x="15671" y="6970"/>
                    <a:pt x="15881" y="6576"/>
                    <a:pt x="16091" y="6183"/>
                  </a:cubicBezTo>
                  <a:cubicBezTo>
                    <a:pt x="8662" y="4319"/>
                    <a:pt x="4121" y="1930"/>
                    <a:pt x="1838" y="460"/>
                  </a:cubicBezTo>
                  <a:cubicBezTo>
                    <a:pt x="1445" y="217"/>
                    <a:pt x="1079" y="1"/>
                    <a:pt x="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1" name="Google Shape;851;p51"/>
          <p:cNvSpPr txBox="1">
            <a:spLocks noGrp="1"/>
          </p:cNvSpPr>
          <p:nvPr>
            <p:ph type="title"/>
          </p:nvPr>
        </p:nvSpPr>
        <p:spPr>
          <a:xfrm>
            <a:off x="459343" y="118685"/>
            <a:ext cx="4561976" cy="1563353"/>
          </a:xfrm>
          <a:prstGeom prst="rect">
            <a:avLst/>
          </a:prstGeom>
        </p:spPr>
        <p:txBody>
          <a:bodyPr spcFirstLastPara="1" wrap="square" lIns="91425" tIns="91425" rIns="91425" bIns="91425" anchor="ctr" anchorCtr="0">
            <a:noAutofit/>
          </a:bodyPr>
          <a:lstStyle/>
          <a:p>
            <a:pPr algn="l"/>
            <a:r>
              <a:rPr lang="en-US" sz="3200" dirty="0">
                <a:solidFill>
                  <a:srgbClr val="FAEBEB"/>
                </a:solidFill>
                <a:latin typeface="Arimo"/>
                <a:ea typeface="Arimo"/>
                <a:cs typeface="Arimo"/>
                <a:sym typeface="Arimo"/>
              </a:rPr>
              <a:t>Under Guidance of:</a:t>
            </a:r>
            <a:br>
              <a:rPr lang="en-US" sz="3200" dirty="0">
                <a:solidFill>
                  <a:srgbClr val="FAEBEB"/>
                </a:solidFill>
                <a:latin typeface="Arimo"/>
                <a:ea typeface="Arimo"/>
                <a:cs typeface="Arimo"/>
                <a:sym typeface="Arimo"/>
              </a:rPr>
            </a:br>
            <a:r>
              <a:rPr lang="en-US" sz="3200" dirty="0">
                <a:solidFill>
                  <a:srgbClr val="FAEBEB"/>
                </a:solidFill>
                <a:latin typeface="Arimo"/>
                <a:ea typeface="Arimo"/>
                <a:cs typeface="Arimo"/>
                <a:sym typeface="Arimo"/>
              </a:rPr>
              <a:t>Mrs. E. Vijaya</a:t>
            </a:r>
          </a:p>
        </p:txBody>
      </p:sp>
      <p:sp>
        <p:nvSpPr>
          <p:cNvPr id="852" name="Google Shape;852;p51"/>
          <p:cNvSpPr txBox="1">
            <a:spLocks noGrp="1"/>
          </p:cNvSpPr>
          <p:nvPr>
            <p:ph type="subTitle" idx="1"/>
          </p:nvPr>
        </p:nvSpPr>
        <p:spPr>
          <a:xfrm>
            <a:off x="7472816" y="2902877"/>
            <a:ext cx="242210" cy="39730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a:r>
            <a:endParaRPr dirty="0"/>
          </a:p>
        </p:txBody>
      </p:sp>
      <p:sp>
        <p:nvSpPr>
          <p:cNvPr id="853" name="Google Shape;853;p51"/>
          <p:cNvSpPr txBox="1">
            <a:spLocks noGrp="1"/>
          </p:cNvSpPr>
          <p:nvPr>
            <p:ph type="subTitle" idx="2"/>
          </p:nvPr>
        </p:nvSpPr>
        <p:spPr>
          <a:xfrm flipH="1">
            <a:off x="9127753" y="4696214"/>
            <a:ext cx="559339" cy="33683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a:r>
            <a:endParaRPr dirty="0"/>
          </a:p>
        </p:txBody>
      </p:sp>
      <p:sp>
        <p:nvSpPr>
          <p:cNvPr id="854" name="Google Shape;854;p51"/>
          <p:cNvSpPr txBox="1">
            <a:spLocks noGrp="1"/>
          </p:cNvSpPr>
          <p:nvPr>
            <p:ph type="title" idx="3"/>
          </p:nvPr>
        </p:nvSpPr>
        <p:spPr>
          <a:xfrm>
            <a:off x="7057500" y="2835938"/>
            <a:ext cx="90566" cy="39904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a:r>
            <a:endParaRPr dirty="0"/>
          </a:p>
        </p:txBody>
      </p:sp>
      <p:sp>
        <p:nvSpPr>
          <p:cNvPr id="855" name="Google Shape;855;p51"/>
          <p:cNvSpPr txBox="1">
            <a:spLocks noGrp="1"/>
          </p:cNvSpPr>
          <p:nvPr>
            <p:ph type="subTitle" idx="4"/>
          </p:nvPr>
        </p:nvSpPr>
        <p:spPr>
          <a:xfrm>
            <a:off x="6706064" y="2049999"/>
            <a:ext cx="254227" cy="5370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a:r>
            <a:endParaRPr dirty="0"/>
          </a:p>
        </p:txBody>
      </p:sp>
      <p:sp>
        <p:nvSpPr>
          <p:cNvPr id="856" name="Google Shape;856;p51"/>
          <p:cNvSpPr txBox="1">
            <a:spLocks noGrp="1"/>
          </p:cNvSpPr>
          <p:nvPr>
            <p:ph type="subTitle" idx="5"/>
          </p:nvPr>
        </p:nvSpPr>
        <p:spPr>
          <a:xfrm>
            <a:off x="453707" y="1632910"/>
            <a:ext cx="1906619" cy="33941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Done by:</a:t>
            </a:r>
          </a:p>
        </p:txBody>
      </p:sp>
      <p:sp>
        <p:nvSpPr>
          <p:cNvPr id="857" name="Google Shape;857;p51"/>
          <p:cNvSpPr txBox="1">
            <a:spLocks noGrp="1"/>
          </p:cNvSpPr>
          <p:nvPr>
            <p:ph type="title" idx="6"/>
          </p:nvPr>
        </p:nvSpPr>
        <p:spPr>
          <a:xfrm>
            <a:off x="6759952" y="2767398"/>
            <a:ext cx="169994" cy="5292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a:r>
            <a:endParaRPr dirty="0"/>
          </a:p>
        </p:txBody>
      </p:sp>
      <p:sp>
        <p:nvSpPr>
          <p:cNvPr id="858" name="Google Shape;858;p51"/>
          <p:cNvSpPr txBox="1">
            <a:spLocks noGrp="1"/>
          </p:cNvSpPr>
          <p:nvPr>
            <p:ph type="subTitle" idx="7"/>
          </p:nvPr>
        </p:nvSpPr>
        <p:spPr>
          <a:xfrm flipH="1">
            <a:off x="6742582" y="2970821"/>
            <a:ext cx="312723" cy="41319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a:r>
            <a:endParaRPr dirty="0"/>
          </a:p>
        </p:txBody>
      </p:sp>
      <p:sp>
        <p:nvSpPr>
          <p:cNvPr id="859" name="Google Shape;859;p51"/>
          <p:cNvSpPr txBox="1">
            <a:spLocks noGrp="1"/>
          </p:cNvSpPr>
          <p:nvPr>
            <p:ph type="subTitle" idx="8"/>
          </p:nvPr>
        </p:nvSpPr>
        <p:spPr>
          <a:xfrm>
            <a:off x="7404040" y="5099296"/>
            <a:ext cx="756772" cy="33769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a:r>
            <a:endParaRPr dirty="0"/>
          </a:p>
        </p:txBody>
      </p:sp>
      <p:sp>
        <p:nvSpPr>
          <p:cNvPr id="860" name="Google Shape;860;p51"/>
          <p:cNvSpPr txBox="1">
            <a:spLocks noGrp="1"/>
          </p:cNvSpPr>
          <p:nvPr>
            <p:ph type="title" idx="9"/>
          </p:nvPr>
        </p:nvSpPr>
        <p:spPr>
          <a:xfrm>
            <a:off x="7252537" y="4454331"/>
            <a:ext cx="512100" cy="26739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a:r>
            <a:endParaRPr dirty="0"/>
          </a:p>
        </p:txBody>
      </p:sp>
      <p:sp>
        <p:nvSpPr>
          <p:cNvPr id="861" name="Google Shape;861;p51"/>
          <p:cNvSpPr txBox="1">
            <a:spLocks noGrp="1"/>
          </p:cNvSpPr>
          <p:nvPr>
            <p:ph type="subTitle" idx="13"/>
          </p:nvPr>
        </p:nvSpPr>
        <p:spPr>
          <a:xfrm>
            <a:off x="6190577" y="2474026"/>
            <a:ext cx="277605" cy="48038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a:r>
            <a:endParaRPr dirty="0"/>
          </a:p>
        </p:txBody>
      </p:sp>
      <p:sp>
        <p:nvSpPr>
          <p:cNvPr id="862" name="Google Shape;862;p51"/>
          <p:cNvSpPr txBox="1">
            <a:spLocks noGrp="1"/>
          </p:cNvSpPr>
          <p:nvPr>
            <p:ph type="subTitle" idx="14"/>
          </p:nvPr>
        </p:nvSpPr>
        <p:spPr>
          <a:xfrm>
            <a:off x="455709" y="1915328"/>
            <a:ext cx="3584546" cy="2084668"/>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dirty="0"/>
              <a:t>A.Vasanth Kumar -21R11A0502</a:t>
            </a:r>
          </a:p>
          <a:p>
            <a:pPr marL="0" lvl="0" indent="0" algn="l" rtl="0">
              <a:lnSpc>
                <a:spcPct val="200000"/>
              </a:lnSpc>
              <a:spcBef>
                <a:spcPts val="0"/>
              </a:spcBef>
              <a:spcAft>
                <a:spcPts val="0"/>
              </a:spcAft>
              <a:buNone/>
            </a:pPr>
            <a:r>
              <a:rPr lang="en"/>
              <a:t>A.Sai Charan </a:t>
            </a:r>
            <a:r>
              <a:rPr lang="en" dirty="0"/>
              <a:t>Reddy  -21R11A0505</a:t>
            </a:r>
          </a:p>
          <a:p>
            <a:pPr marL="0" lvl="0" indent="0" algn="l" rtl="0">
              <a:lnSpc>
                <a:spcPct val="200000"/>
              </a:lnSpc>
              <a:spcBef>
                <a:spcPts val="0"/>
              </a:spcBef>
              <a:spcAft>
                <a:spcPts val="0"/>
              </a:spcAft>
              <a:buNone/>
            </a:pPr>
            <a:r>
              <a:rPr lang="en-US" dirty="0"/>
              <a:t>M.Yashwanth Goud  -21R11A0530</a:t>
            </a:r>
          </a:p>
          <a:p>
            <a:pPr marL="0" lvl="0" indent="0" algn="l" rtl="0">
              <a:lnSpc>
                <a:spcPct val="200000"/>
              </a:lnSpc>
              <a:spcBef>
                <a:spcPts val="0"/>
              </a:spcBef>
              <a:spcAft>
                <a:spcPts val="0"/>
              </a:spcAft>
              <a:buNone/>
            </a:pPr>
            <a:r>
              <a:rPr lang="en-US" dirty="0"/>
              <a:t>R.Dhathri -21R11A0545</a:t>
            </a:r>
            <a:endParaRPr dirty="0"/>
          </a:p>
        </p:txBody>
      </p:sp>
      <p:sp>
        <p:nvSpPr>
          <p:cNvPr id="863" name="Google Shape;863;p51"/>
          <p:cNvSpPr txBox="1">
            <a:spLocks noGrp="1"/>
          </p:cNvSpPr>
          <p:nvPr>
            <p:ph type="title" idx="15"/>
          </p:nvPr>
        </p:nvSpPr>
        <p:spPr>
          <a:xfrm>
            <a:off x="7080441" y="3066667"/>
            <a:ext cx="228519" cy="4303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a:r>
            <a:endParaRPr dirty="0"/>
          </a:p>
        </p:txBody>
      </p:sp>
      <p:sp>
        <p:nvSpPr>
          <p:cNvPr id="864" name="Google Shape;864;p51"/>
          <p:cNvSpPr/>
          <p:nvPr/>
        </p:nvSpPr>
        <p:spPr>
          <a:xfrm>
            <a:off x="8288762" y="2869362"/>
            <a:ext cx="2067967" cy="1508450"/>
          </a:xfrm>
          <a:custGeom>
            <a:avLst/>
            <a:gdLst/>
            <a:ahLst/>
            <a:cxnLst/>
            <a:rect l="l" t="t" r="r" b="b"/>
            <a:pathLst>
              <a:path w="84692" h="24808" extrusionOk="0">
                <a:moveTo>
                  <a:pt x="0" y="24808"/>
                </a:moveTo>
                <a:lnTo>
                  <a:pt x="0" y="0"/>
                </a:lnTo>
                <a:lnTo>
                  <a:pt x="84692" y="0"/>
                </a:lnTo>
              </a:path>
            </a:pathLst>
          </a:custGeom>
          <a:noFill/>
          <a:ln w="19050" cap="flat" cmpd="sng">
            <a:solidFill>
              <a:schemeClr val="lt1"/>
            </a:solidFill>
            <a:prstDash val="dot"/>
            <a:round/>
            <a:headEnd type="none" w="sm" len="sm"/>
            <a:tailEnd type="none" w="sm" len="sm"/>
          </a:ln>
        </p:spPr>
      </p:sp>
      <p:sp>
        <p:nvSpPr>
          <p:cNvPr id="865" name="Google Shape;865;p51"/>
          <p:cNvSpPr/>
          <p:nvPr/>
        </p:nvSpPr>
        <p:spPr>
          <a:xfrm>
            <a:off x="4854921" y="929407"/>
            <a:ext cx="2208754" cy="537005"/>
          </a:xfrm>
          <a:custGeom>
            <a:avLst/>
            <a:gdLst/>
            <a:ahLst/>
            <a:cxnLst/>
            <a:rect l="l" t="t" r="r" b="b"/>
            <a:pathLst>
              <a:path w="74854" h="14115" extrusionOk="0">
                <a:moveTo>
                  <a:pt x="74854" y="14115"/>
                </a:moveTo>
                <a:lnTo>
                  <a:pt x="74854" y="0"/>
                </a:lnTo>
                <a:lnTo>
                  <a:pt x="0" y="0"/>
                </a:lnTo>
              </a:path>
            </a:pathLst>
          </a:custGeom>
          <a:noFill/>
          <a:ln w="19050" cap="flat" cmpd="sng">
            <a:solidFill>
              <a:schemeClr val="lt1"/>
            </a:solidFill>
            <a:prstDash val="dot"/>
            <a:round/>
            <a:headEnd type="none" w="sm" len="sm"/>
            <a:tailEnd type="none" w="sm" len="sm"/>
          </a:ln>
        </p:spPr>
      </p:sp>
      <p:sp>
        <p:nvSpPr>
          <p:cNvPr id="866" name="Google Shape;866;p51"/>
          <p:cNvSpPr/>
          <p:nvPr/>
        </p:nvSpPr>
        <p:spPr>
          <a:xfrm>
            <a:off x="7748561" y="680069"/>
            <a:ext cx="2127260" cy="1991700"/>
          </a:xfrm>
          <a:custGeom>
            <a:avLst/>
            <a:gdLst/>
            <a:ahLst/>
            <a:cxnLst/>
            <a:rect l="l" t="t" r="r" b="b"/>
            <a:pathLst>
              <a:path w="81692" h="79668" extrusionOk="0">
                <a:moveTo>
                  <a:pt x="81692" y="0"/>
                </a:moveTo>
                <a:lnTo>
                  <a:pt x="16307" y="0"/>
                </a:lnTo>
                <a:lnTo>
                  <a:pt x="16676" y="79367"/>
                </a:lnTo>
                <a:lnTo>
                  <a:pt x="0" y="79668"/>
                </a:lnTo>
              </a:path>
            </a:pathLst>
          </a:custGeom>
          <a:noFill/>
          <a:ln w="19050" cap="flat" cmpd="sng">
            <a:solidFill>
              <a:schemeClr val="lt1"/>
            </a:solidFill>
            <a:prstDash val="dot"/>
            <a:round/>
            <a:headEnd type="none" w="sm" len="sm"/>
            <a:tailEnd type="none" w="sm" len="sm"/>
          </a:ln>
        </p:spPr>
      </p:sp>
      <p:sp>
        <p:nvSpPr>
          <p:cNvPr id="867" name="Google Shape;867;p51"/>
          <p:cNvSpPr/>
          <p:nvPr/>
        </p:nvSpPr>
        <p:spPr>
          <a:xfrm>
            <a:off x="7159585" y="2564449"/>
            <a:ext cx="537000" cy="537000"/>
          </a:xfrm>
          <a:prstGeom prst="ellipse">
            <a:avLst/>
          </a:prstGeom>
          <a:noFill/>
          <a:ln w="19050"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51"/>
          <p:cNvSpPr/>
          <p:nvPr/>
        </p:nvSpPr>
        <p:spPr>
          <a:xfrm>
            <a:off x="7809604" y="4198223"/>
            <a:ext cx="537000" cy="537000"/>
          </a:xfrm>
          <a:prstGeom prst="ellipse">
            <a:avLst/>
          </a:prstGeom>
          <a:noFill/>
          <a:ln w="19050"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51"/>
          <p:cNvSpPr/>
          <p:nvPr/>
        </p:nvSpPr>
        <p:spPr>
          <a:xfrm>
            <a:off x="6730059" y="1504264"/>
            <a:ext cx="537000" cy="537000"/>
          </a:xfrm>
          <a:prstGeom prst="ellipse">
            <a:avLst/>
          </a:prstGeom>
          <a:noFill/>
          <a:ln w="19050"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0" name="Google Shape;870;p51"/>
          <p:cNvSpPr/>
          <p:nvPr/>
        </p:nvSpPr>
        <p:spPr>
          <a:xfrm>
            <a:off x="6443390" y="3715037"/>
            <a:ext cx="537000" cy="537000"/>
          </a:xfrm>
          <a:prstGeom prst="ellipse">
            <a:avLst/>
          </a:prstGeom>
          <a:noFill/>
          <a:ln w="19050"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51"/>
          <p:cNvSpPr/>
          <p:nvPr/>
        </p:nvSpPr>
        <p:spPr>
          <a:xfrm>
            <a:off x="3815733" y="2326851"/>
            <a:ext cx="2634774" cy="1744100"/>
          </a:xfrm>
          <a:custGeom>
            <a:avLst/>
            <a:gdLst/>
            <a:ahLst/>
            <a:cxnLst/>
            <a:rect l="l" t="t" r="r" b="b"/>
            <a:pathLst>
              <a:path w="107290" h="69764" extrusionOk="0">
                <a:moveTo>
                  <a:pt x="0" y="109"/>
                </a:moveTo>
                <a:lnTo>
                  <a:pt x="92422" y="0"/>
                </a:lnTo>
                <a:lnTo>
                  <a:pt x="91618" y="69764"/>
                </a:lnTo>
                <a:lnTo>
                  <a:pt x="107290" y="69764"/>
                </a:lnTo>
              </a:path>
            </a:pathLst>
          </a:custGeom>
          <a:noFill/>
          <a:ln w="19050" cap="flat" cmpd="sng">
            <a:solidFill>
              <a:schemeClr val="lt1"/>
            </a:solidFill>
            <a:prstDash val="dot"/>
            <a:round/>
            <a:headEnd type="none" w="sm" len="sm"/>
            <a:tailEnd type="none" w="sm" len="sm"/>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grpSp>
        <p:nvGrpSpPr>
          <p:cNvPr id="931" name="Google Shape;931;p54"/>
          <p:cNvGrpSpPr/>
          <p:nvPr/>
        </p:nvGrpSpPr>
        <p:grpSpPr>
          <a:xfrm>
            <a:off x="7460393" y="2859063"/>
            <a:ext cx="1639229" cy="1919817"/>
            <a:chOff x="6382601" y="2068858"/>
            <a:chExt cx="1639229" cy="1919817"/>
          </a:xfrm>
        </p:grpSpPr>
        <p:sp>
          <p:nvSpPr>
            <p:cNvPr id="932" name="Google Shape;932;p54"/>
            <p:cNvSpPr/>
            <p:nvPr/>
          </p:nvSpPr>
          <p:spPr>
            <a:xfrm>
              <a:off x="7404355" y="2491090"/>
              <a:ext cx="617475" cy="1170752"/>
            </a:xfrm>
            <a:custGeom>
              <a:avLst/>
              <a:gdLst/>
              <a:ahLst/>
              <a:cxnLst/>
              <a:rect l="l" t="t" r="r" b="b"/>
              <a:pathLst>
                <a:path w="19266" h="36509" extrusionOk="0">
                  <a:moveTo>
                    <a:pt x="0" y="0"/>
                  </a:moveTo>
                  <a:lnTo>
                    <a:pt x="0" y="2740"/>
                  </a:lnTo>
                  <a:cubicBezTo>
                    <a:pt x="9107" y="2740"/>
                    <a:pt x="16525" y="9708"/>
                    <a:pt x="16525" y="18262"/>
                  </a:cubicBezTo>
                  <a:cubicBezTo>
                    <a:pt x="16525" y="26817"/>
                    <a:pt x="9107" y="33785"/>
                    <a:pt x="0" y="33785"/>
                  </a:cubicBezTo>
                  <a:lnTo>
                    <a:pt x="0" y="36508"/>
                  </a:lnTo>
                  <a:cubicBezTo>
                    <a:pt x="10627" y="36508"/>
                    <a:pt x="19265" y="28321"/>
                    <a:pt x="19265" y="18262"/>
                  </a:cubicBezTo>
                  <a:cubicBezTo>
                    <a:pt x="19265" y="8187"/>
                    <a:pt x="10627" y="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54"/>
            <p:cNvSpPr/>
            <p:nvPr/>
          </p:nvSpPr>
          <p:spPr>
            <a:xfrm>
              <a:off x="6533075" y="3516609"/>
              <a:ext cx="1058195" cy="199332"/>
            </a:xfrm>
            <a:custGeom>
              <a:avLst/>
              <a:gdLst/>
              <a:ahLst/>
              <a:cxnLst/>
              <a:rect l="l" t="t" r="r" b="b"/>
              <a:pathLst>
                <a:path w="33017" h="6216" extrusionOk="0">
                  <a:moveTo>
                    <a:pt x="1" y="0"/>
                  </a:moveTo>
                  <a:lnTo>
                    <a:pt x="1" y="6216"/>
                  </a:lnTo>
                  <a:lnTo>
                    <a:pt x="33017" y="6216"/>
                  </a:lnTo>
                  <a:lnTo>
                    <a:pt x="330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54"/>
            <p:cNvSpPr/>
            <p:nvPr/>
          </p:nvSpPr>
          <p:spPr>
            <a:xfrm>
              <a:off x="6797616" y="3426595"/>
              <a:ext cx="529113" cy="61089"/>
            </a:xfrm>
            <a:custGeom>
              <a:avLst/>
              <a:gdLst/>
              <a:ahLst/>
              <a:cxnLst/>
              <a:rect l="l" t="t" r="r" b="b"/>
              <a:pathLst>
                <a:path w="16509" h="1905" extrusionOk="0">
                  <a:moveTo>
                    <a:pt x="1" y="0"/>
                  </a:moveTo>
                  <a:lnTo>
                    <a:pt x="1" y="1905"/>
                  </a:lnTo>
                  <a:lnTo>
                    <a:pt x="16509" y="1905"/>
                  </a:lnTo>
                  <a:lnTo>
                    <a:pt x="1650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54"/>
            <p:cNvSpPr/>
            <p:nvPr/>
          </p:nvSpPr>
          <p:spPr>
            <a:xfrm>
              <a:off x="6817968" y="3611433"/>
              <a:ext cx="488410" cy="242751"/>
            </a:xfrm>
            <a:custGeom>
              <a:avLst/>
              <a:gdLst/>
              <a:ahLst/>
              <a:cxnLst/>
              <a:rect l="l" t="t" r="r" b="b"/>
              <a:pathLst>
                <a:path w="15239" h="7570" extrusionOk="0">
                  <a:moveTo>
                    <a:pt x="7620" y="1"/>
                  </a:moveTo>
                  <a:cubicBezTo>
                    <a:pt x="3426" y="1"/>
                    <a:pt x="34" y="3376"/>
                    <a:pt x="1" y="7570"/>
                  </a:cubicBezTo>
                  <a:lnTo>
                    <a:pt x="15239" y="7570"/>
                  </a:lnTo>
                  <a:cubicBezTo>
                    <a:pt x="15222" y="3376"/>
                    <a:pt x="11814" y="1"/>
                    <a:pt x="76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54"/>
            <p:cNvSpPr/>
            <p:nvPr/>
          </p:nvSpPr>
          <p:spPr>
            <a:xfrm>
              <a:off x="6940078" y="3732006"/>
              <a:ext cx="244221" cy="122177"/>
            </a:xfrm>
            <a:custGeom>
              <a:avLst/>
              <a:gdLst/>
              <a:ahLst/>
              <a:cxnLst/>
              <a:rect l="l" t="t" r="r" b="b"/>
              <a:pathLst>
                <a:path w="7620" h="3810" extrusionOk="0">
                  <a:moveTo>
                    <a:pt x="3810" y="0"/>
                  </a:moveTo>
                  <a:cubicBezTo>
                    <a:pt x="1704" y="0"/>
                    <a:pt x="0" y="1704"/>
                    <a:pt x="0" y="3810"/>
                  </a:cubicBezTo>
                  <a:lnTo>
                    <a:pt x="7619" y="3810"/>
                  </a:lnTo>
                  <a:cubicBezTo>
                    <a:pt x="7619" y="1704"/>
                    <a:pt x="5915" y="0"/>
                    <a:pt x="38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54"/>
            <p:cNvSpPr/>
            <p:nvPr/>
          </p:nvSpPr>
          <p:spPr>
            <a:xfrm>
              <a:off x="7404355" y="3577665"/>
              <a:ext cx="186916" cy="337607"/>
            </a:xfrm>
            <a:custGeom>
              <a:avLst/>
              <a:gdLst/>
              <a:ahLst/>
              <a:cxnLst/>
              <a:rect l="l" t="t" r="r" b="b"/>
              <a:pathLst>
                <a:path w="5832" h="10528" extrusionOk="0">
                  <a:moveTo>
                    <a:pt x="0" y="1"/>
                  </a:moveTo>
                  <a:lnTo>
                    <a:pt x="0" y="10527"/>
                  </a:lnTo>
                  <a:lnTo>
                    <a:pt x="5832" y="10527"/>
                  </a:lnTo>
                  <a:lnTo>
                    <a:pt x="583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54"/>
            <p:cNvSpPr/>
            <p:nvPr/>
          </p:nvSpPr>
          <p:spPr>
            <a:xfrm>
              <a:off x="6382601" y="3842351"/>
              <a:ext cx="1534266" cy="146324"/>
            </a:xfrm>
            <a:custGeom>
              <a:avLst/>
              <a:gdLst/>
              <a:ahLst/>
              <a:cxnLst/>
              <a:rect l="l" t="t" r="r" b="b"/>
              <a:pathLst>
                <a:path w="47871" h="4563" extrusionOk="0">
                  <a:moveTo>
                    <a:pt x="0" y="1"/>
                  </a:moveTo>
                  <a:lnTo>
                    <a:pt x="0" y="4562"/>
                  </a:lnTo>
                  <a:lnTo>
                    <a:pt x="47871" y="4562"/>
                  </a:lnTo>
                  <a:lnTo>
                    <a:pt x="478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54"/>
            <p:cNvSpPr/>
            <p:nvPr/>
          </p:nvSpPr>
          <p:spPr>
            <a:xfrm>
              <a:off x="7698894" y="2139598"/>
              <a:ext cx="217972" cy="206322"/>
            </a:xfrm>
            <a:custGeom>
              <a:avLst/>
              <a:gdLst/>
              <a:ahLst/>
              <a:cxnLst/>
              <a:rect l="l" t="t" r="r" b="b"/>
              <a:pathLst>
                <a:path w="6801" h="6434" extrusionOk="0">
                  <a:moveTo>
                    <a:pt x="3409" y="0"/>
                  </a:moveTo>
                  <a:cubicBezTo>
                    <a:pt x="1521" y="0"/>
                    <a:pt x="0" y="1437"/>
                    <a:pt x="0" y="3225"/>
                  </a:cubicBezTo>
                  <a:cubicBezTo>
                    <a:pt x="0" y="4996"/>
                    <a:pt x="1521" y="6433"/>
                    <a:pt x="3409" y="6433"/>
                  </a:cubicBezTo>
                  <a:cubicBezTo>
                    <a:pt x="5280" y="6433"/>
                    <a:pt x="6801" y="4996"/>
                    <a:pt x="6801" y="3225"/>
                  </a:cubicBezTo>
                  <a:cubicBezTo>
                    <a:pt x="6801" y="1437"/>
                    <a:pt x="5280" y="0"/>
                    <a:pt x="34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54"/>
            <p:cNvSpPr/>
            <p:nvPr/>
          </p:nvSpPr>
          <p:spPr>
            <a:xfrm>
              <a:off x="6895080" y="2811477"/>
              <a:ext cx="262970" cy="269014"/>
            </a:xfrm>
            <a:custGeom>
              <a:avLst/>
              <a:gdLst/>
              <a:ahLst/>
              <a:cxnLst/>
              <a:rect l="l" t="t" r="r" b="b"/>
              <a:pathLst>
                <a:path w="8205" h="8389" extrusionOk="0">
                  <a:moveTo>
                    <a:pt x="5765" y="1"/>
                  </a:moveTo>
                  <a:lnTo>
                    <a:pt x="1" y="6083"/>
                  </a:lnTo>
                  <a:lnTo>
                    <a:pt x="2440" y="8388"/>
                  </a:lnTo>
                  <a:lnTo>
                    <a:pt x="8204" y="2307"/>
                  </a:lnTo>
                  <a:lnTo>
                    <a:pt x="5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54"/>
            <p:cNvSpPr/>
            <p:nvPr/>
          </p:nvSpPr>
          <p:spPr>
            <a:xfrm>
              <a:off x="7021998" y="2931505"/>
              <a:ext cx="262970" cy="269014"/>
            </a:xfrm>
            <a:custGeom>
              <a:avLst/>
              <a:gdLst/>
              <a:ahLst/>
              <a:cxnLst/>
              <a:rect l="l" t="t" r="r" b="b"/>
              <a:pathLst>
                <a:path w="8205" h="8389" extrusionOk="0">
                  <a:moveTo>
                    <a:pt x="5765" y="0"/>
                  </a:moveTo>
                  <a:lnTo>
                    <a:pt x="1" y="6082"/>
                  </a:lnTo>
                  <a:lnTo>
                    <a:pt x="2440" y="8388"/>
                  </a:lnTo>
                  <a:lnTo>
                    <a:pt x="8204" y="2306"/>
                  </a:lnTo>
                  <a:lnTo>
                    <a:pt x="57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54"/>
            <p:cNvSpPr/>
            <p:nvPr/>
          </p:nvSpPr>
          <p:spPr>
            <a:xfrm>
              <a:off x="6941681" y="2068858"/>
              <a:ext cx="1053355" cy="1073235"/>
            </a:xfrm>
            <a:custGeom>
              <a:avLst/>
              <a:gdLst/>
              <a:ahLst/>
              <a:cxnLst/>
              <a:rect l="l" t="t" r="r" b="b"/>
              <a:pathLst>
                <a:path w="32866" h="33468" extrusionOk="0">
                  <a:moveTo>
                    <a:pt x="21287" y="1"/>
                  </a:moveTo>
                  <a:lnTo>
                    <a:pt x="0" y="22541"/>
                  </a:lnTo>
                  <a:lnTo>
                    <a:pt x="11563" y="33468"/>
                  </a:lnTo>
                  <a:lnTo>
                    <a:pt x="32866" y="10945"/>
                  </a:lnTo>
                  <a:lnTo>
                    <a:pt x="212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54"/>
            <p:cNvSpPr/>
            <p:nvPr/>
          </p:nvSpPr>
          <p:spPr>
            <a:xfrm>
              <a:off x="6878478" y="2708091"/>
              <a:ext cx="521614" cy="504197"/>
            </a:xfrm>
            <a:custGeom>
              <a:avLst/>
              <a:gdLst/>
              <a:ahLst/>
              <a:cxnLst/>
              <a:rect l="l" t="t" r="r" b="b"/>
              <a:pathLst>
                <a:path w="16275" h="15723" extrusionOk="0">
                  <a:moveTo>
                    <a:pt x="2874" y="0"/>
                  </a:moveTo>
                  <a:lnTo>
                    <a:pt x="1" y="3058"/>
                  </a:lnTo>
                  <a:lnTo>
                    <a:pt x="13401" y="15723"/>
                  </a:lnTo>
                  <a:lnTo>
                    <a:pt x="16275" y="12665"/>
                  </a:lnTo>
                  <a:lnTo>
                    <a:pt x="28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54"/>
            <p:cNvSpPr/>
            <p:nvPr/>
          </p:nvSpPr>
          <p:spPr>
            <a:xfrm>
              <a:off x="7687644" y="2596079"/>
              <a:ext cx="157462" cy="122209"/>
            </a:xfrm>
            <a:custGeom>
              <a:avLst/>
              <a:gdLst/>
              <a:ahLst/>
              <a:cxnLst/>
              <a:rect l="l" t="t" r="r" b="b"/>
              <a:pathLst>
                <a:path w="4913" h="3811" extrusionOk="0">
                  <a:moveTo>
                    <a:pt x="2456" y="1"/>
                  </a:moveTo>
                  <a:cubicBezTo>
                    <a:pt x="0" y="1"/>
                    <a:pt x="0" y="3810"/>
                    <a:pt x="2456" y="3810"/>
                  </a:cubicBezTo>
                  <a:cubicBezTo>
                    <a:pt x="4913" y="3810"/>
                    <a:pt x="4913" y="1"/>
                    <a:pt x="24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5" name="Google Shape;945;p54"/>
          <p:cNvGrpSpPr/>
          <p:nvPr/>
        </p:nvGrpSpPr>
        <p:grpSpPr>
          <a:xfrm>
            <a:off x="5365204" y="-308313"/>
            <a:ext cx="1510164" cy="1392724"/>
            <a:chOff x="3578129" y="1071239"/>
            <a:chExt cx="1510164" cy="1392724"/>
          </a:xfrm>
        </p:grpSpPr>
        <p:grpSp>
          <p:nvGrpSpPr>
            <p:cNvPr id="946" name="Google Shape;946;p54"/>
            <p:cNvGrpSpPr/>
            <p:nvPr/>
          </p:nvGrpSpPr>
          <p:grpSpPr>
            <a:xfrm>
              <a:off x="4383546" y="1071239"/>
              <a:ext cx="603021" cy="580005"/>
              <a:chOff x="4383546" y="1071239"/>
              <a:chExt cx="603021" cy="580005"/>
            </a:xfrm>
          </p:grpSpPr>
          <p:sp>
            <p:nvSpPr>
              <p:cNvPr id="947" name="Google Shape;947;p54"/>
              <p:cNvSpPr/>
              <p:nvPr/>
            </p:nvSpPr>
            <p:spPr>
              <a:xfrm>
                <a:off x="4383546" y="1071239"/>
                <a:ext cx="603021" cy="580005"/>
              </a:xfrm>
              <a:custGeom>
                <a:avLst/>
                <a:gdLst/>
                <a:ahLst/>
                <a:cxnLst/>
                <a:rect l="l" t="t" r="r" b="b"/>
                <a:pathLst>
                  <a:path w="18815" h="18087" extrusionOk="0">
                    <a:moveTo>
                      <a:pt x="9758" y="0"/>
                    </a:moveTo>
                    <a:cubicBezTo>
                      <a:pt x="6099" y="0"/>
                      <a:pt x="2807" y="2206"/>
                      <a:pt x="1404" y="5581"/>
                    </a:cubicBezTo>
                    <a:cubicBezTo>
                      <a:pt x="0" y="8956"/>
                      <a:pt x="786" y="12849"/>
                      <a:pt x="3376" y="15439"/>
                    </a:cubicBezTo>
                    <a:cubicBezTo>
                      <a:pt x="5094" y="17169"/>
                      <a:pt x="7402" y="18086"/>
                      <a:pt x="9756" y="18086"/>
                    </a:cubicBezTo>
                    <a:cubicBezTo>
                      <a:pt x="10926" y="18086"/>
                      <a:pt x="12108" y="17860"/>
                      <a:pt x="13234" y="17394"/>
                    </a:cubicBezTo>
                    <a:cubicBezTo>
                      <a:pt x="16609" y="16007"/>
                      <a:pt x="18814" y="12699"/>
                      <a:pt x="18814" y="9040"/>
                    </a:cubicBezTo>
                    <a:cubicBezTo>
                      <a:pt x="18814" y="4044"/>
                      <a:pt x="14754" y="0"/>
                      <a:pt x="97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54"/>
              <p:cNvSpPr/>
              <p:nvPr/>
            </p:nvSpPr>
            <p:spPr>
              <a:xfrm>
                <a:off x="4429057" y="1113023"/>
                <a:ext cx="515204" cy="496148"/>
              </a:xfrm>
              <a:custGeom>
                <a:avLst/>
                <a:gdLst/>
                <a:ahLst/>
                <a:cxnLst/>
                <a:rect l="l" t="t" r="r" b="b"/>
                <a:pathLst>
                  <a:path w="16075" h="15472" extrusionOk="0">
                    <a:moveTo>
                      <a:pt x="8338" y="0"/>
                    </a:moveTo>
                    <a:cubicBezTo>
                      <a:pt x="5214" y="0"/>
                      <a:pt x="2390" y="1889"/>
                      <a:pt x="1204" y="4779"/>
                    </a:cubicBezTo>
                    <a:cubicBezTo>
                      <a:pt x="1" y="7670"/>
                      <a:pt x="669" y="10995"/>
                      <a:pt x="2874" y="13200"/>
                    </a:cubicBezTo>
                    <a:cubicBezTo>
                      <a:pt x="4362" y="14688"/>
                      <a:pt x="6343" y="15471"/>
                      <a:pt x="8358" y="15471"/>
                    </a:cubicBezTo>
                    <a:cubicBezTo>
                      <a:pt x="9353" y="15471"/>
                      <a:pt x="10356" y="15280"/>
                      <a:pt x="11312" y="14888"/>
                    </a:cubicBezTo>
                    <a:cubicBezTo>
                      <a:pt x="14203" y="13685"/>
                      <a:pt x="16074" y="10861"/>
                      <a:pt x="16074" y="7737"/>
                    </a:cubicBezTo>
                    <a:cubicBezTo>
                      <a:pt x="16074" y="3459"/>
                      <a:pt x="12616" y="0"/>
                      <a:pt x="83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54"/>
              <p:cNvSpPr/>
              <p:nvPr/>
            </p:nvSpPr>
            <p:spPr>
              <a:xfrm>
                <a:off x="4429057" y="1113023"/>
                <a:ext cx="515204" cy="496148"/>
              </a:xfrm>
              <a:custGeom>
                <a:avLst/>
                <a:gdLst/>
                <a:ahLst/>
                <a:cxnLst/>
                <a:rect l="l" t="t" r="r" b="b"/>
                <a:pathLst>
                  <a:path w="16075" h="15472" extrusionOk="0">
                    <a:moveTo>
                      <a:pt x="8338" y="0"/>
                    </a:moveTo>
                    <a:cubicBezTo>
                      <a:pt x="5214" y="0"/>
                      <a:pt x="2390" y="1889"/>
                      <a:pt x="1204" y="4779"/>
                    </a:cubicBezTo>
                    <a:cubicBezTo>
                      <a:pt x="1" y="7670"/>
                      <a:pt x="669" y="10995"/>
                      <a:pt x="2874" y="13200"/>
                    </a:cubicBezTo>
                    <a:cubicBezTo>
                      <a:pt x="4362" y="14688"/>
                      <a:pt x="6343" y="15471"/>
                      <a:pt x="8358" y="15471"/>
                    </a:cubicBezTo>
                    <a:cubicBezTo>
                      <a:pt x="9353" y="15471"/>
                      <a:pt x="10356" y="15280"/>
                      <a:pt x="11312" y="14888"/>
                    </a:cubicBezTo>
                    <a:cubicBezTo>
                      <a:pt x="14203" y="13685"/>
                      <a:pt x="16074" y="10861"/>
                      <a:pt x="16074" y="7737"/>
                    </a:cubicBezTo>
                    <a:cubicBezTo>
                      <a:pt x="16074" y="3459"/>
                      <a:pt x="12616" y="0"/>
                      <a:pt x="8338" y="0"/>
                    </a:cubicBezTo>
                    <a:close/>
                  </a:path>
                </a:pathLst>
              </a:custGeom>
              <a:solidFill>
                <a:srgbClr val="FFFFFF">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54"/>
              <p:cNvSpPr/>
              <p:nvPr/>
            </p:nvSpPr>
            <p:spPr>
              <a:xfrm>
                <a:off x="4690393" y="1212688"/>
                <a:ext cx="111951" cy="95818"/>
              </a:xfrm>
              <a:custGeom>
                <a:avLst/>
                <a:gdLst/>
                <a:ahLst/>
                <a:cxnLst/>
                <a:rect l="l" t="t" r="r" b="b"/>
                <a:pathLst>
                  <a:path w="3493" h="2988" extrusionOk="0">
                    <a:moveTo>
                      <a:pt x="1989" y="0"/>
                    </a:moveTo>
                    <a:cubicBezTo>
                      <a:pt x="669" y="0"/>
                      <a:pt x="0" y="1604"/>
                      <a:pt x="936" y="2540"/>
                    </a:cubicBezTo>
                    <a:cubicBezTo>
                      <a:pt x="1240" y="2849"/>
                      <a:pt x="1616" y="2988"/>
                      <a:pt x="1986" y="2988"/>
                    </a:cubicBezTo>
                    <a:cubicBezTo>
                      <a:pt x="2754" y="2988"/>
                      <a:pt x="3492" y="2390"/>
                      <a:pt x="3492" y="1487"/>
                    </a:cubicBezTo>
                    <a:cubicBezTo>
                      <a:pt x="3492" y="669"/>
                      <a:pt x="2824" y="0"/>
                      <a:pt x="19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54"/>
              <p:cNvSpPr/>
              <p:nvPr/>
            </p:nvSpPr>
            <p:spPr>
              <a:xfrm>
                <a:off x="4567769" y="1420582"/>
                <a:ext cx="78202" cy="67213"/>
              </a:xfrm>
              <a:custGeom>
                <a:avLst/>
                <a:gdLst/>
                <a:ahLst/>
                <a:cxnLst/>
                <a:rect l="l" t="t" r="r" b="b"/>
                <a:pathLst>
                  <a:path w="2440" h="2096" extrusionOk="0">
                    <a:moveTo>
                      <a:pt x="1387" y="0"/>
                    </a:moveTo>
                    <a:cubicBezTo>
                      <a:pt x="468" y="17"/>
                      <a:pt x="0" y="1136"/>
                      <a:pt x="652" y="1788"/>
                    </a:cubicBezTo>
                    <a:cubicBezTo>
                      <a:pt x="864" y="2000"/>
                      <a:pt x="1127" y="2095"/>
                      <a:pt x="1385" y="2095"/>
                    </a:cubicBezTo>
                    <a:cubicBezTo>
                      <a:pt x="1922" y="2095"/>
                      <a:pt x="2440" y="1684"/>
                      <a:pt x="2440" y="1053"/>
                    </a:cubicBezTo>
                    <a:cubicBezTo>
                      <a:pt x="2440" y="468"/>
                      <a:pt x="1972" y="0"/>
                      <a:pt x="1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54"/>
              <p:cNvSpPr/>
              <p:nvPr/>
            </p:nvSpPr>
            <p:spPr>
              <a:xfrm>
                <a:off x="4638984" y="1309244"/>
                <a:ext cx="87304" cy="94631"/>
              </a:xfrm>
              <a:custGeom>
                <a:avLst/>
                <a:gdLst/>
                <a:ahLst/>
                <a:cxnLst/>
                <a:rect l="l" t="t" r="r" b="b"/>
                <a:pathLst>
                  <a:path w="2724" h="2951" extrusionOk="0">
                    <a:moveTo>
                      <a:pt x="1157" y="1"/>
                    </a:moveTo>
                    <a:cubicBezTo>
                      <a:pt x="1060" y="1"/>
                      <a:pt x="963" y="16"/>
                      <a:pt x="869" y="47"/>
                    </a:cubicBezTo>
                    <a:cubicBezTo>
                      <a:pt x="268" y="264"/>
                      <a:pt x="0" y="1066"/>
                      <a:pt x="284" y="1851"/>
                    </a:cubicBezTo>
                    <a:cubicBezTo>
                      <a:pt x="510" y="2514"/>
                      <a:pt x="1045" y="2950"/>
                      <a:pt x="1567" y="2950"/>
                    </a:cubicBezTo>
                    <a:cubicBezTo>
                      <a:pt x="1664" y="2950"/>
                      <a:pt x="1761" y="2935"/>
                      <a:pt x="1855" y="2904"/>
                    </a:cubicBezTo>
                    <a:cubicBezTo>
                      <a:pt x="2457" y="2687"/>
                      <a:pt x="2724" y="1885"/>
                      <a:pt x="2440" y="1100"/>
                    </a:cubicBezTo>
                    <a:cubicBezTo>
                      <a:pt x="2214" y="437"/>
                      <a:pt x="1680" y="1"/>
                      <a:pt x="11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54"/>
              <p:cNvSpPr/>
              <p:nvPr/>
            </p:nvSpPr>
            <p:spPr>
              <a:xfrm>
                <a:off x="4656644" y="1124599"/>
                <a:ext cx="99643" cy="73851"/>
              </a:xfrm>
              <a:custGeom>
                <a:avLst/>
                <a:gdLst/>
                <a:ahLst/>
                <a:cxnLst/>
                <a:rect l="l" t="t" r="r" b="b"/>
                <a:pathLst>
                  <a:path w="3109" h="2303" extrusionOk="0">
                    <a:moveTo>
                      <a:pt x="1618" y="1"/>
                    </a:moveTo>
                    <a:cubicBezTo>
                      <a:pt x="1564" y="1"/>
                      <a:pt x="1509" y="3"/>
                      <a:pt x="1454" y="7"/>
                    </a:cubicBezTo>
                    <a:cubicBezTo>
                      <a:pt x="619" y="74"/>
                      <a:pt x="1" y="659"/>
                      <a:pt x="51" y="1294"/>
                    </a:cubicBezTo>
                    <a:cubicBezTo>
                      <a:pt x="113" y="1871"/>
                      <a:pt x="744" y="2303"/>
                      <a:pt x="1494" y="2303"/>
                    </a:cubicBezTo>
                    <a:cubicBezTo>
                      <a:pt x="1547" y="2303"/>
                      <a:pt x="1601" y="2301"/>
                      <a:pt x="1655" y="2296"/>
                    </a:cubicBezTo>
                    <a:cubicBezTo>
                      <a:pt x="2490" y="2229"/>
                      <a:pt x="3109" y="1645"/>
                      <a:pt x="3058" y="1026"/>
                    </a:cubicBezTo>
                    <a:cubicBezTo>
                      <a:pt x="3012" y="433"/>
                      <a:pt x="2382" y="1"/>
                      <a:pt x="16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54"/>
              <p:cNvSpPr/>
              <p:nvPr/>
            </p:nvSpPr>
            <p:spPr>
              <a:xfrm>
                <a:off x="4554917" y="1147335"/>
                <a:ext cx="90509" cy="91392"/>
              </a:xfrm>
              <a:custGeom>
                <a:avLst/>
                <a:gdLst/>
                <a:ahLst/>
                <a:cxnLst/>
                <a:rect l="l" t="t" r="r" b="b"/>
                <a:pathLst>
                  <a:path w="2824" h="2850" extrusionOk="0">
                    <a:moveTo>
                      <a:pt x="1702" y="0"/>
                    </a:moveTo>
                    <a:cubicBezTo>
                      <a:pt x="1240" y="0"/>
                      <a:pt x="739" y="311"/>
                      <a:pt x="435" y="835"/>
                    </a:cubicBezTo>
                    <a:cubicBezTo>
                      <a:pt x="0" y="1554"/>
                      <a:pt x="100" y="2406"/>
                      <a:pt x="635" y="2723"/>
                    </a:cubicBezTo>
                    <a:cubicBezTo>
                      <a:pt x="783" y="2809"/>
                      <a:pt x="948" y="2849"/>
                      <a:pt x="1118" y="2849"/>
                    </a:cubicBezTo>
                    <a:cubicBezTo>
                      <a:pt x="1583" y="2849"/>
                      <a:pt x="2088" y="2547"/>
                      <a:pt x="2406" y="2022"/>
                    </a:cubicBezTo>
                    <a:cubicBezTo>
                      <a:pt x="2824" y="1303"/>
                      <a:pt x="2740" y="451"/>
                      <a:pt x="2189" y="134"/>
                    </a:cubicBezTo>
                    <a:cubicBezTo>
                      <a:pt x="2040" y="43"/>
                      <a:pt x="1874" y="0"/>
                      <a:pt x="17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54"/>
              <p:cNvSpPr/>
              <p:nvPr/>
            </p:nvSpPr>
            <p:spPr>
              <a:xfrm>
                <a:off x="4657734" y="1415323"/>
                <a:ext cx="90509" cy="90911"/>
              </a:xfrm>
              <a:custGeom>
                <a:avLst/>
                <a:gdLst/>
                <a:ahLst/>
                <a:cxnLst/>
                <a:rect l="l" t="t" r="r" b="b"/>
                <a:pathLst>
                  <a:path w="2824" h="2835" extrusionOk="0">
                    <a:moveTo>
                      <a:pt x="1715" y="0"/>
                    </a:moveTo>
                    <a:cubicBezTo>
                      <a:pt x="1259" y="0"/>
                      <a:pt x="757" y="297"/>
                      <a:pt x="435" y="799"/>
                    </a:cubicBezTo>
                    <a:cubicBezTo>
                      <a:pt x="0" y="1501"/>
                      <a:pt x="67" y="2353"/>
                      <a:pt x="602" y="2687"/>
                    </a:cubicBezTo>
                    <a:cubicBezTo>
                      <a:pt x="754" y="2787"/>
                      <a:pt x="928" y="2834"/>
                      <a:pt x="1109" y="2834"/>
                    </a:cubicBezTo>
                    <a:cubicBezTo>
                      <a:pt x="1563" y="2834"/>
                      <a:pt x="2062" y="2537"/>
                      <a:pt x="2373" y="2036"/>
                    </a:cubicBezTo>
                    <a:cubicBezTo>
                      <a:pt x="2824" y="1334"/>
                      <a:pt x="2757" y="482"/>
                      <a:pt x="2222" y="147"/>
                    </a:cubicBezTo>
                    <a:cubicBezTo>
                      <a:pt x="2070" y="48"/>
                      <a:pt x="1896" y="0"/>
                      <a:pt x="17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54"/>
              <p:cNvSpPr/>
              <p:nvPr/>
            </p:nvSpPr>
            <p:spPr>
              <a:xfrm>
                <a:off x="4739109" y="1335507"/>
                <a:ext cx="89996" cy="92451"/>
              </a:xfrm>
              <a:custGeom>
                <a:avLst/>
                <a:gdLst/>
                <a:ahLst/>
                <a:cxnLst/>
                <a:rect l="l" t="t" r="r" b="b"/>
                <a:pathLst>
                  <a:path w="2808" h="2883" extrusionOk="0">
                    <a:moveTo>
                      <a:pt x="1135" y="1"/>
                    </a:moveTo>
                    <a:cubicBezTo>
                      <a:pt x="991" y="1"/>
                      <a:pt x="850" y="32"/>
                      <a:pt x="719" y="97"/>
                    </a:cubicBezTo>
                    <a:cubicBezTo>
                      <a:pt x="151" y="381"/>
                      <a:pt x="1" y="1216"/>
                      <a:pt x="385" y="1968"/>
                    </a:cubicBezTo>
                    <a:cubicBezTo>
                      <a:pt x="681" y="2535"/>
                      <a:pt x="1206" y="2883"/>
                      <a:pt x="1683" y="2883"/>
                    </a:cubicBezTo>
                    <a:cubicBezTo>
                      <a:pt x="1825" y="2883"/>
                      <a:pt x="1963" y="2852"/>
                      <a:pt x="2089" y="2787"/>
                    </a:cubicBezTo>
                    <a:cubicBezTo>
                      <a:pt x="2658" y="2503"/>
                      <a:pt x="2808" y="1667"/>
                      <a:pt x="2440" y="916"/>
                    </a:cubicBezTo>
                    <a:cubicBezTo>
                      <a:pt x="2144" y="349"/>
                      <a:pt x="1620" y="1"/>
                      <a:pt x="11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54"/>
              <p:cNvSpPr/>
              <p:nvPr/>
            </p:nvSpPr>
            <p:spPr>
              <a:xfrm>
                <a:off x="4827470" y="1270827"/>
                <a:ext cx="88394" cy="93220"/>
              </a:xfrm>
              <a:custGeom>
                <a:avLst/>
                <a:gdLst/>
                <a:ahLst/>
                <a:cxnLst/>
                <a:rect l="l" t="t" r="r" b="b"/>
                <a:pathLst>
                  <a:path w="2758" h="2907" extrusionOk="0">
                    <a:moveTo>
                      <a:pt x="1621" y="1"/>
                    </a:moveTo>
                    <a:cubicBezTo>
                      <a:pt x="1119" y="1"/>
                      <a:pt x="585" y="380"/>
                      <a:pt x="318" y="994"/>
                    </a:cubicBezTo>
                    <a:cubicBezTo>
                      <a:pt x="1" y="1763"/>
                      <a:pt x="201" y="2582"/>
                      <a:pt x="769" y="2832"/>
                    </a:cubicBezTo>
                    <a:cubicBezTo>
                      <a:pt x="887" y="2883"/>
                      <a:pt x="1011" y="2907"/>
                      <a:pt x="1138" y="2907"/>
                    </a:cubicBezTo>
                    <a:cubicBezTo>
                      <a:pt x="1639" y="2907"/>
                      <a:pt x="2170" y="2527"/>
                      <a:pt x="2424" y="1913"/>
                    </a:cubicBezTo>
                    <a:lnTo>
                      <a:pt x="2440" y="1913"/>
                    </a:lnTo>
                    <a:cubicBezTo>
                      <a:pt x="2758" y="1145"/>
                      <a:pt x="2557" y="326"/>
                      <a:pt x="1989" y="75"/>
                    </a:cubicBezTo>
                    <a:cubicBezTo>
                      <a:pt x="1871" y="25"/>
                      <a:pt x="1747" y="1"/>
                      <a:pt x="16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54"/>
              <p:cNvSpPr/>
              <p:nvPr/>
            </p:nvSpPr>
            <p:spPr>
              <a:xfrm>
                <a:off x="4472453" y="1350739"/>
                <a:ext cx="90509" cy="91264"/>
              </a:xfrm>
              <a:custGeom>
                <a:avLst/>
                <a:gdLst/>
                <a:ahLst/>
                <a:cxnLst/>
                <a:rect l="l" t="t" r="r" b="b"/>
                <a:pathLst>
                  <a:path w="2824" h="2846" extrusionOk="0">
                    <a:moveTo>
                      <a:pt x="1710" y="0"/>
                    </a:moveTo>
                    <a:cubicBezTo>
                      <a:pt x="1249" y="0"/>
                      <a:pt x="738" y="312"/>
                      <a:pt x="418" y="842"/>
                    </a:cubicBezTo>
                    <a:cubicBezTo>
                      <a:pt x="0" y="1543"/>
                      <a:pt x="84" y="2395"/>
                      <a:pt x="635" y="2713"/>
                    </a:cubicBezTo>
                    <a:cubicBezTo>
                      <a:pt x="780" y="2803"/>
                      <a:pt x="944" y="2846"/>
                      <a:pt x="1115" y="2846"/>
                    </a:cubicBezTo>
                    <a:cubicBezTo>
                      <a:pt x="1575" y="2846"/>
                      <a:pt x="2085" y="2535"/>
                      <a:pt x="2389" y="2011"/>
                    </a:cubicBezTo>
                    <a:cubicBezTo>
                      <a:pt x="2824" y="1293"/>
                      <a:pt x="2723" y="457"/>
                      <a:pt x="2172" y="123"/>
                    </a:cubicBezTo>
                    <a:cubicBezTo>
                      <a:pt x="2032" y="40"/>
                      <a:pt x="1874" y="0"/>
                      <a:pt x="17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54"/>
              <p:cNvSpPr/>
              <p:nvPr/>
            </p:nvSpPr>
            <p:spPr>
              <a:xfrm>
                <a:off x="4743403" y="1462013"/>
                <a:ext cx="81439" cy="96235"/>
              </a:xfrm>
              <a:custGeom>
                <a:avLst/>
                <a:gdLst/>
                <a:ahLst/>
                <a:cxnLst/>
                <a:rect l="l" t="t" r="r" b="b"/>
                <a:pathLst>
                  <a:path w="2541" h="3001" extrusionOk="0">
                    <a:moveTo>
                      <a:pt x="1162" y="0"/>
                    </a:moveTo>
                    <a:cubicBezTo>
                      <a:pt x="1115" y="0"/>
                      <a:pt x="1067" y="4"/>
                      <a:pt x="1020" y="11"/>
                    </a:cubicBezTo>
                    <a:cubicBezTo>
                      <a:pt x="402" y="128"/>
                      <a:pt x="1" y="880"/>
                      <a:pt x="151" y="1699"/>
                    </a:cubicBezTo>
                    <a:cubicBezTo>
                      <a:pt x="273" y="2447"/>
                      <a:pt x="800" y="3000"/>
                      <a:pt x="1362" y="3000"/>
                    </a:cubicBezTo>
                    <a:cubicBezTo>
                      <a:pt x="1415" y="3000"/>
                      <a:pt x="1468" y="2996"/>
                      <a:pt x="1521" y="2986"/>
                    </a:cubicBezTo>
                    <a:cubicBezTo>
                      <a:pt x="2156" y="2885"/>
                      <a:pt x="2540" y="2133"/>
                      <a:pt x="2407" y="1315"/>
                    </a:cubicBezTo>
                    <a:cubicBezTo>
                      <a:pt x="2283" y="557"/>
                      <a:pt x="1745" y="0"/>
                      <a:pt x="11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54"/>
              <p:cNvSpPr/>
              <p:nvPr/>
            </p:nvSpPr>
            <p:spPr>
              <a:xfrm>
                <a:off x="4826413" y="1395409"/>
                <a:ext cx="90541" cy="91392"/>
              </a:xfrm>
              <a:custGeom>
                <a:avLst/>
                <a:gdLst/>
                <a:ahLst/>
                <a:cxnLst/>
                <a:rect l="l" t="t" r="r" b="b"/>
                <a:pathLst>
                  <a:path w="2825" h="2850" extrusionOk="0">
                    <a:moveTo>
                      <a:pt x="1702" y="0"/>
                    </a:moveTo>
                    <a:cubicBezTo>
                      <a:pt x="1239" y="0"/>
                      <a:pt x="735" y="311"/>
                      <a:pt x="418" y="835"/>
                    </a:cubicBezTo>
                    <a:cubicBezTo>
                      <a:pt x="0" y="1554"/>
                      <a:pt x="101" y="2406"/>
                      <a:pt x="635" y="2723"/>
                    </a:cubicBezTo>
                    <a:cubicBezTo>
                      <a:pt x="783" y="2809"/>
                      <a:pt x="948" y="2849"/>
                      <a:pt x="1119" y="2849"/>
                    </a:cubicBezTo>
                    <a:cubicBezTo>
                      <a:pt x="1583" y="2849"/>
                      <a:pt x="2089" y="2547"/>
                      <a:pt x="2406" y="2022"/>
                    </a:cubicBezTo>
                    <a:cubicBezTo>
                      <a:pt x="2824" y="1303"/>
                      <a:pt x="2724" y="451"/>
                      <a:pt x="2189" y="134"/>
                    </a:cubicBezTo>
                    <a:cubicBezTo>
                      <a:pt x="2040" y="43"/>
                      <a:pt x="1874" y="0"/>
                      <a:pt x="17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54"/>
              <p:cNvSpPr/>
              <p:nvPr/>
            </p:nvSpPr>
            <p:spPr>
              <a:xfrm>
                <a:off x="4485817" y="1229267"/>
                <a:ext cx="90541" cy="92002"/>
              </a:xfrm>
              <a:custGeom>
                <a:avLst/>
                <a:gdLst/>
                <a:ahLst/>
                <a:cxnLst/>
                <a:rect l="l" t="t" r="r" b="b"/>
                <a:pathLst>
                  <a:path w="2825" h="2869" extrusionOk="0">
                    <a:moveTo>
                      <a:pt x="1127" y="1"/>
                    </a:moveTo>
                    <a:cubicBezTo>
                      <a:pt x="968" y="1"/>
                      <a:pt x="812" y="38"/>
                      <a:pt x="669" y="118"/>
                    </a:cubicBezTo>
                    <a:cubicBezTo>
                      <a:pt x="118" y="419"/>
                      <a:pt x="1" y="1254"/>
                      <a:pt x="402" y="1990"/>
                    </a:cubicBezTo>
                    <a:cubicBezTo>
                      <a:pt x="716" y="2542"/>
                      <a:pt x="1228" y="2868"/>
                      <a:pt x="1697" y="2868"/>
                    </a:cubicBezTo>
                    <a:cubicBezTo>
                      <a:pt x="1852" y="2868"/>
                      <a:pt x="2003" y="2833"/>
                      <a:pt x="2139" y="2758"/>
                    </a:cubicBezTo>
                    <a:cubicBezTo>
                      <a:pt x="2691" y="2441"/>
                      <a:pt x="2824" y="1605"/>
                      <a:pt x="2407" y="870"/>
                    </a:cubicBezTo>
                    <a:cubicBezTo>
                      <a:pt x="2107" y="333"/>
                      <a:pt x="1601" y="1"/>
                      <a:pt x="11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54"/>
              <p:cNvSpPr/>
              <p:nvPr/>
            </p:nvSpPr>
            <p:spPr>
              <a:xfrm>
                <a:off x="4644882" y="1520568"/>
                <a:ext cx="103361" cy="75455"/>
              </a:xfrm>
              <a:custGeom>
                <a:avLst/>
                <a:gdLst/>
                <a:ahLst/>
                <a:cxnLst/>
                <a:rect l="l" t="t" r="r" b="b"/>
                <a:pathLst>
                  <a:path w="3225" h="2353" extrusionOk="0">
                    <a:moveTo>
                      <a:pt x="1797" y="0"/>
                    </a:moveTo>
                    <a:cubicBezTo>
                      <a:pt x="1648" y="0"/>
                      <a:pt x="1493" y="18"/>
                      <a:pt x="1337" y="57"/>
                    </a:cubicBezTo>
                    <a:cubicBezTo>
                      <a:pt x="535" y="257"/>
                      <a:pt x="0" y="926"/>
                      <a:pt x="151" y="1544"/>
                    </a:cubicBezTo>
                    <a:cubicBezTo>
                      <a:pt x="272" y="2030"/>
                      <a:pt x="797" y="2352"/>
                      <a:pt x="1427" y="2352"/>
                    </a:cubicBezTo>
                    <a:cubicBezTo>
                      <a:pt x="1576" y="2352"/>
                      <a:pt x="1731" y="2334"/>
                      <a:pt x="1888" y="2296"/>
                    </a:cubicBezTo>
                    <a:cubicBezTo>
                      <a:pt x="2690" y="2095"/>
                      <a:pt x="3225" y="1444"/>
                      <a:pt x="3075" y="825"/>
                    </a:cubicBezTo>
                    <a:cubicBezTo>
                      <a:pt x="2953" y="325"/>
                      <a:pt x="2427" y="0"/>
                      <a:pt x="1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54"/>
              <p:cNvSpPr/>
              <p:nvPr/>
            </p:nvSpPr>
            <p:spPr>
              <a:xfrm>
                <a:off x="4589724" y="1229299"/>
                <a:ext cx="101759" cy="82734"/>
              </a:xfrm>
              <a:custGeom>
                <a:avLst/>
                <a:gdLst/>
                <a:ahLst/>
                <a:cxnLst/>
                <a:rect l="l" t="t" r="r" b="b"/>
                <a:pathLst>
                  <a:path w="3175" h="2580" extrusionOk="0">
                    <a:moveTo>
                      <a:pt x="1927" y="0"/>
                    </a:moveTo>
                    <a:cubicBezTo>
                      <a:pt x="1587" y="0"/>
                      <a:pt x="1214" y="121"/>
                      <a:pt x="886" y="368"/>
                    </a:cubicBezTo>
                    <a:cubicBezTo>
                      <a:pt x="217" y="869"/>
                      <a:pt x="0" y="1688"/>
                      <a:pt x="368" y="2189"/>
                    </a:cubicBezTo>
                    <a:cubicBezTo>
                      <a:pt x="561" y="2450"/>
                      <a:pt x="874" y="2580"/>
                      <a:pt x="1222" y="2580"/>
                    </a:cubicBezTo>
                    <a:cubicBezTo>
                      <a:pt x="1564" y="2580"/>
                      <a:pt x="1941" y="2454"/>
                      <a:pt x="2273" y="2206"/>
                    </a:cubicBezTo>
                    <a:cubicBezTo>
                      <a:pt x="2941" y="1705"/>
                      <a:pt x="3175" y="886"/>
                      <a:pt x="2791" y="385"/>
                    </a:cubicBezTo>
                    <a:cubicBezTo>
                      <a:pt x="2595" y="130"/>
                      <a:pt x="2279" y="0"/>
                      <a:pt x="19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54"/>
              <p:cNvSpPr/>
              <p:nvPr/>
            </p:nvSpPr>
            <p:spPr>
              <a:xfrm>
                <a:off x="4680201" y="1141851"/>
                <a:ext cx="53075" cy="39347"/>
              </a:xfrm>
              <a:custGeom>
                <a:avLst/>
                <a:gdLst/>
                <a:ahLst/>
                <a:cxnLst/>
                <a:rect l="l" t="t" r="r" b="b"/>
                <a:pathLst>
                  <a:path w="1656" h="1227" extrusionOk="0">
                    <a:moveTo>
                      <a:pt x="852" y="1"/>
                    </a:moveTo>
                    <a:cubicBezTo>
                      <a:pt x="825" y="1"/>
                      <a:pt x="797" y="2"/>
                      <a:pt x="770" y="4"/>
                    </a:cubicBezTo>
                    <a:cubicBezTo>
                      <a:pt x="335" y="54"/>
                      <a:pt x="1" y="355"/>
                      <a:pt x="18" y="689"/>
                    </a:cubicBezTo>
                    <a:cubicBezTo>
                      <a:pt x="49" y="1002"/>
                      <a:pt x="388" y="1227"/>
                      <a:pt x="787" y="1227"/>
                    </a:cubicBezTo>
                    <a:cubicBezTo>
                      <a:pt x="815" y="1227"/>
                      <a:pt x="842" y="1226"/>
                      <a:pt x="870" y="1223"/>
                    </a:cubicBezTo>
                    <a:cubicBezTo>
                      <a:pt x="1321" y="1190"/>
                      <a:pt x="1655" y="873"/>
                      <a:pt x="1622" y="538"/>
                    </a:cubicBezTo>
                    <a:cubicBezTo>
                      <a:pt x="1590" y="226"/>
                      <a:pt x="1252" y="1"/>
                      <a:pt x="8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54"/>
              <p:cNvSpPr/>
              <p:nvPr/>
            </p:nvSpPr>
            <p:spPr>
              <a:xfrm>
                <a:off x="4576327" y="1168820"/>
                <a:ext cx="47690" cy="48646"/>
              </a:xfrm>
              <a:custGeom>
                <a:avLst/>
                <a:gdLst/>
                <a:ahLst/>
                <a:cxnLst/>
                <a:rect l="l" t="t" r="r" b="b"/>
                <a:pathLst>
                  <a:path w="1488" h="1517" extrusionOk="0">
                    <a:moveTo>
                      <a:pt x="908" y="0"/>
                    </a:moveTo>
                    <a:cubicBezTo>
                      <a:pt x="663" y="0"/>
                      <a:pt x="390" y="166"/>
                      <a:pt x="218" y="449"/>
                    </a:cubicBezTo>
                    <a:cubicBezTo>
                      <a:pt x="0" y="834"/>
                      <a:pt x="51" y="1268"/>
                      <a:pt x="335" y="1452"/>
                    </a:cubicBezTo>
                    <a:cubicBezTo>
                      <a:pt x="409" y="1496"/>
                      <a:pt x="493" y="1516"/>
                      <a:pt x="580" y="1516"/>
                    </a:cubicBezTo>
                    <a:cubicBezTo>
                      <a:pt x="825" y="1516"/>
                      <a:pt x="1098" y="1351"/>
                      <a:pt x="1270" y="1068"/>
                    </a:cubicBezTo>
                    <a:cubicBezTo>
                      <a:pt x="1488" y="683"/>
                      <a:pt x="1437" y="249"/>
                      <a:pt x="1153" y="65"/>
                    </a:cubicBezTo>
                    <a:cubicBezTo>
                      <a:pt x="1079" y="21"/>
                      <a:pt x="995" y="0"/>
                      <a:pt x="9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54"/>
              <p:cNvSpPr/>
              <p:nvPr/>
            </p:nvSpPr>
            <p:spPr>
              <a:xfrm>
                <a:off x="4678598" y="1436616"/>
                <a:ext cx="48235" cy="48101"/>
              </a:xfrm>
              <a:custGeom>
                <a:avLst/>
                <a:gdLst/>
                <a:ahLst/>
                <a:cxnLst/>
                <a:rect l="l" t="t" r="r" b="b"/>
                <a:pathLst>
                  <a:path w="1505" h="1500" extrusionOk="0">
                    <a:moveTo>
                      <a:pt x="929" y="0"/>
                    </a:moveTo>
                    <a:cubicBezTo>
                      <a:pt x="687" y="0"/>
                      <a:pt x="421" y="153"/>
                      <a:pt x="251" y="419"/>
                    </a:cubicBezTo>
                    <a:cubicBezTo>
                      <a:pt x="1" y="803"/>
                      <a:pt x="51" y="1255"/>
                      <a:pt x="335" y="1422"/>
                    </a:cubicBezTo>
                    <a:cubicBezTo>
                      <a:pt x="417" y="1474"/>
                      <a:pt x="509" y="1500"/>
                      <a:pt x="605" y="1500"/>
                    </a:cubicBezTo>
                    <a:cubicBezTo>
                      <a:pt x="844" y="1500"/>
                      <a:pt x="1104" y="1345"/>
                      <a:pt x="1271" y="1071"/>
                    </a:cubicBezTo>
                    <a:cubicBezTo>
                      <a:pt x="1505" y="703"/>
                      <a:pt x="1471" y="252"/>
                      <a:pt x="1187" y="68"/>
                    </a:cubicBezTo>
                    <a:cubicBezTo>
                      <a:pt x="1109" y="22"/>
                      <a:pt x="1021" y="0"/>
                      <a:pt x="9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54"/>
              <p:cNvSpPr/>
              <p:nvPr/>
            </p:nvSpPr>
            <p:spPr>
              <a:xfrm>
                <a:off x="4760550" y="1357281"/>
                <a:ext cx="47690" cy="48935"/>
              </a:xfrm>
              <a:custGeom>
                <a:avLst/>
                <a:gdLst/>
                <a:ahLst/>
                <a:cxnLst/>
                <a:rect l="l" t="t" r="r" b="b"/>
                <a:pathLst>
                  <a:path w="1488" h="1526" extrusionOk="0">
                    <a:moveTo>
                      <a:pt x="602" y="1"/>
                    </a:moveTo>
                    <a:cubicBezTo>
                      <a:pt x="525" y="1"/>
                      <a:pt x="451" y="17"/>
                      <a:pt x="385" y="53"/>
                    </a:cubicBezTo>
                    <a:cubicBezTo>
                      <a:pt x="84" y="203"/>
                      <a:pt x="0" y="638"/>
                      <a:pt x="201" y="1039"/>
                    </a:cubicBezTo>
                    <a:cubicBezTo>
                      <a:pt x="354" y="1345"/>
                      <a:pt x="625" y="1525"/>
                      <a:pt x="879" y="1525"/>
                    </a:cubicBezTo>
                    <a:cubicBezTo>
                      <a:pt x="956" y="1525"/>
                      <a:pt x="1032" y="1508"/>
                      <a:pt x="1103" y="1473"/>
                    </a:cubicBezTo>
                    <a:cubicBezTo>
                      <a:pt x="1404" y="1323"/>
                      <a:pt x="1487" y="871"/>
                      <a:pt x="1287" y="487"/>
                    </a:cubicBezTo>
                    <a:cubicBezTo>
                      <a:pt x="1133" y="180"/>
                      <a:pt x="853" y="1"/>
                      <a:pt x="6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54"/>
              <p:cNvSpPr/>
              <p:nvPr/>
            </p:nvSpPr>
            <p:spPr>
              <a:xfrm>
                <a:off x="4848367" y="1292857"/>
                <a:ext cx="46633" cy="49192"/>
              </a:xfrm>
              <a:custGeom>
                <a:avLst/>
                <a:gdLst/>
                <a:ahLst/>
                <a:cxnLst/>
                <a:rect l="l" t="t" r="r" b="b"/>
                <a:pathLst>
                  <a:path w="1455" h="1534" extrusionOk="0">
                    <a:moveTo>
                      <a:pt x="857" y="1"/>
                    </a:moveTo>
                    <a:cubicBezTo>
                      <a:pt x="590" y="1"/>
                      <a:pt x="315" y="204"/>
                      <a:pt x="168" y="525"/>
                    </a:cubicBezTo>
                    <a:cubicBezTo>
                      <a:pt x="0" y="926"/>
                      <a:pt x="101" y="1360"/>
                      <a:pt x="401" y="1494"/>
                    </a:cubicBezTo>
                    <a:cubicBezTo>
                      <a:pt x="465" y="1520"/>
                      <a:pt x="531" y="1533"/>
                      <a:pt x="598" y="1533"/>
                    </a:cubicBezTo>
                    <a:cubicBezTo>
                      <a:pt x="865" y="1533"/>
                      <a:pt x="1140" y="1330"/>
                      <a:pt x="1287" y="1009"/>
                    </a:cubicBezTo>
                    <a:cubicBezTo>
                      <a:pt x="1454" y="608"/>
                      <a:pt x="1354" y="174"/>
                      <a:pt x="1053" y="40"/>
                    </a:cubicBezTo>
                    <a:cubicBezTo>
                      <a:pt x="990" y="13"/>
                      <a:pt x="923" y="1"/>
                      <a:pt x="8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54"/>
              <p:cNvSpPr/>
              <p:nvPr/>
            </p:nvSpPr>
            <p:spPr>
              <a:xfrm>
                <a:off x="4659336" y="1331466"/>
                <a:ext cx="46601" cy="50410"/>
              </a:xfrm>
              <a:custGeom>
                <a:avLst/>
                <a:gdLst/>
                <a:ahLst/>
                <a:cxnLst/>
                <a:rect l="l" t="t" r="r" b="b"/>
                <a:pathLst>
                  <a:path w="1454" h="1572" extrusionOk="0">
                    <a:moveTo>
                      <a:pt x="612" y="0"/>
                    </a:moveTo>
                    <a:cubicBezTo>
                      <a:pt x="564" y="0"/>
                      <a:pt x="515" y="7"/>
                      <a:pt x="468" y="22"/>
                    </a:cubicBezTo>
                    <a:cubicBezTo>
                      <a:pt x="151" y="139"/>
                      <a:pt x="0" y="574"/>
                      <a:pt x="151" y="991"/>
                    </a:cubicBezTo>
                    <a:cubicBezTo>
                      <a:pt x="276" y="1339"/>
                      <a:pt x="552" y="1572"/>
                      <a:pt x="824" y="1572"/>
                    </a:cubicBezTo>
                    <a:cubicBezTo>
                      <a:pt x="879" y="1572"/>
                      <a:pt x="933" y="1562"/>
                      <a:pt x="986" y="1543"/>
                    </a:cubicBezTo>
                    <a:cubicBezTo>
                      <a:pt x="1304" y="1426"/>
                      <a:pt x="1454" y="1008"/>
                      <a:pt x="1304" y="590"/>
                    </a:cubicBezTo>
                    <a:cubicBezTo>
                      <a:pt x="1176" y="235"/>
                      <a:pt x="890" y="0"/>
                      <a:pt x="6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54"/>
              <p:cNvSpPr/>
              <p:nvPr/>
            </p:nvSpPr>
            <p:spPr>
              <a:xfrm>
                <a:off x="4493317" y="1372192"/>
                <a:ext cx="48235" cy="48326"/>
              </a:xfrm>
              <a:custGeom>
                <a:avLst/>
                <a:gdLst/>
                <a:ahLst/>
                <a:cxnLst/>
                <a:rect l="l" t="t" r="r" b="b"/>
                <a:pathLst>
                  <a:path w="1505" h="1507" extrusionOk="0">
                    <a:moveTo>
                      <a:pt x="909" y="0"/>
                    </a:moveTo>
                    <a:cubicBezTo>
                      <a:pt x="660" y="0"/>
                      <a:pt x="394" y="171"/>
                      <a:pt x="235" y="440"/>
                    </a:cubicBezTo>
                    <a:cubicBezTo>
                      <a:pt x="1" y="824"/>
                      <a:pt x="51" y="1275"/>
                      <a:pt x="352" y="1442"/>
                    </a:cubicBezTo>
                    <a:cubicBezTo>
                      <a:pt x="426" y="1486"/>
                      <a:pt x="510" y="1507"/>
                      <a:pt x="596" y="1507"/>
                    </a:cubicBezTo>
                    <a:cubicBezTo>
                      <a:pt x="841" y="1507"/>
                      <a:pt x="1110" y="1342"/>
                      <a:pt x="1270" y="1058"/>
                    </a:cubicBezTo>
                    <a:cubicBezTo>
                      <a:pt x="1504" y="690"/>
                      <a:pt x="1454" y="239"/>
                      <a:pt x="1170" y="72"/>
                    </a:cubicBezTo>
                    <a:cubicBezTo>
                      <a:pt x="1090" y="23"/>
                      <a:pt x="1001" y="0"/>
                      <a:pt x="9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54"/>
              <p:cNvSpPr/>
              <p:nvPr/>
            </p:nvSpPr>
            <p:spPr>
              <a:xfrm>
                <a:off x="4762697" y="1484685"/>
                <a:ext cx="43396" cy="51276"/>
              </a:xfrm>
              <a:custGeom>
                <a:avLst/>
                <a:gdLst/>
                <a:ahLst/>
                <a:cxnLst/>
                <a:rect l="l" t="t" r="r" b="b"/>
                <a:pathLst>
                  <a:path w="1354" h="1599" extrusionOk="0">
                    <a:moveTo>
                      <a:pt x="608" y="1"/>
                    </a:moveTo>
                    <a:cubicBezTo>
                      <a:pt x="584" y="1"/>
                      <a:pt x="559" y="3"/>
                      <a:pt x="535" y="6"/>
                    </a:cubicBezTo>
                    <a:cubicBezTo>
                      <a:pt x="201" y="73"/>
                      <a:pt x="0" y="457"/>
                      <a:pt x="67" y="892"/>
                    </a:cubicBezTo>
                    <a:cubicBezTo>
                      <a:pt x="144" y="1310"/>
                      <a:pt x="423" y="1599"/>
                      <a:pt x="729" y="1599"/>
                    </a:cubicBezTo>
                    <a:cubicBezTo>
                      <a:pt x="753" y="1599"/>
                      <a:pt x="778" y="1597"/>
                      <a:pt x="802" y="1594"/>
                    </a:cubicBezTo>
                    <a:cubicBezTo>
                      <a:pt x="1136" y="1527"/>
                      <a:pt x="1353" y="1126"/>
                      <a:pt x="1270" y="691"/>
                    </a:cubicBezTo>
                    <a:cubicBezTo>
                      <a:pt x="1208" y="289"/>
                      <a:pt x="916" y="1"/>
                      <a:pt x="6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54"/>
              <p:cNvSpPr/>
              <p:nvPr/>
            </p:nvSpPr>
            <p:spPr>
              <a:xfrm>
                <a:off x="4847822" y="1416894"/>
                <a:ext cx="47690" cy="48646"/>
              </a:xfrm>
              <a:custGeom>
                <a:avLst/>
                <a:gdLst/>
                <a:ahLst/>
                <a:cxnLst/>
                <a:rect l="l" t="t" r="r" b="b"/>
                <a:pathLst>
                  <a:path w="1488" h="1517" extrusionOk="0">
                    <a:moveTo>
                      <a:pt x="909" y="0"/>
                    </a:moveTo>
                    <a:cubicBezTo>
                      <a:pt x="663" y="0"/>
                      <a:pt x="391" y="166"/>
                      <a:pt x="218" y="449"/>
                    </a:cubicBezTo>
                    <a:cubicBezTo>
                      <a:pt x="1" y="834"/>
                      <a:pt x="51" y="1268"/>
                      <a:pt x="335" y="1452"/>
                    </a:cubicBezTo>
                    <a:cubicBezTo>
                      <a:pt x="409" y="1496"/>
                      <a:pt x="493" y="1516"/>
                      <a:pt x="580" y="1516"/>
                    </a:cubicBezTo>
                    <a:cubicBezTo>
                      <a:pt x="825" y="1516"/>
                      <a:pt x="1098" y="1351"/>
                      <a:pt x="1271" y="1068"/>
                    </a:cubicBezTo>
                    <a:cubicBezTo>
                      <a:pt x="1488" y="683"/>
                      <a:pt x="1438" y="249"/>
                      <a:pt x="1154" y="65"/>
                    </a:cubicBezTo>
                    <a:cubicBezTo>
                      <a:pt x="1079" y="21"/>
                      <a:pt x="996" y="0"/>
                      <a:pt x="9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54"/>
              <p:cNvSpPr/>
              <p:nvPr/>
            </p:nvSpPr>
            <p:spPr>
              <a:xfrm>
                <a:off x="4507259" y="1250881"/>
                <a:ext cx="47690" cy="48486"/>
              </a:xfrm>
              <a:custGeom>
                <a:avLst/>
                <a:gdLst/>
                <a:ahLst/>
                <a:cxnLst/>
                <a:rect l="l" t="t" r="r" b="b"/>
                <a:pathLst>
                  <a:path w="1488" h="1512" extrusionOk="0">
                    <a:moveTo>
                      <a:pt x="593" y="1"/>
                    </a:moveTo>
                    <a:cubicBezTo>
                      <a:pt x="509" y="1"/>
                      <a:pt x="427" y="20"/>
                      <a:pt x="351" y="62"/>
                    </a:cubicBezTo>
                    <a:cubicBezTo>
                      <a:pt x="67" y="230"/>
                      <a:pt x="0" y="664"/>
                      <a:pt x="217" y="1048"/>
                    </a:cubicBezTo>
                    <a:cubicBezTo>
                      <a:pt x="367" y="1336"/>
                      <a:pt x="639" y="1511"/>
                      <a:pt x="892" y="1511"/>
                    </a:cubicBezTo>
                    <a:cubicBezTo>
                      <a:pt x="977" y="1511"/>
                      <a:pt x="1061" y="1491"/>
                      <a:pt x="1136" y="1449"/>
                    </a:cubicBezTo>
                    <a:cubicBezTo>
                      <a:pt x="1420" y="1299"/>
                      <a:pt x="1487" y="848"/>
                      <a:pt x="1270" y="463"/>
                    </a:cubicBezTo>
                    <a:cubicBezTo>
                      <a:pt x="1107" y="176"/>
                      <a:pt x="842" y="1"/>
                      <a:pt x="5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54"/>
              <p:cNvSpPr/>
              <p:nvPr/>
            </p:nvSpPr>
            <p:spPr>
              <a:xfrm>
                <a:off x="4668983" y="1538590"/>
                <a:ext cx="55190" cy="39892"/>
              </a:xfrm>
              <a:custGeom>
                <a:avLst/>
                <a:gdLst/>
                <a:ahLst/>
                <a:cxnLst/>
                <a:rect l="l" t="t" r="r" b="b"/>
                <a:pathLst>
                  <a:path w="1722" h="1244" extrusionOk="0">
                    <a:moveTo>
                      <a:pt x="966" y="1"/>
                    </a:moveTo>
                    <a:cubicBezTo>
                      <a:pt x="886" y="1"/>
                      <a:pt x="803" y="10"/>
                      <a:pt x="719" y="29"/>
                    </a:cubicBezTo>
                    <a:cubicBezTo>
                      <a:pt x="284" y="130"/>
                      <a:pt x="0" y="481"/>
                      <a:pt x="84" y="798"/>
                    </a:cubicBezTo>
                    <a:cubicBezTo>
                      <a:pt x="152" y="1071"/>
                      <a:pt x="431" y="1243"/>
                      <a:pt x="767" y="1243"/>
                    </a:cubicBezTo>
                    <a:cubicBezTo>
                      <a:pt x="843" y="1243"/>
                      <a:pt x="922" y="1234"/>
                      <a:pt x="1003" y="1216"/>
                    </a:cubicBezTo>
                    <a:cubicBezTo>
                      <a:pt x="1437" y="1099"/>
                      <a:pt x="1721" y="748"/>
                      <a:pt x="1637" y="430"/>
                    </a:cubicBezTo>
                    <a:cubicBezTo>
                      <a:pt x="1570" y="161"/>
                      <a:pt x="1297" y="1"/>
                      <a:pt x="9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54"/>
              <p:cNvSpPr/>
              <p:nvPr/>
            </p:nvSpPr>
            <p:spPr>
              <a:xfrm>
                <a:off x="4613280" y="1248572"/>
                <a:ext cx="54100" cy="43965"/>
              </a:xfrm>
              <a:custGeom>
                <a:avLst/>
                <a:gdLst/>
                <a:ahLst/>
                <a:cxnLst/>
                <a:rect l="l" t="t" r="r" b="b"/>
                <a:pathLst>
                  <a:path w="1688" h="1371" extrusionOk="0">
                    <a:moveTo>
                      <a:pt x="1043" y="1"/>
                    </a:moveTo>
                    <a:cubicBezTo>
                      <a:pt x="861" y="1"/>
                      <a:pt x="660" y="68"/>
                      <a:pt x="485" y="201"/>
                    </a:cubicBezTo>
                    <a:cubicBezTo>
                      <a:pt x="134" y="469"/>
                      <a:pt x="0" y="903"/>
                      <a:pt x="201" y="1170"/>
                    </a:cubicBezTo>
                    <a:cubicBezTo>
                      <a:pt x="301" y="1304"/>
                      <a:pt x="464" y="1371"/>
                      <a:pt x="648" y="1371"/>
                    </a:cubicBezTo>
                    <a:cubicBezTo>
                      <a:pt x="832" y="1371"/>
                      <a:pt x="1036" y="1304"/>
                      <a:pt x="1220" y="1170"/>
                    </a:cubicBezTo>
                    <a:cubicBezTo>
                      <a:pt x="1571" y="903"/>
                      <a:pt x="1688" y="469"/>
                      <a:pt x="1487" y="201"/>
                    </a:cubicBezTo>
                    <a:cubicBezTo>
                      <a:pt x="1387" y="68"/>
                      <a:pt x="1224" y="1"/>
                      <a:pt x="1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54"/>
              <p:cNvSpPr/>
              <p:nvPr/>
            </p:nvSpPr>
            <p:spPr>
              <a:xfrm>
                <a:off x="4817311" y="1214292"/>
                <a:ext cx="53043" cy="45055"/>
              </a:xfrm>
              <a:custGeom>
                <a:avLst/>
                <a:gdLst/>
                <a:ahLst/>
                <a:cxnLst/>
                <a:rect l="l" t="t" r="r" b="b"/>
                <a:pathLst>
                  <a:path w="1655" h="1405" extrusionOk="0">
                    <a:moveTo>
                      <a:pt x="953" y="0"/>
                    </a:moveTo>
                    <a:cubicBezTo>
                      <a:pt x="318" y="0"/>
                      <a:pt x="0" y="752"/>
                      <a:pt x="451" y="1203"/>
                    </a:cubicBezTo>
                    <a:cubicBezTo>
                      <a:pt x="590" y="1342"/>
                      <a:pt x="763" y="1404"/>
                      <a:pt x="934" y="1404"/>
                    </a:cubicBezTo>
                    <a:cubicBezTo>
                      <a:pt x="1299" y="1404"/>
                      <a:pt x="1654" y="1123"/>
                      <a:pt x="1654" y="702"/>
                    </a:cubicBezTo>
                    <a:cubicBezTo>
                      <a:pt x="1654" y="318"/>
                      <a:pt x="1337" y="0"/>
                      <a:pt x="9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54"/>
              <p:cNvSpPr/>
              <p:nvPr/>
            </p:nvSpPr>
            <p:spPr>
              <a:xfrm>
                <a:off x="4584884" y="1364303"/>
                <a:ext cx="42338" cy="36365"/>
              </a:xfrm>
              <a:custGeom>
                <a:avLst/>
                <a:gdLst/>
                <a:ahLst/>
                <a:cxnLst/>
                <a:rect l="l" t="t" r="r" b="b"/>
                <a:pathLst>
                  <a:path w="1321" h="1134" extrusionOk="0">
                    <a:moveTo>
                      <a:pt x="753" y="1"/>
                    </a:moveTo>
                    <a:cubicBezTo>
                      <a:pt x="251" y="1"/>
                      <a:pt x="1" y="619"/>
                      <a:pt x="352" y="970"/>
                    </a:cubicBezTo>
                    <a:cubicBezTo>
                      <a:pt x="470" y="1083"/>
                      <a:pt x="613" y="1133"/>
                      <a:pt x="751" y="1133"/>
                    </a:cubicBezTo>
                    <a:cubicBezTo>
                      <a:pt x="1044" y="1133"/>
                      <a:pt x="1321" y="909"/>
                      <a:pt x="1321" y="569"/>
                    </a:cubicBezTo>
                    <a:cubicBezTo>
                      <a:pt x="1321" y="251"/>
                      <a:pt x="1070" y="1"/>
                      <a:pt x="7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54"/>
              <p:cNvSpPr/>
              <p:nvPr/>
            </p:nvSpPr>
            <p:spPr>
              <a:xfrm>
                <a:off x="4531873" y="1489687"/>
                <a:ext cx="47146" cy="40886"/>
              </a:xfrm>
              <a:custGeom>
                <a:avLst/>
                <a:gdLst/>
                <a:ahLst/>
                <a:cxnLst/>
                <a:rect l="l" t="t" r="r" b="b"/>
                <a:pathLst>
                  <a:path w="1471" h="1275" extrusionOk="0">
                    <a:moveTo>
                      <a:pt x="836" y="1"/>
                    </a:moveTo>
                    <a:cubicBezTo>
                      <a:pt x="285" y="1"/>
                      <a:pt x="1" y="686"/>
                      <a:pt x="402" y="1087"/>
                    </a:cubicBezTo>
                    <a:cubicBezTo>
                      <a:pt x="526" y="1216"/>
                      <a:pt x="682" y="1274"/>
                      <a:pt x="835" y="1274"/>
                    </a:cubicBezTo>
                    <a:cubicBezTo>
                      <a:pt x="1157" y="1274"/>
                      <a:pt x="1471" y="1020"/>
                      <a:pt x="1471" y="636"/>
                    </a:cubicBezTo>
                    <a:cubicBezTo>
                      <a:pt x="1471" y="285"/>
                      <a:pt x="1187" y="1"/>
                      <a:pt x="8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9" name="Google Shape;979;p54"/>
            <p:cNvGrpSpPr/>
            <p:nvPr/>
          </p:nvGrpSpPr>
          <p:grpSpPr>
            <a:xfrm>
              <a:off x="3578129" y="1362155"/>
              <a:ext cx="785642" cy="756408"/>
              <a:chOff x="3578129" y="1362155"/>
              <a:chExt cx="785642" cy="756408"/>
            </a:xfrm>
          </p:grpSpPr>
          <p:grpSp>
            <p:nvGrpSpPr>
              <p:cNvPr id="980" name="Google Shape;980;p54"/>
              <p:cNvGrpSpPr/>
              <p:nvPr/>
            </p:nvGrpSpPr>
            <p:grpSpPr>
              <a:xfrm>
                <a:off x="3578129" y="1362155"/>
                <a:ext cx="785642" cy="756408"/>
                <a:chOff x="3578129" y="1362155"/>
                <a:chExt cx="785642" cy="756408"/>
              </a:xfrm>
            </p:grpSpPr>
            <p:sp>
              <p:nvSpPr>
                <p:cNvPr id="981" name="Google Shape;981;p54"/>
                <p:cNvSpPr/>
                <p:nvPr/>
              </p:nvSpPr>
              <p:spPr>
                <a:xfrm>
                  <a:off x="3578129" y="1362155"/>
                  <a:ext cx="785642" cy="756408"/>
                </a:xfrm>
                <a:custGeom>
                  <a:avLst/>
                  <a:gdLst/>
                  <a:ahLst/>
                  <a:cxnLst/>
                  <a:rect l="l" t="t" r="r" b="b"/>
                  <a:pathLst>
                    <a:path w="24513" h="23588" extrusionOk="0">
                      <a:moveTo>
                        <a:pt x="12716" y="1"/>
                      </a:moveTo>
                      <a:cubicBezTo>
                        <a:pt x="7937" y="1"/>
                        <a:pt x="3643" y="2875"/>
                        <a:pt x="1822" y="7286"/>
                      </a:cubicBezTo>
                      <a:cubicBezTo>
                        <a:pt x="1" y="11697"/>
                        <a:pt x="1003" y="16760"/>
                        <a:pt x="4378" y="20135"/>
                      </a:cubicBezTo>
                      <a:cubicBezTo>
                        <a:pt x="6635" y="22392"/>
                        <a:pt x="9647" y="23588"/>
                        <a:pt x="12714" y="23588"/>
                      </a:cubicBezTo>
                      <a:cubicBezTo>
                        <a:pt x="14233" y="23588"/>
                        <a:pt x="15766" y="23294"/>
                        <a:pt x="17227" y="22691"/>
                      </a:cubicBezTo>
                      <a:cubicBezTo>
                        <a:pt x="21638" y="20870"/>
                        <a:pt x="24512" y="16576"/>
                        <a:pt x="24512" y="11797"/>
                      </a:cubicBezTo>
                      <a:cubicBezTo>
                        <a:pt x="24512" y="5281"/>
                        <a:pt x="19232" y="1"/>
                        <a:pt x="127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54"/>
                <p:cNvSpPr/>
                <p:nvPr/>
              </p:nvSpPr>
              <p:spPr>
                <a:xfrm>
                  <a:off x="3647229" y="1426450"/>
                  <a:ext cx="652282" cy="627914"/>
                </a:xfrm>
                <a:custGeom>
                  <a:avLst/>
                  <a:gdLst/>
                  <a:ahLst/>
                  <a:cxnLst/>
                  <a:rect l="l" t="t" r="r" b="b"/>
                  <a:pathLst>
                    <a:path w="20352" h="19581" extrusionOk="0">
                      <a:moveTo>
                        <a:pt x="10560" y="1"/>
                      </a:moveTo>
                      <a:cubicBezTo>
                        <a:pt x="6600" y="1"/>
                        <a:pt x="3024" y="2390"/>
                        <a:pt x="1521" y="6049"/>
                      </a:cubicBezTo>
                      <a:cubicBezTo>
                        <a:pt x="0" y="9709"/>
                        <a:pt x="836" y="13919"/>
                        <a:pt x="3643" y="16710"/>
                      </a:cubicBezTo>
                      <a:cubicBezTo>
                        <a:pt x="5507" y="18586"/>
                        <a:pt x="8007" y="19581"/>
                        <a:pt x="10552" y="19581"/>
                      </a:cubicBezTo>
                      <a:cubicBezTo>
                        <a:pt x="11815" y="19581"/>
                        <a:pt x="13089" y="19336"/>
                        <a:pt x="14303" y="18831"/>
                      </a:cubicBezTo>
                      <a:cubicBezTo>
                        <a:pt x="17962" y="17328"/>
                        <a:pt x="20351" y="13752"/>
                        <a:pt x="20351" y="9792"/>
                      </a:cubicBezTo>
                      <a:cubicBezTo>
                        <a:pt x="20351" y="4395"/>
                        <a:pt x="15957" y="1"/>
                        <a:pt x="105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54"/>
                <p:cNvSpPr/>
                <p:nvPr/>
              </p:nvSpPr>
              <p:spPr>
                <a:xfrm>
                  <a:off x="3647229" y="1426450"/>
                  <a:ext cx="652282" cy="627914"/>
                </a:xfrm>
                <a:custGeom>
                  <a:avLst/>
                  <a:gdLst/>
                  <a:ahLst/>
                  <a:cxnLst/>
                  <a:rect l="l" t="t" r="r" b="b"/>
                  <a:pathLst>
                    <a:path w="20352" h="19581" extrusionOk="0">
                      <a:moveTo>
                        <a:pt x="10560" y="1"/>
                      </a:moveTo>
                      <a:cubicBezTo>
                        <a:pt x="6600" y="1"/>
                        <a:pt x="3024" y="2390"/>
                        <a:pt x="1521" y="6049"/>
                      </a:cubicBezTo>
                      <a:cubicBezTo>
                        <a:pt x="0" y="9709"/>
                        <a:pt x="836" y="13919"/>
                        <a:pt x="3643" y="16710"/>
                      </a:cubicBezTo>
                      <a:cubicBezTo>
                        <a:pt x="5507" y="18586"/>
                        <a:pt x="8007" y="19581"/>
                        <a:pt x="10552" y="19581"/>
                      </a:cubicBezTo>
                      <a:cubicBezTo>
                        <a:pt x="11815" y="19581"/>
                        <a:pt x="13089" y="19336"/>
                        <a:pt x="14303" y="18831"/>
                      </a:cubicBezTo>
                      <a:cubicBezTo>
                        <a:pt x="17962" y="17328"/>
                        <a:pt x="20351" y="13752"/>
                        <a:pt x="20351" y="9792"/>
                      </a:cubicBezTo>
                      <a:cubicBezTo>
                        <a:pt x="20351" y="4395"/>
                        <a:pt x="15957" y="1"/>
                        <a:pt x="10560" y="1"/>
                      </a:cubicBezTo>
                      <a:close/>
                    </a:path>
                  </a:pathLst>
                </a:custGeom>
                <a:solidFill>
                  <a:srgbClr val="FFFFFF">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54"/>
                <p:cNvSpPr/>
                <p:nvPr/>
              </p:nvSpPr>
              <p:spPr>
                <a:xfrm>
                  <a:off x="3806261" y="1533075"/>
                  <a:ext cx="152654" cy="130771"/>
                </a:xfrm>
                <a:custGeom>
                  <a:avLst/>
                  <a:gdLst/>
                  <a:ahLst/>
                  <a:cxnLst/>
                  <a:rect l="l" t="t" r="r" b="b"/>
                  <a:pathLst>
                    <a:path w="4763" h="4078" extrusionOk="0">
                      <a:moveTo>
                        <a:pt x="2724" y="1"/>
                      </a:moveTo>
                      <a:cubicBezTo>
                        <a:pt x="920" y="1"/>
                        <a:pt x="1" y="2190"/>
                        <a:pt x="1287" y="3476"/>
                      </a:cubicBezTo>
                      <a:cubicBezTo>
                        <a:pt x="1702" y="3892"/>
                        <a:pt x="2212" y="4077"/>
                        <a:pt x="2711" y="4077"/>
                      </a:cubicBezTo>
                      <a:cubicBezTo>
                        <a:pt x="3759" y="4077"/>
                        <a:pt x="4762" y="3261"/>
                        <a:pt x="4762" y="2039"/>
                      </a:cubicBezTo>
                      <a:cubicBezTo>
                        <a:pt x="4762" y="903"/>
                        <a:pt x="3860" y="1"/>
                        <a:pt x="27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54"/>
                <p:cNvSpPr/>
                <p:nvPr/>
              </p:nvSpPr>
              <p:spPr>
                <a:xfrm>
                  <a:off x="3735591" y="1858302"/>
                  <a:ext cx="76600" cy="65257"/>
                </a:xfrm>
                <a:custGeom>
                  <a:avLst/>
                  <a:gdLst/>
                  <a:ahLst/>
                  <a:cxnLst/>
                  <a:rect l="l" t="t" r="r" b="b"/>
                  <a:pathLst>
                    <a:path w="2390" h="2035" extrusionOk="0">
                      <a:moveTo>
                        <a:pt x="1370" y="0"/>
                      </a:moveTo>
                      <a:cubicBezTo>
                        <a:pt x="451" y="0"/>
                        <a:pt x="0" y="1086"/>
                        <a:pt x="652" y="1738"/>
                      </a:cubicBezTo>
                      <a:cubicBezTo>
                        <a:pt x="857" y="1943"/>
                        <a:pt x="1110" y="2035"/>
                        <a:pt x="1360" y="2035"/>
                      </a:cubicBezTo>
                      <a:cubicBezTo>
                        <a:pt x="1884" y="2035"/>
                        <a:pt x="2389" y="1631"/>
                        <a:pt x="2389" y="1020"/>
                      </a:cubicBezTo>
                      <a:cubicBezTo>
                        <a:pt x="2389" y="451"/>
                        <a:pt x="1921" y="0"/>
                        <a:pt x="13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54"/>
                <p:cNvSpPr/>
                <p:nvPr/>
              </p:nvSpPr>
              <p:spPr>
                <a:xfrm>
                  <a:off x="3850715" y="1715795"/>
                  <a:ext cx="190665" cy="163416"/>
                </a:xfrm>
                <a:custGeom>
                  <a:avLst/>
                  <a:gdLst/>
                  <a:ahLst/>
                  <a:cxnLst/>
                  <a:rect l="l" t="t" r="r" b="b"/>
                  <a:pathLst>
                    <a:path w="5949" h="5096" extrusionOk="0">
                      <a:moveTo>
                        <a:pt x="3409" y="1"/>
                      </a:moveTo>
                      <a:cubicBezTo>
                        <a:pt x="1137" y="1"/>
                        <a:pt x="0" y="2741"/>
                        <a:pt x="1604" y="4345"/>
                      </a:cubicBezTo>
                      <a:cubicBezTo>
                        <a:pt x="2123" y="4863"/>
                        <a:pt x="2760" y="5095"/>
                        <a:pt x="3385" y="5095"/>
                      </a:cubicBezTo>
                      <a:cubicBezTo>
                        <a:pt x="4694" y="5095"/>
                        <a:pt x="5949" y="4078"/>
                        <a:pt x="5949" y="2540"/>
                      </a:cubicBezTo>
                      <a:cubicBezTo>
                        <a:pt x="5949" y="1137"/>
                        <a:pt x="4812" y="1"/>
                        <a:pt x="34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54"/>
                <p:cNvSpPr/>
                <p:nvPr/>
              </p:nvSpPr>
              <p:spPr>
                <a:xfrm>
                  <a:off x="4035451" y="1659549"/>
                  <a:ext cx="79292" cy="68368"/>
                </a:xfrm>
                <a:custGeom>
                  <a:avLst/>
                  <a:gdLst/>
                  <a:ahLst/>
                  <a:cxnLst/>
                  <a:rect l="l" t="t" r="r" b="b"/>
                  <a:pathLst>
                    <a:path w="2474" h="2132" extrusionOk="0">
                      <a:moveTo>
                        <a:pt x="1421" y="0"/>
                      </a:moveTo>
                      <a:cubicBezTo>
                        <a:pt x="469" y="0"/>
                        <a:pt x="1" y="1153"/>
                        <a:pt x="669" y="1821"/>
                      </a:cubicBezTo>
                      <a:cubicBezTo>
                        <a:pt x="884" y="2036"/>
                        <a:pt x="1147" y="2132"/>
                        <a:pt x="1405" y="2132"/>
                      </a:cubicBezTo>
                      <a:cubicBezTo>
                        <a:pt x="1950" y="2132"/>
                        <a:pt x="2474" y="1705"/>
                        <a:pt x="2474" y="1070"/>
                      </a:cubicBezTo>
                      <a:cubicBezTo>
                        <a:pt x="2474" y="485"/>
                        <a:pt x="2006" y="0"/>
                        <a:pt x="14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54"/>
                <p:cNvSpPr/>
                <p:nvPr/>
              </p:nvSpPr>
              <p:spPr>
                <a:xfrm>
                  <a:off x="4098109" y="1796702"/>
                  <a:ext cx="108201" cy="92900"/>
                </a:xfrm>
                <a:custGeom>
                  <a:avLst/>
                  <a:gdLst/>
                  <a:ahLst/>
                  <a:cxnLst/>
                  <a:rect l="l" t="t" r="r" b="b"/>
                  <a:pathLst>
                    <a:path w="3376" h="2897" extrusionOk="0">
                      <a:moveTo>
                        <a:pt x="1922" y="1"/>
                      </a:moveTo>
                      <a:cubicBezTo>
                        <a:pt x="636" y="1"/>
                        <a:pt x="1" y="1554"/>
                        <a:pt x="903" y="2473"/>
                      </a:cubicBezTo>
                      <a:cubicBezTo>
                        <a:pt x="1200" y="2765"/>
                        <a:pt x="1564" y="2896"/>
                        <a:pt x="1921" y="2896"/>
                      </a:cubicBezTo>
                      <a:cubicBezTo>
                        <a:pt x="2665" y="2896"/>
                        <a:pt x="3376" y="2324"/>
                        <a:pt x="3376" y="1454"/>
                      </a:cubicBezTo>
                      <a:cubicBezTo>
                        <a:pt x="3359" y="652"/>
                        <a:pt x="2724" y="1"/>
                        <a:pt x="19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54"/>
                <p:cNvSpPr/>
                <p:nvPr/>
              </p:nvSpPr>
              <p:spPr>
                <a:xfrm>
                  <a:off x="3730751" y="1811164"/>
                  <a:ext cx="117688" cy="101077"/>
                </a:xfrm>
                <a:custGeom>
                  <a:avLst/>
                  <a:gdLst/>
                  <a:ahLst/>
                  <a:cxnLst/>
                  <a:rect l="l" t="t" r="r" b="b"/>
                  <a:pathLst>
                    <a:path w="3672" h="3152" extrusionOk="0">
                      <a:moveTo>
                        <a:pt x="2106" y="1"/>
                      </a:moveTo>
                      <a:cubicBezTo>
                        <a:pt x="702" y="1"/>
                        <a:pt x="1" y="1705"/>
                        <a:pt x="986" y="2691"/>
                      </a:cubicBezTo>
                      <a:cubicBezTo>
                        <a:pt x="1304" y="3009"/>
                        <a:pt x="1697" y="3151"/>
                        <a:pt x="2082" y="3151"/>
                      </a:cubicBezTo>
                      <a:cubicBezTo>
                        <a:pt x="2892" y="3151"/>
                        <a:pt x="3671" y="2522"/>
                        <a:pt x="3660" y="1571"/>
                      </a:cubicBezTo>
                      <a:cubicBezTo>
                        <a:pt x="3660" y="719"/>
                        <a:pt x="2958" y="1"/>
                        <a:pt x="21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54"/>
                <p:cNvSpPr/>
                <p:nvPr/>
              </p:nvSpPr>
              <p:spPr>
                <a:xfrm>
                  <a:off x="4193970" y="1692771"/>
                  <a:ext cx="57337" cy="49031"/>
                </a:xfrm>
                <a:custGeom>
                  <a:avLst/>
                  <a:gdLst/>
                  <a:ahLst/>
                  <a:cxnLst/>
                  <a:rect l="l" t="t" r="r" b="b"/>
                  <a:pathLst>
                    <a:path w="1789" h="1529" extrusionOk="0">
                      <a:moveTo>
                        <a:pt x="1020" y="0"/>
                      </a:moveTo>
                      <a:cubicBezTo>
                        <a:pt x="335" y="0"/>
                        <a:pt x="1" y="819"/>
                        <a:pt x="485" y="1303"/>
                      </a:cubicBezTo>
                      <a:cubicBezTo>
                        <a:pt x="641" y="1459"/>
                        <a:pt x="830" y="1528"/>
                        <a:pt x="1017" y="1528"/>
                      </a:cubicBezTo>
                      <a:cubicBezTo>
                        <a:pt x="1411" y="1528"/>
                        <a:pt x="1788" y="1217"/>
                        <a:pt x="1788" y="752"/>
                      </a:cubicBezTo>
                      <a:cubicBezTo>
                        <a:pt x="1788" y="334"/>
                        <a:pt x="1437" y="0"/>
                        <a:pt x="10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54"/>
                <p:cNvSpPr/>
                <p:nvPr/>
              </p:nvSpPr>
              <p:spPr>
                <a:xfrm>
                  <a:off x="3952986" y="1483787"/>
                  <a:ext cx="57337" cy="49192"/>
                </a:xfrm>
                <a:custGeom>
                  <a:avLst/>
                  <a:gdLst/>
                  <a:ahLst/>
                  <a:cxnLst/>
                  <a:rect l="l" t="t" r="r" b="b"/>
                  <a:pathLst>
                    <a:path w="1789" h="1534" extrusionOk="0">
                      <a:moveTo>
                        <a:pt x="1020" y="1"/>
                      </a:moveTo>
                      <a:cubicBezTo>
                        <a:pt x="335" y="1"/>
                        <a:pt x="1" y="836"/>
                        <a:pt x="485" y="1304"/>
                      </a:cubicBezTo>
                      <a:cubicBezTo>
                        <a:pt x="638" y="1462"/>
                        <a:pt x="830" y="1533"/>
                        <a:pt x="1019" y="1533"/>
                      </a:cubicBezTo>
                      <a:cubicBezTo>
                        <a:pt x="1409" y="1533"/>
                        <a:pt x="1789" y="1231"/>
                        <a:pt x="1789" y="769"/>
                      </a:cubicBezTo>
                      <a:cubicBezTo>
                        <a:pt x="1789" y="352"/>
                        <a:pt x="1438" y="1"/>
                        <a:pt x="10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54"/>
                <p:cNvSpPr/>
                <p:nvPr/>
              </p:nvSpPr>
              <p:spPr>
                <a:xfrm>
                  <a:off x="4016734" y="1908136"/>
                  <a:ext cx="88907" cy="76449"/>
                </a:xfrm>
                <a:custGeom>
                  <a:avLst/>
                  <a:gdLst/>
                  <a:ahLst/>
                  <a:cxnLst/>
                  <a:rect l="l" t="t" r="r" b="b"/>
                  <a:pathLst>
                    <a:path w="2774" h="2384" extrusionOk="0">
                      <a:moveTo>
                        <a:pt x="1587" y="1"/>
                      </a:moveTo>
                      <a:cubicBezTo>
                        <a:pt x="535" y="1"/>
                        <a:pt x="0" y="1287"/>
                        <a:pt x="752" y="2039"/>
                      </a:cubicBezTo>
                      <a:cubicBezTo>
                        <a:pt x="994" y="2276"/>
                        <a:pt x="1291" y="2383"/>
                        <a:pt x="1581" y="2383"/>
                      </a:cubicBezTo>
                      <a:cubicBezTo>
                        <a:pt x="2191" y="2383"/>
                        <a:pt x="2774" y="1912"/>
                        <a:pt x="2774" y="1187"/>
                      </a:cubicBezTo>
                      <a:cubicBezTo>
                        <a:pt x="2774" y="536"/>
                        <a:pt x="2239" y="1"/>
                        <a:pt x="15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54"/>
                <p:cNvSpPr/>
                <p:nvPr/>
              </p:nvSpPr>
              <p:spPr>
                <a:xfrm>
                  <a:off x="3885521" y="1935490"/>
                  <a:ext cx="57337" cy="49159"/>
                </a:xfrm>
                <a:custGeom>
                  <a:avLst/>
                  <a:gdLst/>
                  <a:ahLst/>
                  <a:cxnLst/>
                  <a:rect l="l" t="t" r="r" b="b"/>
                  <a:pathLst>
                    <a:path w="1789" h="1533" extrusionOk="0">
                      <a:moveTo>
                        <a:pt x="1020" y="0"/>
                      </a:moveTo>
                      <a:cubicBezTo>
                        <a:pt x="335" y="0"/>
                        <a:pt x="0" y="819"/>
                        <a:pt x="485" y="1303"/>
                      </a:cubicBezTo>
                      <a:cubicBezTo>
                        <a:pt x="643" y="1461"/>
                        <a:pt x="837" y="1532"/>
                        <a:pt x="1026" y="1532"/>
                      </a:cubicBezTo>
                      <a:cubicBezTo>
                        <a:pt x="1417" y="1532"/>
                        <a:pt x="1788" y="1230"/>
                        <a:pt x="1788" y="769"/>
                      </a:cubicBezTo>
                      <a:cubicBezTo>
                        <a:pt x="1788" y="351"/>
                        <a:pt x="1437" y="0"/>
                        <a:pt x="10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4" name="Google Shape;994;p54"/>
              <p:cNvSpPr/>
              <p:nvPr/>
            </p:nvSpPr>
            <p:spPr>
              <a:xfrm>
                <a:off x="4049905" y="1519703"/>
                <a:ext cx="126950" cy="108805"/>
              </a:xfrm>
              <a:custGeom>
                <a:avLst/>
                <a:gdLst/>
                <a:ahLst/>
                <a:cxnLst/>
                <a:rect l="l" t="t" r="r" b="b"/>
                <a:pathLst>
                  <a:path w="3961" h="3393" extrusionOk="0">
                    <a:moveTo>
                      <a:pt x="2273" y="0"/>
                    </a:moveTo>
                    <a:cubicBezTo>
                      <a:pt x="753" y="0"/>
                      <a:pt x="1" y="1821"/>
                      <a:pt x="1070" y="2891"/>
                    </a:cubicBezTo>
                    <a:cubicBezTo>
                      <a:pt x="1417" y="3237"/>
                      <a:pt x="1842" y="3392"/>
                      <a:pt x="2259" y="3392"/>
                    </a:cubicBezTo>
                    <a:cubicBezTo>
                      <a:pt x="3128" y="3392"/>
                      <a:pt x="3961" y="2716"/>
                      <a:pt x="3961" y="1688"/>
                    </a:cubicBezTo>
                    <a:cubicBezTo>
                      <a:pt x="3961" y="752"/>
                      <a:pt x="3209" y="0"/>
                      <a:pt x="22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5" name="Google Shape;995;p54"/>
            <p:cNvGrpSpPr/>
            <p:nvPr/>
          </p:nvGrpSpPr>
          <p:grpSpPr>
            <a:xfrm>
              <a:off x="4369604" y="1772042"/>
              <a:ext cx="718689" cy="691920"/>
              <a:chOff x="4369604" y="1772042"/>
              <a:chExt cx="718689" cy="691920"/>
            </a:xfrm>
          </p:grpSpPr>
          <p:sp>
            <p:nvSpPr>
              <p:cNvPr id="996" name="Google Shape;996;p54"/>
              <p:cNvSpPr/>
              <p:nvPr/>
            </p:nvSpPr>
            <p:spPr>
              <a:xfrm>
                <a:off x="4369604" y="1772042"/>
                <a:ext cx="718689" cy="691920"/>
              </a:xfrm>
              <a:custGeom>
                <a:avLst/>
                <a:gdLst/>
                <a:ahLst/>
                <a:cxnLst/>
                <a:rect l="l" t="t" r="r" b="b"/>
                <a:pathLst>
                  <a:path w="22424" h="21577" extrusionOk="0">
                    <a:moveTo>
                      <a:pt x="11647" y="1"/>
                    </a:moveTo>
                    <a:cubicBezTo>
                      <a:pt x="7269" y="1"/>
                      <a:pt x="3343" y="2624"/>
                      <a:pt x="1672" y="6651"/>
                    </a:cubicBezTo>
                    <a:cubicBezTo>
                      <a:pt x="1" y="10694"/>
                      <a:pt x="920" y="15323"/>
                      <a:pt x="4011" y="18414"/>
                    </a:cubicBezTo>
                    <a:cubicBezTo>
                      <a:pt x="6078" y="20480"/>
                      <a:pt x="8831" y="21576"/>
                      <a:pt x="11638" y="21576"/>
                    </a:cubicBezTo>
                    <a:cubicBezTo>
                      <a:pt x="13029" y="21576"/>
                      <a:pt x="14434" y="21307"/>
                      <a:pt x="15774" y="20753"/>
                    </a:cubicBezTo>
                    <a:cubicBezTo>
                      <a:pt x="19801" y="19082"/>
                      <a:pt x="22424" y="15156"/>
                      <a:pt x="22424" y="10778"/>
                    </a:cubicBezTo>
                    <a:cubicBezTo>
                      <a:pt x="22424" y="4830"/>
                      <a:pt x="17595" y="1"/>
                      <a:pt x="116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54"/>
              <p:cNvSpPr/>
              <p:nvPr/>
            </p:nvSpPr>
            <p:spPr>
              <a:xfrm>
                <a:off x="4428512" y="1826172"/>
                <a:ext cx="605713" cy="583212"/>
              </a:xfrm>
              <a:custGeom>
                <a:avLst/>
                <a:gdLst/>
                <a:ahLst/>
                <a:cxnLst/>
                <a:rect l="l" t="t" r="r" b="b"/>
                <a:pathLst>
                  <a:path w="18899" h="18187" extrusionOk="0">
                    <a:moveTo>
                      <a:pt x="9809" y="1"/>
                    </a:moveTo>
                    <a:cubicBezTo>
                      <a:pt x="6116" y="1"/>
                      <a:pt x="2808" y="2223"/>
                      <a:pt x="1404" y="5615"/>
                    </a:cubicBezTo>
                    <a:cubicBezTo>
                      <a:pt x="1" y="9023"/>
                      <a:pt x="769" y="12933"/>
                      <a:pt x="3376" y="15523"/>
                    </a:cubicBezTo>
                    <a:cubicBezTo>
                      <a:pt x="5107" y="17265"/>
                      <a:pt x="7428" y="18186"/>
                      <a:pt x="9795" y="18186"/>
                    </a:cubicBezTo>
                    <a:cubicBezTo>
                      <a:pt x="10969" y="18186"/>
                      <a:pt x="12154" y="17960"/>
                      <a:pt x="13284" y="17494"/>
                    </a:cubicBezTo>
                    <a:cubicBezTo>
                      <a:pt x="16676" y="16091"/>
                      <a:pt x="18898" y="12766"/>
                      <a:pt x="18898" y="9090"/>
                    </a:cubicBezTo>
                    <a:cubicBezTo>
                      <a:pt x="18898" y="4077"/>
                      <a:pt x="14821" y="1"/>
                      <a:pt x="98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54"/>
              <p:cNvSpPr/>
              <p:nvPr/>
            </p:nvSpPr>
            <p:spPr>
              <a:xfrm>
                <a:off x="4428512" y="1826172"/>
                <a:ext cx="605713" cy="583212"/>
              </a:xfrm>
              <a:custGeom>
                <a:avLst/>
                <a:gdLst/>
                <a:ahLst/>
                <a:cxnLst/>
                <a:rect l="l" t="t" r="r" b="b"/>
                <a:pathLst>
                  <a:path w="18899" h="18187" extrusionOk="0">
                    <a:moveTo>
                      <a:pt x="9809" y="1"/>
                    </a:moveTo>
                    <a:cubicBezTo>
                      <a:pt x="6116" y="1"/>
                      <a:pt x="2808" y="2223"/>
                      <a:pt x="1404" y="5615"/>
                    </a:cubicBezTo>
                    <a:cubicBezTo>
                      <a:pt x="1" y="9023"/>
                      <a:pt x="769" y="12933"/>
                      <a:pt x="3376" y="15523"/>
                    </a:cubicBezTo>
                    <a:cubicBezTo>
                      <a:pt x="5107" y="17265"/>
                      <a:pt x="7428" y="18186"/>
                      <a:pt x="9795" y="18186"/>
                    </a:cubicBezTo>
                    <a:cubicBezTo>
                      <a:pt x="10969" y="18186"/>
                      <a:pt x="12154" y="17960"/>
                      <a:pt x="13284" y="17494"/>
                    </a:cubicBezTo>
                    <a:cubicBezTo>
                      <a:pt x="16676" y="16091"/>
                      <a:pt x="18898" y="12766"/>
                      <a:pt x="18898" y="9090"/>
                    </a:cubicBezTo>
                    <a:cubicBezTo>
                      <a:pt x="18898" y="4077"/>
                      <a:pt x="14821" y="1"/>
                      <a:pt x="9809" y="1"/>
                    </a:cubicBezTo>
                    <a:close/>
                  </a:path>
                </a:pathLst>
              </a:custGeom>
              <a:solidFill>
                <a:srgbClr val="FFFFFF">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54"/>
              <p:cNvSpPr/>
              <p:nvPr/>
            </p:nvSpPr>
            <p:spPr>
              <a:xfrm>
                <a:off x="4641132" y="1942448"/>
                <a:ext cx="158007" cy="140392"/>
              </a:xfrm>
              <a:custGeom>
                <a:avLst/>
                <a:gdLst/>
                <a:ahLst/>
                <a:cxnLst/>
                <a:rect l="l" t="t" r="r" b="b"/>
                <a:pathLst>
                  <a:path w="4930" h="4378" extrusionOk="0">
                    <a:moveTo>
                      <a:pt x="4411" y="0"/>
                    </a:moveTo>
                    <a:cubicBezTo>
                      <a:pt x="3359" y="0"/>
                      <a:pt x="2640" y="451"/>
                      <a:pt x="2306" y="1454"/>
                    </a:cubicBezTo>
                    <a:cubicBezTo>
                      <a:pt x="1938" y="2573"/>
                      <a:pt x="1989" y="3576"/>
                      <a:pt x="501" y="3576"/>
                    </a:cubicBezTo>
                    <a:cubicBezTo>
                      <a:pt x="0" y="3593"/>
                      <a:pt x="0" y="4361"/>
                      <a:pt x="501" y="4378"/>
                    </a:cubicBezTo>
                    <a:cubicBezTo>
                      <a:pt x="1588" y="4378"/>
                      <a:pt x="2373" y="3960"/>
                      <a:pt x="2740" y="2924"/>
                    </a:cubicBezTo>
                    <a:cubicBezTo>
                      <a:pt x="3108" y="1872"/>
                      <a:pt x="2991" y="786"/>
                      <a:pt x="4411" y="786"/>
                    </a:cubicBezTo>
                    <a:cubicBezTo>
                      <a:pt x="4929" y="769"/>
                      <a:pt x="4929" y="17"/>
                      <a:pt x="44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54"/>
              <p:cNvSpPr/>
              <p:nvPr/>
            </p:nvSpPr>
            <p:spPr>
              <a:xfrm>
                <a:off x="4808561" y="2035669"/>
                <a:ext cx="101951" cy="140808"/>
              </a:xfrm>
              <a:custGeom>
                <a:avLst/>
                <a:gdLst/>
                <a:ahLst/>
                <a:cxnLst/>
                <a:rect l="l" t="t" r="r" b="b"/>
                <a:pathLst>
                  <a:path w="3181" h="4391" extrusionOk="0">
                    <a:moveTo>
                      <a:pt x="566" y="1"/>
                    </a:moveTo>
                    <a:cubicBezTo>
                      <a:pt x="215" y="1"/>
                      <a:pt x="1" y="508"/>
                      <a:pt x="357" y="736"/>
                    </a:cubicBezTo>
                    <a:cubicBezTo>
                      <a:pt x="1376" y="1337"/>
                      <a:pt x="3114" y="2841"/>
                      <a:pt x="1276" y="3593"/>
                    </a:cubicBezTo>
                    <a:cubicBezTo>
                      <a:pt x="873" y="3772"/>
                      <a:pt x="990" y="4390"/>
                      <a:pt x="1352" y="4390"/>
                    </a:cubicBezTo>
                    <a:cubicBezTo>
                      <a:pt x="1396" y="4390"/>
                      <a:pt x="1443" y="4381"/>
                      <a:pt x="1493" y="4361"/>
                    </a:cubicBezTo>
                    <a:cubicBezTo>
                      <a:pt x="2429" y="3977"/>
                      <a:pt x="3181" y="3292"/>
                      <a:pt x="2830" y="2206"/>
                    </a:cubicBezTo>
                    <a:cubicBezTo>
                      <a:pt x="2529" y="1270"/>
                      <a:pt x="1577" y="535"/>
                      <a:pt x="758" y="51"/>
                    </a:cubicBezTo>
                    <a:cubicBezTo>
                      <a:pt x="691" y="16"/>
                      <a:pt x="626" y="1"/>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54"/>
              <p:cNvSpPr/>
              <p:nvPr/>
            </p:nvSpPr>
            <p:spPr>
              <a:xfrm>
                <a:off x="4505400" y="1978108"/>
                <a:ext cx="194736" cy="80906"/>
              </a:xfrm>
              <a:custGeom>
                <a:avLst/>
                <a:gdLst/>
                <a:ahLst/>
                <a:cxnLst/>
                <a:rect l="l" t="t" r="r" b="b"/>
                <a:pathLst>
                  <a:path w="6076" h="2523" extrusionOk="0">
                    <a:moveTo>
                      <a:pt x="4381" y="0"/>
                    </a:moveTo>
                    <a:cubicBezTo>
                      <a:pt x="4002" y="0"/>
                      <a:pt x="3623" y="98"/>
                      <a:pt x="3233" y="309"/>
                    </a:cubicBezTo>
                    <a:cubicBezTo>
                      <a:pt x="2473" y="712"/>
                      <a:pt x="1828" y="1748"/>
                      <a:pt x="898" y="1748"/>
                    </a:cubicBezTo>
                    <a:cubicBezTo>
                      <a:pt x="826" y="1748"/>
                      <a:pt x="752" y="1742"/>
                      <a:pt x="676" y="1729"/>
                    </a:cubicBezTo>
                    <a:cubicBezTo>
                      <a:pt x="651" y="1724"/>
                      <a:pt x="627" y="1722"/>
                      <a:pt x="604" y="1722"/>
                    </a:cubicBezTo>
                    <a:cubicBezTo>
                      <a:pt x="171" y="1722"/>
                      <a:pt x="0" y="2418"/>
                      <a:pt x="476" y="2497"/>
                    </a:cubicBezTo>
                    <a:cubicBezTo>
                      <a:pt x="583" y="2515"/>
                      <a:pt x="686" y="2523"/>
                      <a:pt x="788" y="2523"/>
                    </a:cubicBezTo>
                    <a:cubicBezTo>
                      <a:pt x="2250" y="2523"/>
                      <a:pt x="3144" y="824"/>
                      <a:pt x="4461" y="824"/>
                    </a:cubicBezTo>
                    <a:cubicBezTo>
                      <a:pt x="4718" y="824"/>
                      <a:pt x="4991" y="889"/>
                      <a:pt x="5288" y="1044"/>
                    </a:cubicBezTo>
                    <a:cubicBezTo>
                      <a:pt x="5352" y="1077"/>
                      <a:pt x="5415" y="1092"/>
                      <a:pt x="5475" y="1092"/>
                    </a:cubicBezTo>
                    <a:cubicBezTo>
                      <a:pt x="5836" y="1092"/>
                      <a:pt x="6076" y="559"/>
                      <a:pt x="5689" y="359"/>
                    </a:cubicBezTo>
                    <a:cubicBezTo>
                      <a:pt x="5244" y="127"/>
                      <a:pt x="4813" y="0"/>
                      <a:pt x="43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54"/>
              <p:cNvSpPr/>
              <p:nvPr/>
            </p:nvSpPr>
            <p:spPr>
              <a:xfrm>
                <a:off x="4569885" y="2065940"/>
                <a:ext cx="86279" cy="180059"/>
              </a:xfrm>
              <a:custGeom>
                <a:avLst/>
                <a:gdLst/>
                <a:ahLst/>
                <a:cxnLst/>
                <a:rect l="l" t="t" r="r" b="b"/>
                <a:pathLst>
                  <a:path w="2692" h="5615" extrusionOk="0">
                    <a:moveTo>
                      <a:pt x="772" y="1"/>
                    </a:moveTo>
                    <a:cubicBezTo>
                      <a:pt x="573" y="1"/>
                      <a:pt x="360" y="126"/>
                      <a:pt x="335" y="377"/>
                    </a:cubicBezTo>
                    <a:cubicBezTo>
                      <a:pt x="235" y="1296"/>
                      <a:pt x="1" y="2098"/>
                      <a:pt x="352" y="3000"/>
                    </a:cubicBezTo>
                    <a:cubicBezTo>
                      <a:pt x="586" y="3618"/>
                      <a:pt x="2023" y="4320"/>
                      <a:pt x="1722" y="5005"/>
                    </a:cubicBezTo>
                    <a:cubicBezTo>
                      <a:pt x="1585" y="5325"/>
                      <a:pt x="1863" y="5614"/>
                      <a:pt x="2116" y="5614"/>
                    </a:cubicBezTo>
                    <a:cubicBezTo>
                      <a:pt x="2233" y="5614"/>
                      <a:pt x="2344" y="5553"/>
                      <a:pt x="2407" y="5406"/>
                    </a:cubicBezTo>
                    <a:cubicBezTo>
                      <a:pt x="2691" y="4737"/>
                      <a:pt x="2641" y="4220"/>
                      <a:pt x="2090" y="3702"/>
                    </a:cubicBezTo>
                    <a:cubicBezTo>
                      <a:pt x="1638" y="3284"/>
                      <a:pt x="1237" y="3133"/>
                      <a:pt x="1003" y="2499"/>
                    </a:cubicBezTo>
                    <a:cubicBezTo>
                      <a:pt x="753" y="1847"/>
                      <a:pt x="1054" y="1028"/>
                      <a:pt x="1120" y="377"/>
                    </a:cubicBezTo>
                    <a:cubicBezTo>
                      <a:pt x="1154" y="126"/>
                      <a:pt x="970" y="1"/>
                      <a:pt x="7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54"/>
              <p:cNvSpPr/>
              <p:nvPr/>
            </p:nvSpPr>
            <p:spPr>
              <a:xfrm>
                <a:off x="4650747" y="2123502"/>
                <a:ext cx="150763" cy="117752"/>
              </a:xfrm>
              <a:custGeom>
                <a:avLst/>
                <a:gdLst/>
                <a:ahLst/>
                <a:cxnLst/>
                <a:rect l="l" t="t" r="r" b="b"/>
                <a:pathLst>
                  <a:path w="4704" h="3672" extrusionOk="0">
                    <a:moveTo>
                      <a:pt x="534" y="1"/>
                    </a:moveTo>
                    <a:cubicBezTo>
                      <a:pt x="212" y="1"/>
                      <a:pt x="1" y="517"/>
                      <a:pt x="335" y="754"/>
                    </a:cubicBezTo>
                    <a:cubicBezTo>
                      <a:pt x="786" y="1071"/>
                      <a:pt x="1221" y="1088"/>
                      <a:pt x="1739" y="1171"/>
                    </a:cubicBezTo>
                    <a:cubicBezTo>
                      <a:pt x="2424" y="1255"/>
                      <a:pt x="2440" y="2007"/>
                      <a:pt x="2474" y="2541"/>
                    </a:cubicBezTo>
                    <a:cubicBezTo>
                      <a:pt x="2528" y="3381"/>
                      <a:pt x="3043" y="3672"/>
                      <a:pt x="3726" y="3672"/>
                    </a:cubicBezTo>
                    <a:cubicBezTo>
                      <a:pt x="3885" y="3672"/>
                      <a:pt x="4054" y="3656"/>
                      <a:pt x="4228" y="3628"/>
                    </a:cubicBezTo>
                    <a:cubicBezTo>
                      <a:pt x="4704" y="3548"/>
                      <a:pt x="4533" y="2853"/>
                      <a:pt x="4086" y="2853"/>
                    </a:cubicBezTo>
                    <a:cubicBezTo>
                      <a:pt x="4062" y="2853"/>
                      <a:pt x="4037" y="2855"/>
                      <a:pt x="4011" y="2859"/>
                    </a:cubicBezTo>
                    <a:cubicBezTo>
                      <a:pt x="3873" y="2882"/>
                      <a:pt x="3760" y="2895"/>
                      <a:pt x="3668" y="2895"/>
                    </a:cubicBezTo>
                    <a:cubicBezTo>
                      <a:pt x="3360" y="2895"/>
                      <a:pt x="3285" y="2745"/>
                      <a:pt x="3259" y="2308"/>
                    </a:cubicBezTo>
                    <a:cubicBezTo>
                      <a:pt x="3242" y="1957"/>
                      <a:pt x="3176" y="1622"/>
                      <a:pt x="3042" y="1288"/>
                    </a:cubicBezTo>
                    <a:cubicBezTo>
                      <a:pt x="2574" y="202"/>
                      <a:pt x="1538" y="637"/>
                      <a:pt x="736" y="69"/>
                    </a:cubicBezTo>
                    <a:cubicBezTo>
                      <a:pt x="667" y="21"/>
                      <a:pt x="598" y="1"/>
                      <a:pt x="5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54"/>
              <p:cNvSpPr/>
              <p:nvPr/>
            </p:nvSpPr>
            <p:spPr>
              <a:xfrm>
                <a:off x="4841092" y="1968070"/>
                <a:ext cx="163711" cy="126923"/>
              </a:xfrm>
              <a:custGeom>
                <a:avLst/>
                <a:gdLst/>
                <a:ahLst/>
                <a:cxnLst/>
                <a:rect l="l" t="t" r="r" b="b"/>
                <a:pathLst>
                  <a:path w="5108" h="3958" extrusionOk="0">
                    <a:moveTo>
                      <a:pt x="1536" y="0"/>
                    </a:moveTo>
                    <a:cubicBezTo>
                      <a:pt x="942" y="0"/>
                      <a:pt x="515" y="541"/>
                      <a:pt x="211" y="989"/>
                    </a:cubicBezTo>
                    <a:cubicBezTo>
                      <a:pt x="0" y="1270"/>
                      <a:pt x="273" y="1550"/>
                      <a:pt x="552" y="1550"/>
                    </a:cubicBezTo>
                    <a:cubicBezTo>
                      <a:pt x="672" y="1550"/>
                      <a:pt x="794" y="1499"/>
                      <a:pt x="879" y="1373"/>
                    </a:cubicBezTo>
                    <a:cubicBezTo>
                      <a:pt x="1087" y="1099"/>
                      <a:pt x="1296" y="832"/>
                      <a:pt x="1518" y="832"/>
                    </a:cubicBezTo>
                    <a:cubicBezTo>
                      <a:pt x="1635" y="832"/>
                      <a:pt x="1755" y="906"/>
                      <a:pt x="1882" y="1089"/>
                    </a:cubicBezTo>
                    <a:cubicBezTo>
                      <a:pt x="2199" y="1574"/>
                      <a:pt x="2400" y="2142"/>
                      <a:pt x="2633" y="2660"/>
                    </a:cubicBezTo>
                    <a:cubicBezTo>
                      <a:pt x="2924" y="3333"/>
                      <a:pt x="3399" y="3958"/>
                      <a:pt x="3987" y="3958"/>
                    </a:cubicBezTo>
                    <a:cubicBezTo>
                      <a:pt x="4246" y="3958"/>
                      <a:pt x="4526" y="3837"/>
                      <a:pt x="4822" y="3546"/>
                    </a:cubicBezTo>
                    <a:cubicBezTo>
                      <a:pt x="5107" y="3261"/>
                      <a:pt x="4830" y="2865"/>
                      <a:pt x="4527" y="2865"/>
                    </a:cubicBezTo>
                    <a:cubicBezTo>
                      <a:pt x="4440" y="2865"/>
                      <a:pt x="4350" y="2899"/>
                      <a:pt x="4271" y="2977"/>
                    </a:cubicBezTo>
                    <a:cubicBezTo>
                      <a:pt x="4138" y="3105"/>
                      <a:pt x="4033" y="3158"/>
                      <a:pt x="3943" y="3158"/>
                    </a:cubicBezTo>
                    <a:cubicBezTo>
                      <a:pt x="3751" y="3158"/>
                      <a:pt x="3634" y="2912"/>
                      <a:pt x="3486" y="2627"/>
                    </a:cubicBezTo>
                    <a:cubicBezTo>
                      <a:pt x="3185" y="2075"/>
                      <a:pt x="2984" y="1490"/>
                      <a:pt x="2700" y="939"/>
                    </a:cubicBezTo>
                    <a:cubicBezTo>
                      <a:pt x="2483" y="521"/>
                      <a:pt x="2132" y="53"/>
                      <a:pt x="1614" y="3"/>
                    </a:cubicBezTo>
                    <a:cubicBezTo>
                      <a:pt x="1588" y="1"/>
                      <a:pt x="1562" y="0"/>
                      <a:pt x="1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54"/>
              <p:cNvSpPr/>
              <p:nvPr/>
            </p:nvSpPr>
            <p:spPr>
              <a:xfrm>
                <a:off x="4816221" y="2148675"/>
                <a:ext cx="188454" cy="118008"/>
              </a:xfrm>
              <a:custGeom>
                <a:avLst/>
                <a:gdLst/>
                <a:ahLst/>
                <a:cxnLst/>
                <a:rect l="l" t="t" r="r" b="b"/>
                <a:pathLst>
                  <a:path w="5880" h="3680" extrusionOk="0">
                    <a:moveTo>
                      <a:pt x="4357" y="1"/>
                    </a:moveTo>
                    <a:cubicBezTo>
                      <a:pt x="3676" y="1"/>
                      <a:pt x="3065" y="234"/>
                      <a:pt x="2574" y="871"/>
                    </a:cubicBezTo>
                    <a:cubicBezTo>
                      <a:pt x="1931" y="1728"/>
                      <a:pt x="1841" y="2893"/>
                      <a:pt x="557" y="2893"/>
                    </a:cubicBezTo>
                    <a:cubicBezTo>
                      <a:pt x="539" y="2893"/>
                      <a:pt x="521" y="2893"/>
                      <a:pt x="502" y="2893"/>
                    </a:cubicBezTo>
                    <a:cubicBezTo>
                      <a:pt x="497" y="2892"/>
                      <a:pt x="492" y="2892"/>
                      <a:pt x="487" y="2892"/>
                    </a:cubicBezTo>
                    <a:cubicBezTo>
                      <a:pt x="1" y="2892"/>
                      <a:pt x="6" y="3661"/>
                      <a:pt x="502" y="3678"/>
                    </a:cubicBezTo>
                    <a:cubicBezTo>
                      <a:pt x="534" y="3679"/>
                      <a:pt x="566" y="3680"/>
                      <a:pt x="597" y="3680"/>
                    </a:cubicBezTo>
                    <a:cubicBezTo>
                      <a:pt x="1562" y="3680"/>
                      <a:pt x="2188" y="3183"/>
                      <a:pt x="2658" y="2358"/>
                    </a:cubicBezTo>
                    <a:cubicBezTo>
                      <a:pt x="3179" y="1409"/>
                      <a:pt x="3539" y="803"/>
                      <a:pt x="4432" y="803"/>
                    </a:cubicBezTo>
                    <a:cubicBezTo>
                      <a:pt x="4656" y="803"/>
                      <a:pt x="4913" y="841"/>
                      <a:pt x="5214" y="921"/>
                    </a:cubicBezTo>
                    <a:cubicBezTo>
                      <a:pt x="5249" y="929"/>
                      <a:pt x="5282" y="933"/>
                      <a:pt x="5314" y="933"/>
                    </a:cubicBezTo>
                    <a:cubicBezTo>
                      <a:pt x="5726" y="933"/>
                      <a:pt x="5880" y="277"/>
                      <a:pt x="5414" y="152"/>
                    </a:cubicBezTo>
                    <a:cubicBezTo>
                      <a:pt x="5049" y="58"/>
                      <a:pt x="4694" y="1"/>
                      <a:pt x="43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54"/>
              <p:cNvSpPr/>
              <p:nvPr/>
            </p:nvSpPr>
            <p:spPr>
              <a:xfrm>
                <a:off x="4475626" y="2083097"/>
                <a:ext cx="98297" cy="170856"/>
              </a:xfrm>
              <a:custGeom>
                <a:avLst/>
                <a:gdLst/>
                <a:ahLst/>
                <a:cxnLst/>
                <a:rect l="l" t="t" r="r" b="b"/>
                <a:pathLst>
                  <a:path w="3067" h="5328" extrusionOk="0">
                    <a:moveTo>
                      <a:pt x="842" y="1"/>
                    </a:moveTo>
                    <a:cubicBezTo>
                      <a:pt x="522" y="1"/>
                      <a:pt x="308" y="509"/>
                      <a:pt x="653" y="744"/>
                    </a:cubicBezTo>
                    <a:cubicBezTo>
                      <a:pt x="1761" y="1518"/>
                      <a:pt x="0" y="5327"/>
                      <a:pt x="1925" y="5327"/>
                    </a:cubicBezTo>
                    <a:cubicBezTo>
                      <a:pt x="2119" y="5327"/>
                      <a:pt x="2350" y="5289"/>
                      <a:pt x="2624" y="5205"/>
                    </a:cubicBezTo>
                    <a:cubicBezTo>
                      <a:pt x="3066" y="5068"/>
                      <a:pt x="2939" y="4417"/>
                      <a:pt x="2545" y="4417"/>
                    </a:cubicBezTo>
                    <a:cubicBezTo>
                      <a:pt x="2507" y="4417"/>
                      <a:pt x="2467" y="4423"/>
                      <a:pt x="2424" y="4436"/>
                    </a:cubicBezTo>
                    <a:cubicBezTo>
                      <a:pt x="2277" y="4484"/>
                      <a:pt x="2159" y="4508"/>
                      <a:pt x="2065" y="4508"/>
                    </a:cubicBezTo>
                    <a:cubicBezTo>
                      <a:pt x="1793" y="4508"/>
                      <a:pt x="1714" y="4310"/>
                      <a:pt x="1689" y="3902"/>
                    </a:cubicBezTo>
                    <a:cubicBezTo>
                      <a:pt x="1689" y="3384"/>
                      <a:pt x="1706" y="2882"/>
                      <a:pt x="1756" y="2365"/>
                    </a:cubicBezTo>
                    <a:cubicBezTo>
                      <a:pt x="1806" y="1546"/>
                      <a:pt x="1806" y="577"/>
                      <a:pt x="1054" y="75"/>
                    </a:cubicBezTo>
                    <a:cubicBezTo>
                      <a:pt x="981" y="23"/>
                      <a:pt x="909"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54"/>
              <p:cNvSpPr/>
              <p:nvPr/>
            </p:nvSpPr>
            <p:spPr>
              <a:xfrm>
                <a:off x="4577673" y="2249848"/>
                <a:ext cx="189512" cy="83279"/>
              </a:xfrm>
              <a:custGeom>
                <a:avLst/>
                <a:gdLst/>
                <a:ahLst/>
                <a:cxnLst/>
                <a:rect l="l" t="t" r="r" b="b"/>
                <a:pathLst>
                  <a:path w="5913" h="2597" extrusionOk="0">
                    <a:moveTo>
                      <a:pt x="389" y="1"/>
                    </a:moveTo>
                    <a:cubicBezTo>
                      <a:pt x="192" y="1"/>
                      <a:pt x="0" y="130"/>
                      <a:pt x="9" y="389"/>
                    </a:cubicBezTo>
                    <a:cubicBezTo>
                      <a:pt x="75" y="1542"/>
                      <a:pt x="677" y="2444"/>
                      <a:pt x="1863" y="2595"/>
                    </a:cubicBezTo>
                    <a:cubicBezTo>
                      <a:pt x="1886" y="2596"/>
                      <a:pt x="1909" y="2596"/>
                      <a:pt x="1931" y="2596"/>
                    </a:cubicBezTo>
                    <a:cubicBezTo>
                      <a:pt x="2359" y="2596"/>
                      <a:pt x="2782" y="2447"/>
                      <a:pt x="3100" y="2177"/>
                    </a:cubicBezTo>
                    <a:cubicBezTo>
                      <a:pt x="3520" y="1848"/>
                      <a:pt x="4002" y="1287"/>
                      <a:pt x="4451" y="1287"/>
                    </a:cubicBezTo>
                    <a:cubicBezTo>
                      <a:pt x="4663" y="1287"/>
                      <a:pt x="4867" y="1411"/>
                      <a:pt x="5055" y="1743"/>
                    </a:cubicBezTo>
                    <a:cubicBezTo>
                      <a:pt x="5132" y="1882"/>
                      <a:pt x="5252" y="1940"/>
                      <a:pt x="5372" y="1940"/>
                    </a:cubicBezTo>
                    <a:cubicBezTo>
                      <a:pt x="5640" y="1940"/>
                      <a:pt x="5913" y="1653"/>
                      <a:pt x="5740" y="1342"/>
                    </a:cubicBezTo>
                    <a:cubicBezTo>
                      <a:pt x="5420" y="782"/>
                      <a:pt x="5014" y="456"/>
                      <a:pt x="4511" y="456"/>
                    </a:cubicBezTo>
                    <a:cubicBezTo>
                      <a:pt x="4279" y="456"/>
                      <a:pt x="4026" y="526"/>
                      <a:pt x="3751" y="673"/>
                    </a:cubicBezTo>
                    <a:cubicBezTo>
                      <a:pt x="3367" y="907"/>
                      <a:pt x="3016" y="1191"/>
                      <a:pt x="2699" y="1492"/>
                    </a:cubicBezTo>
                    <a:cubicBezTo>
                      <a:pt x="2447" y="1703"/>
                      <a:pt x="2199" y="1793"/>
                      <a:pt x="1968" y="1793"/>
                    </a:cubicBezTo>
                    <a:cubicBezTo>
                      <a:pt x="1339" y="1793"/>
                      <a:pt x="843" y="1123"/>
                      <a:pt x="794" y="389"/>
                    </a:cubicBezTo>
                    <a:cubicBezTo>
                      <a:pt x="786" y="130"/>
                      <a:pt x="585" y="1"/>
                      <a:pt x="3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54"/>
              <p:cNvSpPr/>
              <p:nvPr/>
            </p:nvSpPr>
            <p:spPr>
              <a:xfrm>
                <a:off x="4540206" y="1894508"/>
                <a:ext cx="198229" cy="66059"/>
              </a:xfrm>
              <a:custGeom>
                <a:avLst/>
                <a:gdLst/>
                <a:ahLst/>
                <a:cxnLst/>
                <a:rect l="l" t="t" r="r" b="b"/>
                <a:pathLst>
                  <a:path w="6185" h="2060" extrusionOk="0">
                    <a:moveTo>
                      <a:pt x="4882" y="0"/>
                    </a:moveTo>
                    <a:cubicBezTo>
                      <a:pt x="4654" y="0"/>
                      <a:pt x="4425" y="76"/>
                      <a:pt x="4202" y="259"/>
                    </a:cubicBezTo>
                    <a:cubicBezTo>
                      <a:pt x="3734" y="643"/>
                      <a:pt x="3417" y="1044"/>
                      <a:pt x="2815" y="1261"/>
                    </a:cubicBezTo>
                    <a:cubicBezTo>
                      <a:pt x="2674" y="1306"/>
                      <a:pt x="2521" y="1324"/>
                      <a:pt x="2362" y="1324"/>
                    </a:cubicBezTo>
                    <a:cubicBezTo>
                      <a:pt x="1806" y="1324"/>
                      <a:pt x="1170" y="1102"/>
                      <a:pt x="676" y="1011"/>
                    </a:cubicBezTo>
                    <a:cubicBezTo>
                      <a:pt x="651" y="1006"/>
                      <a:pt x="626" y="1004"/>
                      <a:pt x="601" y="1004"/>
                    </a:cubicBezTo>
                    <a:cubicBezTo>
                      <a:pt x="156" y="1004"/>
                      <a:pt x="0" y="1700"/>
                      <a:pt x="476" y="1779"/>
                    </a:cubicBezTo>
                    <a:cubicBezTo>
                      <a:pt x="1142" y="1884"/>
                      <a:pt x="1788" y="2060"/>
                      <a:pt x="2453" y="2060"/>
                    </a:cubicBezTo>
                    <a:cubicBezTo>
                      <a:pt x="2639" y="2060"/>
                      <a:pt x="2826" y="2046"/>
                      <a:pt x="3016" y="2013"/>
                    </a:cubicBezTo>
                    <a:cubicBezTo>
                      <a:pt x="3742" y="1890"/>
                      <a:pt x="4334" y="900"/>
                      <a:pt x="5003" y="900"/>
                    </a:cubicBezTo>
                    <a:cubicBezTo>
                      <a:pt x="5149" y="900"/>
                      <a:pt x="5299" y="947"/>
                      <a:pt x="5455" y="1061"/>
                    </a:cubicBezTo>
                    <a:cubicBezTo>
                      <a:pt x="5528" y="1118"/>
                      <a:pt x="5600" y="1143"/>
                      <a:pt x="5668" y="1143"/>
                    </a:cubicBezTo>
                    <a:cubicBezTo>
                      <a:pt x="5975" y="1143"/>
                      <a:pt x="6184" y="639"/>
                      <a:pt x="5856" y="393"/>
                    </a:cubicBezTo>
                    <a:cubicBezTo>
                      <a:pt x="5548" y="164"/>
                      <a:pt x="5216" y="0"/>
                      <a:pt x="48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54"/>
              <p:cNvSpPr/>
              <p:nvPr/>
            </p:nvSpPr>
            <p:spPr>
              <a:xfrm>
                <a:off x="4747858" y="1862825"/>
                <a:ext cx="182172" cy="87320"/>
              </a:xfrm>
              <a:custGeom>
                <a:avLst/>
                <a:gdLst/>
                <a:ahLst/>
                <a:cxnLst/>
                <a:rect l="l" t="t" r="r" b="b"/>
                <a:pathLst>
                  <a:path w="5684" h="2723" extrusionOk="0">
                    <a:moveTo>
                      <a:pt x="1268" y="0"/>
                    </a:moveTo>
                    <a:cubicBezTo>
                      <a:pt x="945" y="0"/>
                      <a:pt x="610" y="169"/>
                      <a:pt x="346" y="345"/>
                    </a:cubicBezTo>
                    <a:cubicBezTo>
                      <a:pt x="1" y="579"/>
                      <a:pt x="215" y="1088"/>
                      <a:pt x="535" y="1088"/>
                    </a:cubicBezTo>
                    <a:cubicBezTo>
                      <a:pt x="602" y="1088"/>
                      <a:pt x="675" y="1065"/>
                      <a:pt x="747" y="1013"/>
                    </a:cubicBezTo>
                    <a:cubicBezTo>
                      <a:pt x="889" y="916"/>
                      <a:pt x="1016" y="875"/>
                      <a:pt x="1132" y="875"/>
                    </a:cubicBezTo>
                    <a:cubicBezTo>
                      <a:pt x="1656" y="875"/>
                      <a:pt x="1956" y="1714"/>
                      <a:pt x="2435" y="2015"/>
                    </a:cubicBezTo>
                    <a:cubicBezTo>
                      <a:pt x="2583" y="2110"/>
                      <a:pt x="2773" y="2141"/>
                      <a:pt x="2982" y="2141"/>
                    </a:cubicBezTo>
                    <a:cubicBezTo>
                      <a:pt x="3348" y="2141"/>
                      <a:pt x="3770" y="2048"/>
                      <a:pt x="4122" y="2048"/>
                    </a:cubicBezTo>
                    <a:cubicBezTo>
                      <a:pt x="4454" y="2048"/>
                      <a:pt x="4724" y="2130"/>
                      <a:pt x="4824" y="2450"/>
                    </a:cubicBezTo>
                    <a:cubicBezTo>
                      <a:pt x="4890" y="2640"/>
                      <a:pt x="5046" y="2722"/>
                      <a:pt x="5202" y="2722"/>
                    </a:cubicBezTo>
                    <a:cubicBezTo>
                      <a:pt x="5443" y="2722"/>
                      <a:pt x="5684" y="2527"/>
                      <a:pt x="5593" y="2233"/>
                    </a:cubicBezTo>
                    <a:cubicBezTo>
                      <a:pt x="5338" y="1478"/>
                      <a:pt x="4918" y="1327"/>
                      <a:pt x="4417" y="1327"/>
                    </a:cubicBezTo>
                    <a:cubicBezTo>
                      <a:pt x="4082" y="1327"/>
                      <a:pt x="3710" y="1395"/>
                      <a:pt x="3327" y="1395"/>
                    </a:cubicBezTo>
                    <a:cubicBezTo>
                      <a:pt x="3192" y="1395"/>
                      <a:pt x="3056" y="1387"/>
                      <a:pt x="2919" y="1364"/>
                    </a:cubicBezTo>
                    <a:cubicBezTo>
                      <a:pt x="2485" y="1280"/>
                      <a:pt x="2100" y="445"/>
                      <a:pt x="1750" y="161"/>
                    </a:cubicBezTo>
                    <a:cubicBezTo>
                      <a:pt x="1601" y="46"/>
                      <a:pt x="1436" y="0"/>
                      <a:pt x="12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54"/>
              <p:cNvSpPr/>
              <p:nvPr/>
            </p:nvSpPr>
            <p:spPr>
              <a:xfrm>
                <a:off x="4712731" y="2269024"/>
                <a:ext cx="194576" cy="108292"/>
              </a:xfrm>
              <a:custGeom>
                <a:avLst/>
                <a:gdLst/>
                <a:ahLst/>
                <a:cxnLst/>
                <a:rect l="l" t="t" r="r" b="b"/>
                <a:pathLst>
                  <a:path w="6071" h="3377" extrusionOk="0">
                    <a:moveTo>
                      <a:pt x="5655" y="0"/>
                    </a:moveTo>
                    <a:cubicBezTo>
                      <a:pt x="5456" y="0"/>
                      <a:pt x="5260" y="125"/>
                      <a:pt x="5268" y="376"/>
                    </a:cubicBezTo>
                    <a:cubicBezTo>
                      <a:pt x="5293" y="1119"/>
                      <a:pt x="5053" y="1287"/>
                      <a:pt x="4693" y="1287"/>
                    </a:cubicBezTo>
                    <a:cubicBezTo>
                      <a:pt x="4395" y="1287"/>
                      <a:pt x="4015" y="1172"/>
                      <a:pt x="3635" y="1172"/>
                    </a:cubicBezTo>
                    <a:cubicBezTo>
                      <a:pt x="3544" y="1172"/>
                      <a:pt x="3453" y="1178"/>
                      <a:pt x="3364" y="1195"/>
                    </a:cubicBezTo>
                    <a:cubicBezTo>
                      <a:pt x="2494" y="1349"/>
                      <a:pt x="2002" y="2527"/>
                      <a:pt x="1234" y="2527"/>
                    </a:cubicBezTo>
                    <a:cubicBezTo>
                      <a:pt x="1087" y="2527"/>
                      <a:pt x="929" y="2483"/>
                      <a:pt x="757" y="2381"/>
                    </a:cubicBezTo>
                    <a:cubicBezTo>
                      <a:pt x="690" y="2347"/>
                      <a:pt x="626" y="2331"/>
                      <a:pt x="565" y="2331"/>
                    </a:cubicBezTo>
                    <a:cubicBezTo>
                      <a:pt x="214" y="2331"/>
                      <a:pt x="0" y="2838"/>
                      <a:pt x="356" y="3066"/>
                    </a:cubicBezTo>
                    <a:cubicBezTo>
                      <a:pt x="680" y="3256"/>
                      <a:pt x="992" y="3376"/>
                      <a:pt x="1310" y="3376"/>
                    </a:cubicBezTo>
                    <a:cubicBezTo>
                      <a:pt x="1549" y="3376"/>
                      <a:pt x="1792" y="3308"/>
                      <a:pt x="2044" y="3150"/>
                    </a:cubicBezTo>
                    <a:cubicBezTo>
                      <a:pt x="2650" y="2773"/>
                      <a:pt x="2935" y="1962"/>
                      <a:pt x="3717" y="1962"/>
                    </a:cubicBezTo>
                    <a:cubicBezTo>
                      <a:pt x="3733" y="1962"/>
                      <a:pt x="3749" y="1963"/>
                      <a:pt x="3765" y="1963"/>
                    </a:cubicBezTo>
                    <a:cubicBezTo>
                      <a:pt x="4145" y="1986"/>
                      <a:pt x="4517" y="2105"/>
                      <a:pt x="4887" y="2105"/>
                    </a:cubicBezTo>
                    <a:cubicBezTo>
                      <a:pt x="5054" y="2105"/>
                      <a:pt x="5219" y="2081"/>
                      <a:pt x="5385" y="2014"/>
                    </a:cubicBezTo>
                    <a:cubicBezTo>
                      <a:pt x="6037" y="1746"/>
                      <a:pt x="6070" y="978"/>
                      <a:pt x="6054" y="376"/>
                    </a:cubicBezTo>
                    <a:cubicBezTo>
                      <a:pt x="6054" y="125"/>
                      <a:pt x="5853" y="0"/>
                      <a:pt x="56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54"/>
              <p:cNvSpPr/>
              <p:nvPr/>
            </p:nvSpPr>
            <p:spPr>
              <a:xfrm>
                <a:off x="4736448" y="2036278"/>
                <a:ext cx="75350" cy="119900"/>
              </a:xfrm>
              <a:custGeom>
                <a:avLst/>
                <a:gdLst/>
                <a:ahLst/>
                <a:cxnLst/>
                <a:rect l="l" t="t" r="r" b="b"/>
                <a:pathLst>
                  <a:path w="2351" h="3739" extrusionOk="0">
                    <a:moveTo>
                      <a:pt x="842" y="0"/>
                    </a:moveTo>
                    <a:cubicBezTo>
                      <a:pt x="685" y="0"/>
                      <a:pt x="524" y="81"/>
                      <a:pt x="451" y="266"/>
                    </a:cubicBezTo>
                    <a:cubicBezTo>
                      <a:pt x="201" y="884"/>
                      <a:pt x="0" y="1552"/>
                      <a:pt x="368" y="2170"/>
                    </a:cubicBezTo>
                    <a:cubicBezTo>
                      <a:pt x="669" y="2688"/>
                      <a:pt x="1220" y="2989"/>
                      <a:pt x="1504" y="3540"/>
                    </a:cubicBezTo>
                    <a:cubicBezTo>
                      <a:pt x="1582" y="3680"/>
                      <a:pt x="1700" y="3738"/>
                      <a:pt x="1818" y="3738"/>
                    </a:cubicBezTo>
                    <a:cubicBezTo>
                      <a:pt x="2082" y="3738"/>
                      <a:pt x="2351" y="3451"/>
                      <a:pt x="2189" y="3139"/>
                    </a:cubicBezTo>
                    <a:cubicBezTo>
                      <a:pt x="1939" y="2688"/>
                      <a:pt x="1604" y="2304"/>
                      <a:pt x="1220" y="1953"/>
                    </a:cubicBezTo>
                    <a:cubicBezTo>
                      <a:pt x="769" y="1535"/>
                      <a:pt x="1003" y="984"/>
                      <a:pt x="1203" y="483"/>
                    </a:cubicBezTo>
                    <a:cubicBezTo>
                      <a:pt x="1315" y="190"/>
                      <a:pt x="1083" y="0"/>
                      <a:pt x="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12" name="Google Shape;1012;p54"/>
          <p:cNvSpPr txBox="1">
            <a:spLocks noGrp="1"/>
          </p:cNvSpPr>
          <p:nvPr>
            <p:ph type="title"/>
          </p:nvPr>
        </p:nvSpPr>
        <p:spPr>
          <a:xfrm>
            <a:off x="-1" y="100010"/>
            <a:ext cx="6535335" cy="612679"/>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ABSTRACT</a:t>
            </a:r>
          </a:p>
        </p:txBody>
      </p:sp>
      <p:sp>
        <p:nvSpPr>
          <p:cNvPr id="1013" name="Google Shape;1013;p54"/>
          <p:cNvSpPr txBox="1">
            <a:spLocks noGrp="1"/>
          </p:cNvSpPr>
          <p:nvPr>
            <p:ph type="subTitle" idx="1"/>
          </p:nvPr>
        </p:nvSpPr>
        <p:spPr>
          <a:xfrm>
            <a:off x="284308" y="771072"/>
            <a:ext cx="6646491" cy="4211329"/>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r>
              <a:rPr lang="en-US" sz="1400" dirty="0"/>
              <a:t>Forensic evidence plays a pivotal role in the investigation and resolution of criminal cases, providing crucial information that can either establish guilt or exonerate suspects. Traditional evidence management systems, which rely on manual documentation, paper records, and centralized databases, often suffer from inefficiencies, human error, data breaches, and challenges in maintaining transparency. These shortcomings can undermine the reliability and security of the evidence handling process, leading to delays and compromised outcomes in investigations. </a:t>
            </a:r>
          </a:p>
          <a:p>
            <a:pPr marL="0" lvl="0" indent="0" algn="just" rtl="0">
              <a:spcBef>
                <a:spcPts val="0"/>
              </a:spcBef>
              <a:spcAft>
                <a:spcPts val="0"/>
              </a:spcAft>
              <a:buNone/>
            </a:pPr>
            <a:endParaRPr lang="en-US" sz="1400" dirty="0"/>
          </a:p>
          <a:p>
            <a:pPr marL="0" lvl="0" indent="0" algn="just" rtl="0">
              <a:spcBef>
                <a:spcPts val="0"/>
              </a:spcBef>
              <a:spcAft>
                <a:spcPts val="0"/>
              </a:spcAft>
              <a:buNone/>
            </a:pPr>
            <a:r>
              <a:rPr lang="en-US" sz="1400" dirty="0"/>
              <a:t>	So we propose a blockchain-based approach for forensic evidence management to address the limitations of existing systems. By leveraging the decentralized, immutable, and transparent nature of blockchain technology, the proposed solution aims to enhance the traceability, security, and trustworthiness of forensic evidence. A crucial aspect of forensic evidence management is the chain of custody, which establishes a documented trail of everyone who handled the evidence. </a:t>
            </a:r>
          </a:p>
        </p:txBody>
      </p:sp>
      <p:sp>
        <p:nvSpPr>
          <p:cNvPr id="1014" name="Google Shape;1014;p54"/>
          <p:cNvSpPr/>
          <p:nvPr/>
        </p:nvSpPr>
        <p:spPr>
          <a:xfrm rot="-5400000">
            <a:off x="7965341" y="238641"/>
            <a:ext cx="855708" cy="2110831"/>
          </a:xfrm>
          <a:custGeom>
            <a:avLst/>
            <a:gdLst/>
            <a:ahLst/>
            <a:cxnLst/>
            <a:rect l="l" t="t" r="r" b="b"/>
            <a:pathLst>
              <a:path w="23302" h="24053" extrusionOk="0">
                <a:moveTo>
                  <a:pt x="23302" y="24053"/>
                </a:moveTo>
                <a:lnTo>
                  <a:pt x="23302" y="0"/>
                </a:lnTo>
                <a:lnTo>
                  <a:pt x="0" y="0"/>
                </a:lnTo>
              </a:path>
            </a:pathLst>
          </a:custGeom>
          <a:noFill/>
          <a:ln w="19050" cap="flat" cmpd="sng">
            <a:solidFill>
              <a:schemeClr val="accent3"/>
            </a:solidFill>
            <a:prstDash val="dot"/>
            <a:round/>
            <a:headEnd type="none" w="med" len="med"/>
            <a:tailEnd type="none" w="med" len="med"/>
          </a:ln>
        </p:spPr>
      </p:sp>
      <p:sp>
        <p:nvSpPr>
          <p:cNvPr id="1015" name="Google Shape;1015;p54"/>
          <p:cNvSpPr/>
          <p:nvPr/>
        </p:nvSpPr>
        <p:spPr>
          <a:xfrm>
            <a:off x="6569096" y="417240"/>
            <a:ext cx="1188375" cy="3515058"/>
          </a:xfrm>
          <a:custGeom>
            <a:avLst/>
            <a:gdLst/>
            <a:ahLst/>
            <a:cxnLst/>
            <a:rect l="l" t="t" r="r" b="b"/>
            <a:pathLst>
              <a:path w="47535" h="37137" extrusionOk="0">
                <a:moveTo>
                  <a:pt x="0" y="0"/>
                </a:moveTo>
                <a:lnTo>
                  <a:pt x="23025" y="0"/>
                </a:lnTo>
                <a:lnTo>
                  <a:pt x="23025" y="37137"/>
                </a:lnTo>
                <a:lnTo>
                  <a:pt x="47535" y="37137"/>
                </a:lnTo>
              </a:path>
            </a:pathLst>
          </a:custGeom>
          <a:noFill/>
          <a:ln w="19050" cap="flat" cmpd="sng">
            <a:solidFill>
              <a:schemeClr val="accent3"/>
            </a:solidFill>
            <a:prstDash val="dot"/>
            <a:round/>
            <a:headEnd type="none" w="med" len="med"/>
            <a:tailEnd type="none" w="med" len="med"/>
          </a:ln>
        </p:spPr>
      </p:sp>
      <p:sp>
        <p:nvSpPr>
          <p:cNvPr id="1016" name="Google Shape;1016;p54"/>
          <p:cNvSpPr/>
          <p:nvPr/>
        </p:nvSpPr>
        <p:spPr>
          <a:xfrm>
            <a:off x="7747314" y="3853686"/>
            <a:ext cx="123600" cy="1236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21"/>
        <p:cNvGrpSpPr/>
        <p:nvPr/>
      </p:nvGrpSpPr>
      <p:grpSpPr>
        <a:xfrm>
          <a:off x="0" y="0"/>
          <a:ext cx="0" cy="0"/>
          <a:chOff x="0" y="0"/>
          <a:chExt cx="0" cy="0"/>
        </a:xfrm>
      </p:grpSpPr>
      <p:sp>
        <p:nvSpPr>
          <p:cNvPr id="1422" name="Google Shape;1422;p62"/>
          <p:cNvSpPr txBox="1">
            <a:spLocks noGrp="1"/>
          </p:cNvSpPr>
          <p:nvPr>
            <p:ph type="subTitle" idx="3"/>
          </p:nvPr>
        </p:nvSpPr>
        <p:spPr>
          <a:xfrm>
            <a:off x="317062" y="880105"/>
            <a:ext cx="7981468" cy="835212"/>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spcAft>
                <a:spcPts val="0"/>
              </a:spcAft>
              <a:buNone/>
            </a:pPr>
            <a:r>
              <a:rPr lang="en-US" sz="1400" dirty="0"/>
              <a:t>Existing system refers to the conventional methods and technologies currently utilized for managing forensic evidence in criminal investigations. The existing system typically involves a combination of manual processes, paper- based documentation, and centralized databases. </a:t>
            </a:r>
          </a:p>
        </p:txBody>
      </p:sp>
      <p:sp>
        <p:nvSpPr>
          <p:cNvPr id="1423" name="Google Shape;1423;p62"/>
          <p:cNvSpPr txBox="1">
            <a:spLocks noGrp="1"/>
          </p:cNvSpPr>
          <p:nvPr>
            <p:ph type="subTitle" idx="4"/>
          </p:nvPr>
        </p:nvSpPr>
        <p:spPr>
          <a:xfrm>
            <a:off x="324137" y="1878079"/>
            <a:ext cx="6925706" cy="2057400"/>
          </a:xfrm>
          <a:prstGeom prst="rect">
            <a:avLst/>
          </a:prstGeom>
        </p:spPr>
        <p:txBody>
          <a:bodyPr spcFirstLastPara="1" wrap="square" lIns="91425" tIns="91425" rIns="91425" bIns="91425" anchor="t" anchorCtr="0">
            <a:noAutofit/>
          </a:bodyPr>
          <a:lstStyle/>
          <a:p>
            <a:pPr marL="171450" lvl="0" indent="-171450" rtl="0">
              <a:lnSpc>
                <a:spcPct val="150000"/>
              </a:lnSpc>
              <a:spcBef>
                <a:spcPts val="0"/>
              </a:spcBef>
              <a:spcAft>
                <a:spcPts val="0"/>
              </a:spcAft>
              <a:buFont typeface="Arial" panose="020B0604020202020204" pitchFamily="34" charset="0"/>
              <a:buChar char="•"/>
            </a:pPr>
            <a:r>
              <a:rPr lang="en-IN" sz="1400" dirty="0"/>
              <a:t>Manual Processes: Relies on manual handling, increasing chances of errors, inefficiencies, and delays.</a:t>
            </a:r>
          </a:p>
          <a:p>
            <a:pPr marL="171450" lvl="0" indent="-171450" rtl="0">
              <a:lnSpc>
                <a:spcPct val="150000"/>
              </a:lnSpc>
              <a:spcBef>
                <a:spcPts val="0"/>
              </a:spcBef>
              <a:spcAft>
                <a:spcPts val="0"/>
              </a:spcAft>
              <a:buFont typeface="Arial" panose="020B0604020202020204" pitchFamily="34" charset="0"/>
              <a:buChar char="•"/>
            </a:pPr>
            <a:r>
              <a:rPr lang="en-IN" sz="1400" dirty="0"/>
              <a:t>Paper-Based Documentation: Uses paper records, risking loss, damage, or tampering of crucial documents.</a:t>
            </a:r>
          </a:p>
          <a:p>
            <a:pPr marL="171450" lvl="0" indent="-171450" rtl="0">
              <a:lnSpc>
                <a:spcPct val="150000"/>
              </a:lnSpc>
              <a:spcBef>
                <a:spcPts val="0"/>
              </a:spcBef>
              <a:spcAft>
                <a:spcPts val="0"/>
              </a:spcAft>
              <a:buFont typeface="Arial" panose="020B0604020202020204" pitchFamily="34" charset="0"/>
              <a:buChar char="•"/>
            </a:pPr>
            <a:r>
              <a:rPr lang="en-IN" sz="1400" dirty="0"/>
              <a:t>Centralized Database: Stores evidence in centralized databases, creating a single point of failure.</a:t>
            </a:r>
            <a:endParaRPr sz="1400" dirty="0"/>
          </a:p>
        </p:txBody>
      </p:sp>
      <p:sp>
        <p:nvSpPr>
          <p:cNvPr id="1424" name="Google Shape;1424;p62"/>
          <p:cNvSpPr txBox="1">
            <a:spLocks noGrp="1"/>
          </p:cNvSpPr>
          <p:nvPr>
            <p:ph type="title"/>
          </p:nvPr>
        </p:nvSpPr>
        <p:spPr>
          <a:xfrm>
            <a:off x="15581" y="204093"/>
            <a:ext cx="9112837" cy="55387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N" sz="3200" dirty="0"/>
              <a:t>EXISTING SYSTEM</a:t>
            </a:r>
            <a:endParaRPr dirty="0"/>
          </a:p>
        </p:txBody>
      </p:sp>
      <p:grpSp>
        <p:nvGrpSpPr>
          <p:cNvPr id="1425" name="Google Shape;1425;p62"/>
          <p:cNvGrpSpPr/>
          <p:nvPr/>
        </p:nvGrpSpPr>
        <p:grpSpPr>
          <a:xfrm>
            <a:off x="7102206" y="2331766"/>
            <a:ext cx="2041794" cy="2811734"/>
            <a:chOff x="1912375" y="237750"/>
            <a:chExt cx="3780400" cy="5205950"/>
          </a:xfrm>
        </p:grpSpPr>
        <p:sp>
          <p:nvSpPr>
            <p:cNvPr id="1426" name="Google Shape;1426;p62"/>
            <p:cNvSpPr/>
            <p:nvPr/>
          </p:nvSpPr>
          <p:spPr>
            <a:xfrm>
              <a:off x="1912375" y="3459600"/>
              <a:ext cx="3780400" cy="1984100"/>
            </a:xfrm>
            <a:custGeom>
              <a:avLst/>
              <a:gdLst/>
              <a:ahLst/>
              <a:cxnLst/>
              <a:rect l="l" t="t" r="r" b="b"/>
              <a:pathLst>
                <a:path w="151216" h="79364" extrusionOk="0">
                  <a:moveTo>
                    <a:pt x="116145" y="51105"/>
                  </a:moveTo>
                  <a:cubicBezTo>
                    <a:pt x="116040" y="51140"/>
                    <a:pt x="115900" y="51174"/>
                    <a:pt x="115795" y="51244"/>
                  </a:cubicBezTo>
                  <a:lnTo>
                    <a:pt x="59976" y="51244"/>
                  </a:lnTo>
                  <a:cubicBezTo>
                    <a:pt x="60325" y="51209"/>
                    <a:pt x="60675" y="51140"/>
                    <a:pt x="60989" y="51105"/>
                  </a:cubicBezTo>
                  <a:close/>
                  <a:moveTo>
                    <a:pt x="22041" y="1"/>
                  </a:moveTo>
                  <a:lnTo>
                    <a:pt x="22041" y="3110"/>
                  </a:lnTo>
                  <a:lnTo>
                    <a:pt x="24277" y="3110"/>
                  </a:lnTo>
                  <a:cubicBezTo>
                    <a:pt x="27211" y="6079"/>
                    <a:pt x="28888" y="10096"/>
                    <a:pt x="28958" y="14253"/>
                  </a:cubicBezTo>
                  <a:cubicBezTo>
                    <a:pt x="28958" y="14322"/>
                    <a:pt x="28958" y="14427"/>
                    <a:pt x="28958" y="14497"/>
                  </a:cubicBezTo>
                  <a:cubicBezTo>
                    <a:pt x="28958" y="19667"/>
                    <a:pt x="26617" y="22217"/>
                    <a:pt x="25080" y="23370"/>
                  </a:cubicBezTo>
                  <a:lnTo>
                    <a:pt x="22041" y="23370"/>
                  </a:lnTo>
                  <a:lnTo>
                    <a:pt x="22041" y="26339"/>
                  </a:lnTo>
                  <a:lnTo>
                    <a:pt x="16278" y="26339"/>
                  </a:lnTo>
                  <a:lnTo>
                    <a:pt x="16278" y="29273"/>
                  </a:lnTo>
                  <a:lnTo>
                    <a:pt x="19142" y="29273"/>
                  </a:lnTo>
                  <a:cubicBezTo>
                    <a:pt x="20574" y="30356"/>
                    <a:pt x="22775" y="32801"/>
                    <a:pt x="22775" y="37621"/>
                  </a:cubicBezTo>
                  <a:cubicBezTo>
                    <a:pt x="22775" y="37726"/>
                    <a:pt x="22775" y="37796"/>
                    <a:pt x="22775" y="37866"/>
                  </a:cubicBezTo>
                  <a:cubicBezTo>
                    <a:pt x="22740" y="41813"/>
                    <a:pt x="21168" y="45551"/>
                    <a:pt x="18374" y="48345"/>
                  </a:cubicBezTo>
                  <a:lnTo>
                    <a:pt x="16278" y="48345"/>
                  </a:lnTo>
                  <a:lnTo>
                    <a:pt x="16278" y="51244"/>
                  </a:lnTo>
                  <a:lnTo>
                    <a:pt x="14077" y="51244"/>
                  </a:lnTo>
                  <a:cubicBezTo>
                    <a:pt x="6288" y="51244"/>
                    <a:pt x="0" y="57532"/>
                    <a:pt x="0" y="65287"/>
                  </a:cubicBezTo>
                  <a:cubicBezTo>
                    <a:pt x="0" y="73076"/>
                    <a:pt x="6288" y="79364"/>
                    <a:pt x="14077" y="79364"/>
                  </a:cubicBezTo>
                  <a:lnTo>
                    <a:pt x="151215" y="79364"/>
                  </a:lnTo>
                  <a:lnTo>
                    <a:pt x="151215" y="76045"/>
                  </a:lnTo>
                  <a:lnTo>
                    <a:pt x="148735" y="76045"/>
                  </a:lnTo>
                  <a:cubicBezTo>
                    <a:pt x="147198" y="75172"/>
                    <a:pt x="143880" y="72517"/>
                    <a:pt x="143880" y="66160"/>
                  </a:cubicBezTo>
                  <a:cubicBezTo>
                    <a:pt x="143880" y="66055"/>
                    <a:pt x="143880" y="65985"/>
                    <a:pt x="143880" y="65880"/>
                  </a:cubicBezTo>
                  <a:cubicBezTo>
                    <a:pt x="143950" y="61689"/>
                    <a:pt x="145521" y="57637"/>
                    <a:pt x="148386" y="54528"/>
                  </a:cubicBezTo>
                  <a:lnTo>
                    <a:pt x="151215" y="54528"/>
                  </a:lnTo>
                  <a:lnTo>
                    <a:pt x="151215" y="51244"/>
                  </a:lnTo>
                  <a:lnTo>
                    <a:pt x="121664" y="51244"/>
                  </a:lnTo>
                  <a:cubicBezTo>
                    <a:pt x="121699" y="51174"/>
                    <a:pt x="121734" y="51140"/>
                    <a:pt x="121804" y="51105"/>
                  </a:cubicBezTo>
                  <a:lnTo>
                    <a:pt x="127183" y="51105"/>
                  </a:lnTo>
                  <a:cubicBezTo>
                    <a:pt x="127183" y="51105"/>
                    <a:pt x="134937" y="48275"/>
                    <a:pt x="134937" y="38809"/>
                  </a:cubicBezTo>
                  <a:cubicBezTo>
                    <a:pt x="134937" y="29343"/>
                    <a:pt x="126065" y="26409"/>
                    <a:pt x="126065" y="26409"/>
                  </a:cubicBezTo>
                  <a:lnTo>
                    <a:pt x="121314" y="26409"/>
                  </a:lnTo>
                  <a:cubicBezTo>
                    <a:pt x="121231" y="26401"/>
                    <a:pt x="121125" y="26398"/>
                    <a:pt x="121001" y="26398"/>
                  </a:cubicBezTo>
                  <a:cubicBezTo>
                    <a:pt x="120284" y="26398"/>
                    <a:pt x="118988" y="26503"/>
                    <a:pt x="118147" y="26503"/>
                  </a:cubicBezTo>
                  <a:cubicBezTo>
                    <a:pt x="117746" y="26503"/>
                    <a:pt x="117448" y="26479"/>
                    <a:pt x="117367" y="26409"/>
                  </a:cubicBezTo>
                  <a:cubicBezTo>
                    <a:pt x="125017" y="25710"/>
                    <a:pt x="129174" y="18968"/>
                    <a:pt x="129174" y="13240"/>
                  </a:cubicBezTo>
                  <a:cubicBezTo>
                    <a:pt x="129174" y="5939"/>
                    <a:pt x="123236" y="1"/>
                    <a:pt x="1159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62"/>
            <p:cNvSpPr/>
            <p:nvPr/>
          </p:nvSpPr>
          <p:spPr>
            <a:xfrm>
              <a:off x="2941950" y="1380350"/>
              <a:ext cx="1640900" cy="2072300"/>
            </a:xfrm>
            <a:custGeom>
              <a:avLst/>
              <a:gdLst/>
              <a:ahLst/>
              <a:cxnLst/>
              <a:rect l="l" t="t" r="r" b="b"/>
              <a:pathLst>
                <a:path w="65636" h="82892" extrusionOk="0">
                  <a:moveTo>
                    <a:pt x="38948" y="1"/>
                  </a:moveTo>
                  <a:lnTo>
                    <a:pt x="23893" y="35"/>
                  </a:lnTo>
                  <a:cubicBezTo>
                    <a:pt x="27770" y="3843"/>
                    <a:pt x="27176" y="6707"/>
                    <a:pt x="27211" y="11318"/>
                  </a:cubicBezTo>
                  <a:lnTo>
                    <a:pt x="27211" y="17326"/>
                  </a:lnTo>
                  <a:lnTo>
                    <a:pt x="27211" y="36014"/>
                  </a:lnTo>
                  <a:cubicBezTo>
                    <a:pt x="6882" y="42057"/>
                    <a:pt x="0" y="67382"/>
                    <a:pt x="14462" y="82891"/>
                  </a:cubicBezTo>
                  <a:lnTo>
                    <a:pt x="56379" y="82891"/>
                  </a:lnTo>
                  <a:cubicBezTo>
                    <a:pt x="63120" y="75661"/>
                    <a:pt x="65635" y="65461"/>
                    <a:pt x="63050" y="55925"/>
                  </a:cubicBezTo>
                  <a:cubicBezTo>
                    <a:pt x="60465" y="46354"/>
                    <a:pt x="53095" y="38844"/>
                    <a:pt x="43629" y="36014"/>
                  </a:cubicBezTo>
                  <a:lnTo>
                    <a:pt x="43629" y="17291"/>
                  </a:lnTo>
                  <a:lnTo>
                    <a:pt x="43629" y="11388"/>
                  </a:lnTo>
                  <a:cubicBezTo>
                    <a:pt x="43349" y="6742"/>
                    <a:pt x="43838" y="3424"/>
                    <a:pt x="46179" y="35"/>
                  </a:cubicBezTo>
                  <a:lnTo>
                    <a:pt x="38948" y="35"/>
                  </a:lnTo>
                  <a:cubicBezTo>
                    <a:pt x="38948" y="35"/>
                    <a:pt x="38948" y="1"/>
                    <a:pt x="389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62"/>
            <p:cNvSpPr/>
            <p:nvPr/>
          </p:nvSpPr>
          <p:spPr>
            <a:xfrm>
              <a:off x="4070200" y="764000"/>
              <a:ext cx="530975" cy="454825"/>
            </a:xfrm>
            <a:custGeom>
              <a:avLst/>
              <a:gdLst/>
              <a:ahLst/>
              <a:cxnLst/>
              <a:rect l="l" t="t" r="r" b="b"/>
              <a:pathLst>
                <a:path w="21239" h="18193" extrusionOk="0">
                  <a:moveTo>
                    <a:pt x="9146" y="0"/>
                  </a:moveTo>
                  <a:cubicBezTo>
                    <a:pt x="4477" y="0"/>
                    <a:pt x="1" y="3628"/>
                    <a:pt x="1" y="9110"/>
                  </a:cubicBezTo>
                  <a:cubicBezTo>
                    <a:pt x="1" y="14105"/>
                    <a:pt x="4088" y="18192"/>
                    <a:pt x="9083" y="18192"/>
                  </a:cubicBezTo>
                  <a:cubicBezTo>
                    <a:pt x="17187" y="18192"/>
                    <a:pt x="21239" y="8412"/>
                    <a:pt x="15510" y="2683"/>
                  </a:cubicBezTo>
                  <a:cubicBezTo>
                    <a:pt x="13657" y="830"/>
                    <a:pt x="11380" y="0"/>
                    <a:pt x="91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62"/>
            <p:cNvSpPr/>
            <p:nvPr/>
          </p:nvSpPr>
          <p:spPr>
            <a:xfrm>
              <a:off x="3033650" y="981550"/>
              <a:ext cx="280325" cy="239900"/>
            </a:xfrm>
            <a:custGeom>
              <a:avLst/>
              <a:gdLst/>
              <a:ahLst/>
              <a:cxnLst/>
              <a:rect l="l" t="t" r="r" b="b"/>
              <a:pathLst>
                <a:path w="11213" h="9596" extrusionOk="0">
                  <a:moveTo>
                    <a:pt x="4831" y="1"/>
                  </a:moveTo>
                  <a:cubicBezTo>
                    <a:pt x="2369" y="1"/>
                    <a:pt x="0" y="1925"/>
                    <a:pt x="0" y="4810"/>
                  </a:cubicBezTo>
                  <a:cubicBezTo>
                    <a:pt x="0" y="7464"/>
                    <a:pt x="2131" y="9595"/>
                    <a:pt x="4786" y="9595"/>
                  </a:cubicBezTo>
                  <a:cubicBezTo>
                    <a:pt x="9082" y="9595"/>
                    <a:pt x="11213" y="4460"/>
                    <a:pt x="8174" y="1421"/>
                  </a:cubicBezTo>
                  <a:cubicBezTo>
                    <a:pt x="7203" y="439"/>
                    <a:pt x="6006" y="1"/>
                    <a:pt x="483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62"/>
            <p:cNvSpPr/>
            <p:nvPr/>
          </p:nvSpPr>
          <p:spPr>
            <a:xfrm>
              <a:off x="3568950" y="748600"/>
              <a:ext cx="272475" cy="233575"/>
            </a:xfrm>
            <a:custGeom>
              <a:avLst/>
              <a:gdLst/>
              <a:ahLst/>
              <a:cxnLst/>
              <a:rect l="l" t="t" r="r" b="b"/>
              <a:pathLst>
                <a:path w="10899" h="9343" extrusionOk="0">
                  <a:moveTo>
                    <a:pt x="4693" y="0"/>
                  </a:moveTo>
                  <a:cubicBezTo>
                    <a:pt x="2298" y="0"/>
                    <a:pt x="1" y="1852"/>
                    <a:pt x="1" y="4661"/>
                  </a:cubicBezTo>
                  <a:cubicBezTo>
                    <a:pt x="1" y="7246"/>
                    <a:pt x="2096" y="9342"/>
                    <a:pt x="4646" y="9342"/>
                  </a:cubicBezTo>
                  <a:cubicBezTo>
                    <a:pt x="8803" y="9342"/>
                    <a:pt x="10899" y="4312"/>
                    <a:pt x="7965" y="1378"/>
                  </a:cubicBezTo>
                  <a:cubicBezTo>
                    <a:pt x="7014" y="427"/>
                    <a:pt x="5842" y="0"/>
                    <a:pt x="469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62"/>
            <p:cNvSpPr/>
            <p:nvPr/>
          </p:nvSpPr>
          <p:spPr>
            <a:xfrm>
              <a:off x="4410775" y="279000"/>
              <a:ext cx="187775" cy="161725"/>
            </a:xfrm>
            <a:custGeom>
              <a:avLst/>
              <a:gdLst/>
              <a:ahLst/>
              <a:cxnLst/>
              <a:rect l="l" t="t" r="r" b="b"/>
              <a:pathLst>
                <a:path w="7511" h="6469" extrusionOk="0">
                  <a:moveTo>
                    <a:pt x="3234" y="1"/>
                  </a:moveTo>
                  <a:cubicBezTo>
                    <a:pt x="1583" y="1"/>
                    <a:pt x="1" y="1283"/>
                    <a:pt x="1" y="3220"/>
                  </a:cubicBezTo>
                  <a:cubicBezTo>
                    <a:pt x="1" y="5002"/>
                    <a:pt x="1433" y="6469"/>
                    <a:pt x="3214" y="6469"/>
                  </a:cubicBezTo>
                  <a:cubicBezTo>
                    <a:pt x="6079" y="6469"/>
                    <a:pt x="7511" y="2976"/>
                    <a:pt x="5485" y="950"/>
                  </a:cubicBezTo>
                  <a:cubicBezTo>
                    <a:pt x="4829" y="294"/>
                    <a:pt x="4024" y="1"/>
                    <a:pt x="32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62"/>
            <p:cNvSpPr/>
            <p:nvPr/>
          </p:nvSpPr>
          <p:spPr>
            <a:xfrm>
              <a:off x="3084300" y="237750"/>
              <a:ext cx="473325" cy="404700"/>
            </a:xfrm>
            <a:custGeom>
              <a:avLst/>
              <a:gdLst/>
              <a:ahLst/>
              <a:cxnLst/>
              <a:rect l="l" t="t" r="r" b="b"/>
              <a:pathLst>
                <a:path w="18933" h="16188" extrusionOk="0">
                  <a:moveTo>
                    <a:pt x="8158" y="0"/>
                  </a:moveTo>
                  <a:cubicBezTo>
                    <a:pt x="3994" y="0"/>
                    <a:pt x="0" y="3229"/>
                    <a:pt x="0" y="8119"/>
                  </a:cubicBezTo>
                  <a:cubicBezTo>
                    <a:pt x="0" y="12590"/>
                    <a:pt x="3633" y="16188"/>
                    <a:pt x="8104" y="16188"/>
                  </a:cubicBezTo>
                  <a:cubicBezTo>
                    <a:pt x="15300" y="16188"/>
                    <a:pt x="18933" y="7490"/>
                    <a:pt x="13833" y="2390"/>
                  </a:cubicBezTo>
                  <a:cubicBezTo>
                    <a:pt x="12182" y="740"/>
                    <a:pt x="10151" y="0"/>
                    <a:pt x="81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62"/>
            <p:cNvSpPr/>
            <p:nvPr/>
          </p:nvSpPr>
          <p:spPr>
            <a:xfrm>
              <a:off x="3822200" y="247725"/>
              <a:ext cx="261125" cy="224450"/>
            </a:xfrm>
            <a:custGeom>
              <a:avLst/>
              <a:gdLst/>
              <a:ahLst/>
              <a:cxnLst/>
              <a:rect l="l" t="t" r="r" b="b"/>
              <a:pathLst>
                <a:path w="10445" h="8978" extrusionOk="0">
                  <a:moveTo>
                    <a:pt x="4495" y="0"/>
                  </a:moveTo>
                  <a:cubicBezTo>
                    <a:pt x="2204" y="0"/>
                    <a:pt x="1" y="1790"/>
                    <a:pt x="1" y="4506"/>
                  </a:cubicBezTo>
                  <a:cubicBezTo>
                    <a:pt x="1" y="6951"/>
                    <a:pt x="1992" y="8977"/>
                    <a:pt x="4472" y="8977"/>
                  </a:cubicBezTo>
                  <a:cubicBezTo>
                    <a:pt x="8454" y="8943"/>
                    <a:pt x="10445" y="4157"/>
                    <a:pt x="7615" y="1328"/>
                  </a:cubicBezTo>
                  <a:cubicBezTo>
                    <a:pt x="6710" y="411"/>
                    <a:pt x="5593" y="0"/>
                    <a:pt x="44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62"/>
            <p:cNvSpPr/>
            <p:nvPr/>
          </p:nvSpPr>
          <p:spPr>
            <a:xfrm>
              <a:off x="1912375" y="4740700"/>
              <a:ext cx="3780400" cy="703000"/>
            </a:xfrm>
            <a:custGeom>
              <a:avLst/>
              <a:gdLst/>
              <a:ahLst/>
              <a:cxnLst/>
              <a:rect l="l" t="t" r="r" b="b"/>
              <a:pathLst>
                <a:path w="151216" h="28120" extrusionOk="0">
                  <a:moveTo>
                    <a:pt x="14077" y="0"/>
                  </a:moveTo>
                  <a:cubicBezTo>
                    <a:pt x="6288" y="0"/>
                    <a:pt x="0" y="6288"/>
                    <a:pt x="0" y="14043"/>
                  </a:cubicBezTo>
                  <a:cubicBezTo>
                    <a:pt x="0" y="21832"/>
                    <a:pt x="6288" y="28120"/>
                    <a:pt x="14077" y="28120"/>
                  </a:cubicBezTo>
                  <a:lnTo>
                    <a:pt x="151215" y="28120"/>
                  </a:lnTo>
                  <a:lnTo>
                    <a:pt x="151215" y="24801"/>
                  </a:lnTo>
                  <a:lnTo>
                    <a:pt x="14077" y="24801"/>
                  </a:lnTo>
                  <a:cubicBezTo>
                    <a:pt x="8139" y="24801"/>
                    <a:pt x="3318" y="19981"/>
                    <a:pt x="3318" y="14043"/>
                  </a:cubicBezTo>
                  <a:cubicBezTo>
                    <a:pt x="3318" y="8104"/>
                    <a:pt x="8139" y="3284"/>
                    <a:pt x="14077" y="3284"/>
                  </a:cubicBezTo>
                  <a:lnTo>
                    <a:pt x="151215" y="3284"/>
                  </a:lnTo>
                  <a:lnTo>
                    <a:pt x="1512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62"/>
            <p:cNvSpPr/>
            <p:nvPr/>
          </p:nvSpPr>
          <p:spPr>
            <a:xfrm>
              <a:off x="3390800" y="4119800"/>
              <a:ext cx="1895025" cy="630525"/>
            </a:xfrm>
            <a:custGeom>
              <a:avLst/>
              <a:gdLst/>
              <a:ahLst/>
              <a:cxnLst/>
              <a:rect l="l" t="t" r="r" b="b"/>
              <a:pathLst>
                <a:path w="75801" h="25221" extrusionOk="0">
                  <a:moveTo>
                    <a:pt x="699" y="1"/>
                  </a:moveTo>
                  <a:cubicBezTo>
                    <a:pt x="699" y="1"/>
                    <a:pt x="9677" y="2970"/>
                    <a:pt x="9677" y="12436"/>
                  </a:cubicBezTo>
                  <a:cubicBezTo>
                    <a:pt x="9677" y="21937"/>
                    <a:pt x="1" y="24801"/>
                    <a:pt x="1" y="24801"/>
                  </a:cubicBezTo>
                  <a:lnTo>
                    <a:pt x="68116" y="25221"/>
                  </a:lnTo>
                  <a:cubicBezTo>
                    <a:pt x="68116" y="25221"/>
                    <a:pt x="75800" y="21972"/>
                    <a:pt x="75800" y="12436"/>
                  </a:cubicBezTo>
                  <a:cubicBezTo>
                    <a:pt x="75800" y="2935"/>
                    <a:pt x="66928" y="1"/>
                    <a:pt x="669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62"/>
            <p:cNvSpPr/>
            <p:nvPr/>
          </p:nvSpPr>
          <p:spPr>
            <a:xfrm>
              <a:off x="2319300" y="4118050"/>
              <a:ext cx="1380675" cy="623550"/>
            </a:xfrm>
            <a:custGeom>
              <a:avLst/>
              <a:gdLst/>
              <a:ahLst/>
              <a:cxnLst/>
              <a:rect l="l" t="t" r="r" b="b"/>
              <a:pathLst>
                <a:path w="55227" h="24942" extrusionOk="0">
                  <a:moveTo>
                    <a:pt x="42779" y="0"/>
                  </a:moveTo>
                  <a:cubicBezTo>
                    <a:pt x="42736" y="0"/>
                    <a:pt x="42694" y="0"/>
                    <a:pt x="42651" y="1"/>
                  </a:cubicBezTo>
                  <a:lnTo>
                    <a:pt x="1" y="1"/>
                  </a:lnTo>
                  <a:lnTo>
                    <a:pt x="1" y="2935"/>
                  </a:lnTo>
                  <a:lnTo>
                    <a:pt x="42651" y="2935"/>
                  </a:lnTo>
                  <a:cubicBezTo>
                    <a:pt x="47926" y="2935"/>
                    <a:pt x="52187" y="7196"/>
                    <a:pt x="52187" y="12471"/>
                  </a:cubicBezTo>
                  <a:cubicBezTo>
                    <a:pt x="52187" y="17746"/>
                    <a:pt x="47926" y="22007"/>
                    <a:pt x="42651" y="22007"/>
                  </a:cubicBezTo>
                  <a:lnTo>
                    <a:pt x="1" y="22007"/>
                  </a:lnTo>
                  <a:lnTo>
                    <a:pt x="1" y="24941"/>
                  </a:lnTo>
                  <a:lnTo>
                    <a:pt x="42651" y="24941"/>
                  </a:lnTo>
                  <a:cubicBezTo>
                    <a:pt x="42673" y="24941"/>
                    <a:pt x="42694" y="24941"/>
                    <a:pt x="42716" y="24941"/>
                  </a:cubicBezTo>
                  <a:cubicBezTo>
                    <a:pt x="49603" y="24941"/>
                    <a:pt x="55226" y="19366"/>
                    <a:pt x="55226" y="12471"/>
                  </a:cubicBezTo>
                  <a:cubicBezTo>
                    <a:pt x="55226" y="5597"/>
                    <a:pt x="49637" y="0"/>
                    <a:pt x="427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62"/>
            <p:cNvSpPr/>
            <p:nvPr/>
          </p:nvSpPr>
          <p:spPr>
            <a:xfrm>
              <a:off x="4812925" y="4109325"/>
              <a:ext cx="267675" cy="629875"/>
            </a:xfrm>
            <a:custGeom>
              <a:avLst/>
              <a:gdLst/>
              <a:ahLst/>
              <a:cxnLst/>
              <a:rect l="l" t="t" r="r" b="b"/>
              <a:pathLst>
                <a:path w="10707" h="25195" extrusionOk="0">
                  <a:moveTo>
                    <a:pt x="507" y="0"/>
                  </a:moveTo>
                  <a:lnTo>
                    <a:pt x="507" y="0"/>
                  </a:lnTo>
                  <a:cubicBezTo>
                    <a:pt x="507" y="0"/>
                    <a:pt x="6515" y="2725"/>
                    <a:pt x="6515" y="13693"/>
                  </a:cubicBezTo>
                  <a:cubicBezTo>
                    <a:pt x="6515" y="21483"/>
                    <a:pt x="2463" y="24207"/>
                    <a:pt x="123" y="25116"/>
                  </a:cubicBezTo>
                  <a:cubicBezTo>
                    <a:pt x="0" y="25168"/>
                    <a:pt x="1468" y="25194"/>
                    <a:pt x="2939" y="25194"/>
                  </a:cubicBezTo>
                  <a:cubicBezTo>
                    <a:pt x="4410" y="25194"/>
                    <a:pt x="5886" y="25168"/>
                    <a:pt x="5782" y="25116"/>
                  </a:cubicBezTo>
                  <a:cubicBezTo>
                    <a:pt x="8436" y="22740"/>
                    <a:pt x="10707" y="19142"/>
                    <a:pt x="10707" y="13693"/>
                  </a:cubicBezTo>
                  <a:cubicBezTo>
                    <a:pt x="10707" y="420"/>
                    <a:pt x="5292" y="420"/>
                    <a:pt x="5292" y="420"/>
                  </a:cubicBezTo>
                  <a:lnTo>
                    <a:pt x="5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62"/>
            <p:cNvSpPr/>
            <p:nvPr/>
          </p:nvSpPr>
          <p:spPr>
            <a:xfrm>
              <a:off x="2463400" y="3459600"/>
              <a:ext cx="2678325" cy="662850"/>
            </a:xfrm>
            <a:custGeom>
              <a:avLst/>
              <a:gdLst/>
              <a:ahLst/>
              <a:cxnLst/>
              <a:rect l="l" t="t" r="r" b="b"/>
              <a:pathLst>
                <a:path w="107133" h="26514" extrusionOk="0">
                  <a:moveTo>
                    <a:pt x="0" y="1"/>
                  </a:moveTo>
                  <a:lnTo>
                    <a:pt x="0" y="3110"/>
                  </a:lnTo>
                  <a:lnTo>
                    <a:pt x="93894" y="3110"/>
                  </a:lnTo>
                  <a:cubicBezTo>
                    <a:pt x="99483" y="3110"/>
                    <a:pt x="104024" y="7651"/>
                    <a:pt x="104024" y="13240"/>
                  </a:cubicBezTo>
                  <a:cubicBezTo>
                    <a:pt x="104024" y="18863"/>
                    <a:pt x="99483" y="23370"/>
                    <a:pt x="93894" y="23370"/>
                  </a:cubicBezTo>
                  <a:lnTo>
                    <a:pt x="0" y="23370"/>
                  </a:lnTo>
                  <a:lnTo>
                    <a:pt x="0" y="26513"/>
                  </a:lnTo>
                  <a:lnTo>
                    <a:pt x="93894" y="26513"/>
                  </a:lnTo>
                  <a:cubicBezTo>
                    <a:pt x="101230" y="26513"/>
                    <a:pt x="107133" y="20575"/>
                    <a:pt x="107133" y="13240"/>
                  </a:cubicBezTo>
                  <a:cubicBezTo>
                    <a:pt x="107133" y="5939"/>
                    <a:pt x="101230" y="1"/>
                    <a:pt x="938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62"/>
            <p:cNvSpPr/>
            <p:nvPr/>
          </p:nvSpPr>
          <p:spPr>
            <a:xfrm>
              <a:off x="3639793" y="3815900"/>
              <a:ext cx="255900" cy="493425"/>
            </a:xfrm>
            <a:custGeom>
              <a:avLst/>
              <a:gdLst/>
              <a:ahLst/>
              <a:cxnLst/>
              <a:rect l="l" t="t" r="r" b="b"/>
              <a:pathLst>
                <a:path w="10236" h="19737" extrusionOk="0">
                  <a:moveTo>
                    <a:pt x="1" y="1"/>
                  </a:moveTo>
                  <a:lnTo>
                    <a:pt x="1" y="19736"/>
                  </a:lnTo>
                  <a:lnTo>
                    <a:pt x="10235" y="14357"/>
                  </a:lnTo>
                  <a:lnTo>
                    <a:pt x="102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62"/>
            <p:cNvSpPr/>
            <p:nvPr/>
          </p:nvSpPr>
          <p:spPr>
            <a:xfrm>
              <a:off x="3872354" y="3815900"/>
              <a:ext cx="255025" cy="493425"/>
            </a:xfrm>
            <a:custGeom>
              <a:avLst/>
              <a:gdLst/>
              <a:ahLst/>
              <a:cxnLst/>
              <a:rect l="l" t="t" r="r" b="b"/>
              <a:pathLst>
                <a:path w="10201" h="19737" extrusionOk="0">
                  <a:moveTo>
                    <a:pt x="0" y="1"/>
                  </a:moveTo>
                  <a:lnTo>
                    <a:pt x="0" y="14357"/>
                  </a:lnTo>
                  <a:lnTo>
                    <a:pt x="10200" y="19736"/>
                  </a:lnTo>
                  <a:lnTo>
                    <a:pt x="10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62"/>
            <p:cNvSpPr/>
            <p:nvPr/>
          </p:nvSpPr>
          <p:spPr>
            <a:xfrm>
              <a:off x="3221400" y="2417800"/>
              <a:ext cx="1212125" cy="901225"/>
            </a:xfrm>
            <a:custGeom>
              <a:avLst/>
              <a:gdLst/>
              <a:ahLst/>
              <a:cxnLst/>
              <a:rect l="l" t="t" r="r" b="b"/>
              <a:pathLst>
                <a:path w="48485" h="36049" extrusionOk="0">
                  <a:moveTo>
                    <a:pt x="24242" y="0"/>
                  </a:moveTo>
                  <a:cubicBezTo>
                    <a:pt x="15684" y="0"/>
                    <a:pt x="7860" y="4751"/>
                    <a:pt x="3947" y="12331"/>
                  </a:cubicBezTo>
                  <a:cubicBezTo>
                    <a:pt x="0" y="19946"/>
                    <a:pt x="664" y="29098"/>
                    <a:pt x="5589" y="36049"/>
                  </a:cubicBezTo>
                  <a:lnTo>
                    <a:pt x="42895" y="36049"/>
                  </a:lnTo>
                  <a:cubicBezTo>
                    <a:pt x="47820" y="29098"/>
                    <a:pt x="48484" y="19946"/>
                    <a:pt x="44572" y="12366"/>
                  </a:cubicBezTo>
                  <a:cubicBezTo>
                    <a:pt x="40660" y="4786"/>
                    <a:pt x="32835" y="0"/>
                    <a:pt x="243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62"/>
            <p:cNvSpPr/>
            <p:nvPr/>
          </p:nvSpPr>
          <p:spPr>
            <a:xfrm>
              <a:off x="3644925" y="2529300"/>
              <a:ext cx="176425" cy="151375"/>
            </a:xfrm>
            <a:custGeom>
              <a:avLst/>
              <a:gdLst/>
              <a:ahLst/>
              <a:cxnLst/>
              <a:rect l="l" t="t" r="r" b="b"/>
              <a:pathLst>
                <a:path w="7057" h="6055" extrusionOk="0">
                  <a:moveTo>
                    <a:pt x="4025" y="0"/>
                  </a:moveTo>
                  <a:cubicBezTo>
                    <a:pt x="3285" y="0"/>
                    <a:pt x="2532" y="274"/>
                    <a:pt x="1922" y="885"/>
                  </a:cubicBezTo>
                  <a:cubicBezTo>
                    <a:pt x="1" y="2806"/>
                    <a:pt x="1363" y="6055"/>
                    <a:pt x="4053" y="6055"/>
                  </a:cubicBezTo>
                  <a:cubicBezTo>
                    <a:pt x="5694" y="6055"/>
                    <a:pt x="7057" y="4692"/>
                    <a:pt x="7057" y="3016"/>
                  </a:cubicBezTo>
                  <a:cubicBezTo>
                    <a:pt x="7057" y="1196"/>
                    <a:pt x="5571" y="0"/>
                    <a:pt x="402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62"/>
            <p:cNvSpPr/>
            <p:nvPr/>
          </p:nvSpPr>
          <p:spPr>
            <a:xfrm>
              <a:off x="3777675" y="2677175"/>
              <a:ext cx="139725" cy="119650"/>
            </a:xfrm>
            <a:custGeom>
              <a:avLst/>
              <a:gdLst/>
              <a:ahLst/>
              <a:cxnLst/>
              <a:rect l="l" t="t" r="r" b="b"/>
              <a:pathLst>
                <a:path w="5589" h="4786" extrusionOk="0">
                  <a:moveTo>
                    <a:pt x="3163" y="0"/>
                  </a:moveTo>
                  <a:cubicBezTo>
                    <a:pt x="2579" y="0"/>
                    <a:pt x="1985" y="216"/>
                    <a:pt x="1502" y="698"/>
                  </a:cubicBezTo>
                  <a:cubicBezTo>
                    <a:pt x="0" y="2200"/>
                    <a:pt x="1048" y="4785"/>
                    <a:pt x="3179" y="4785"/>
                  </a:cubicBezTo>
                  <a:cubicBezTo>
                    <a:pt x="4506" y="4785"/>
                    <a:pt x="5589" y="3737"/>
                    <a:pt x="5589" y="2410"/>
                  </a:cubicBezTo>
                  <a:cubicBezTo>
                    <a:pt x="5589" y="964"/>
                    <a:pt x="4398" y="0"/>
                    <a:pt x="31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62"/>
            <p:cNvSpPr/>
            <p:nvPr/>
          </p:nvSpPr>
          <p:spPr>
            <a:xfrm>
              <a:off x="3739250" y="2872175"/>
              <a:ext cx="86475" cy="73975"/>
            </a:xfrm>
            <a:custGeom>
              <a:avLst/>
              <a:gdLst/>
              <a:ahLst/>
              <a:cxnLst/>
              <a:rect l="l" t="t" r="r" b="b"/>
              <a:pathLst>
                <a:path w="3459" h="2959" extrusionOk="0">
                  <a:moveTo>
                    <a:pt x="1984" y="1"/>
                  </a:moveTo>
                  <a:cubicBezTo>
                    <a:pt x="1621" y="1"/>
                    <a:pt x="1249" y="138"/>
                    <a:pt x="943" y="443"/>
                  </a:cubicBezTo>
                  <a:cubicBezTo>
                    <a:pt x="0" y="1387"/>
                    <a:pt x="664" y="2958"/>
                    <a:pt x="1991" y="2958"/>
                  </a:cubicBezTo>
                  <a:cubicBezTo>
                    <a:pt x="2795" y="2958"/>
                    <a:pt x="3458" y="2295"/>
                    <a:pt x="3458" y="1491"/>
                  </a:cubicBezTo>
                  <a:cubicBezTo>
                    <a:pt x="3458" y="595"/>
                    <a:pt x="2741" y="1"/>
                    <a:pt x="198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62"/>
            <p:cNvSpPr/>
            <p:nvPr/>
          </p:nvSpPr>
          <p:spPr>
            <a:xfrm>
              <a:off x="3873725" y="3095450"/>
              <a:ext cx="139750" cy="119875"/>
            </a:xfrm>
            <a:custGeom>
              <a:avLst/>
              <a:gdLst/>
              <a:ahLst/>
              <a:cxnLst/>
              <a:rect l="l" t="t" r="r" b="b"/>
              <a:pathLst>
                <a:path w="5590" h="4795" extrusionOk="0">
                  <a:moveTo>
                    <a:pt x="2411" y="1"/>
                  </a:moveTo>
                  <a:cubicBezTo>
                    <a:pt x="1083" y="1"/>
                    <a:pt x="35" y="1084"/>
                    <a:pt x="0" y="2411"/>
                  </a:cubicBezTo>
                  <a:cubicBezTo>
                    <a:pt x="0" y="3849"/>
                    <a:pt x="1179" y="4794"/>
                    <a:pt x="2406" y="4794"/>
                  </a:cubicBezTo>
                  <a:cubicBezTo>
                    <a:pt x="2997" y="4794"/>
                    <a:pt x="3599" y="4576"/>
                    <a:pt x="4087" y="4088"/>
                  </a:cubicBezTo>
                  <a:cubicBezTo>
                    <a:pt x="5589" y="2586"/>
                    <a:pt x="4541" y="1"/>
                    <a:pt x="241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62"/>
            <p:cNvSpPr/>
            <p:nvPr/>
          </p:nvSpPr>
          <p:spPr>
            <a:xfrm>
              <a:off x="3965425" y="2946125"/>
              <a:ext cx="86475" cy="74275"/>
            </a:xfrm>
            <a:custGeom>
              <a:avLst/>
              <a:gdLst/>
              <a:ahLst/>
              <a:cxnLst/>
              <a:rect l="l" t="t" r="r" b="b"/>
              <a:pathLst>
                <a:path w="3459" h="2971" extrusionOk="0">
                  <a:moveTo>
                    <a:pt x="1467" y="0"/>
                  </a:moveTo>
                  <a:cubicBezTo>
                    <a:pt x="664" y="0"/>
                    <a:pt x="0" y="664"/>
                    <a:pt x="0" y="1503"/>
                  </a:cubicBezTo>
                  <a:cubicBezTo>
                    <a:pt x="0" y="2382"/>
                    <a:pt x="728" y="2970"/>
                    <a:pt x="1490" y="2970"/>
                  </a:cubicBezTo>
                  <a:cubicBezTo>
                    <a:pt x="1848" y="2970"/>
                    <a:pt x="2214" y="2841"/>
                    <a:pt x="2515" y="2550"/>
                  </a:cubicBezTo>
                  <a:cubicBezTo>
                    <a:pt x="3458" y="1607"/>
                    <a:pt x="2795" y="0"/>
                    <a:pt x="14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7" name="Google Shape;1447;p62"/>
          <p:cNvSpPr txBox="1">
            <a:spLocks noGrp="1"/>
          </p:cNvSpPr>
          <p:nvPr>
            <p:ph type="subTitle" idx="1"/>
          </p:nvPr>
        </p:nvSpPr>
        <p:spPr>
          <a:xfrm>
            <a:off x="7449494" y="4046494"/>
            <a:ext cx="373381" cy="422483"/>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a:t>
            </a:r>
            <a:endParaRPr dirty="0"/>
          </a:p>
        </p:txBody>
      </p:sp>
      <p:sp>
        <p:nvSpPr>
          <p:cNvPr id="1448" name="Google Shape;1448;p62"/>
          <p:cNvSpPr txBox="1">
            <a:spLocks noGrp="1"/>
          </p:cNvSpPr>
          <p:nvPr>
            <p:ph type="subTitle" idx="2"/>
          </p:nvPr>
        </p:nvSpPr>
        <p:spPr>
          <a:xfrm>
            <a:off x="7790528" y="3963556"/>
            <a:ext cx="384856" cy="422483"/>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t>
            </a:r>
            <a:endParaRPr dirty="0"/>
          </a:p>
        </p:txBody>
      </p:sp>
      <p:pic>
        <p:nvPicPr>
          <p:cNvPr id="2" name="Picture 1">
            <a:extLst>
              <a:ext uri="{FF2B5EF4-FFF2-40B4-BE49-F238E27FC236}">
                <a16:creationId xmlns:a16="http://schemas.microsoft.com/office/drawing/2014/main" id="{BB8679BD-0F51-4A08-958B-8931FFA5AB60}"/>
              </a:ext>
            </a:extLst>
          </p:cNvPr>
          <p:cNvPicPr>
            <a:picLocks noChangeAspect="1"/>
          </p:cNvPicPr>
          <p:nvPr/>
        </p:nvPicPr>
        <p:blipFill>
          <a:blip r:embed="rId3"/>
          <a:stretch>
            <a:fillRect/>
          </a:stretch>
        </p:blipFill>
        <p:spPr>
          <a:xfrm>
            <a:off x="31162" y="4161440"/>
            <a:ext cx="1146147" cy="95105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sp>
        <p:nvSpPr>
          <p:cNvPr id="1021" name="Google Shape;1021;p55"/>
          <p:cNvSpPr txBox="1">
            <a:spLocks noGrp="1"/>
          </p:cNvSpPr>
          <p:nvPr>
            <p:ph type="title"/>
          </p:nvPr>
        </p:nvSpPr>
        <p:spPr>
          <a:xfrm>
            <a:off x="43155" y="650819"/>
            <a:ext cx="9144001" cy="70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PROPOSED SYSTEM</a:t>
            </a:r>
            <a:br>
              <a:rPr lang="en-IN" dirty="0"/>
            </a:br>
            <a:endParaRPr dirty="0"/>
          </a:p>
        </p:txBody>
      </p:sp>
      <p:sp>
        <p:nvSpPr>
          <p:cNvPr id="1022" name="Google Shape;1022;p55"/>
          <p:cNvSpPr txBox="1">
            <a:spLocks noGrp="1"/>
          </p:cNvSpPr>
          <p:nvPr>
            <p:ph type="subTitle" idx="1"/>
          </p:nvPr>
        </p:nvSpPr>
        <p:spPr>
          <a:xfrm>
            <a:off x="299676" y="1131121"/>
            <a:ext cx="8437069" cy="3487613"/>
          </a:xfrm>
          <a:prstGeom prst="rect">
            <a:avLst/>
          </a:prstGeom>
        </p:spPr>
        <p:txBody>
          <a:bodyPr spcFirstLastPara="1" wrap="square" lIns="91425" tIns="91425" rIns="91425" bIns="91425" anchor="t" anchorCtr="0">
            <a:noAutofit/>
          </a:bodyPr>
          <a:lstStyle/>
          <a:p>
            <a:pPr marL="0" lvl="0" indent="0" algn="just" rtl="0">
              <a:lnSpc>
                <a:spcPct val="150000"/>
              </a:lnSpc>
              <a:spcBef>
                <a:spcPts val="0"/>
              </a:spcBef>
              <a:spcAft>
                <a:spcPts val="0"/>
              </a:spcAft>
            </a:pPr>
            <a:r>
              <a:rPr lang="en-US" sz="1400" dirty="0"/>
              <a:t>The proposed system introduces a blockchain-based approach to forensic evidence management, leveraging the unique properties of blockchain technology to address the challenges inherent in traditional systems. </a:t>
            </a:r>
          </a:p>
          <a:p>
            <a:pPr marL="285750" lvl="0" indent="-285750" algn="just" rtl="0">
              <a:lnSpc>
                <a:spcPct val="150000"/>
              </a:lnSpc>
              <a:spcBef>
                <a:spcPts val="0"/>
              </a:spcBef>
              <a:spcAft>
                <a:spcPts val="0"/>
              </a:spcAft>
              <a:buFont typeface="Arial" panose="020B0604020202020204" pitchFamily="34" charset="0"/>
              <a:buChar char="•"/>
            </a:pPr>
            <a:r>
              <a:rPr lang="en-US" sz="1400" dirty="0"/>
              <a:t>Decentralized and Immutable Storage: Stores evidence in a decentralized, tamper-resistant manner, ensuring integrity and authenticity.</a:t>
            </a:r>
          </a:p>
          <a:p>
            <a:pPr marL="285750" lvl="0" indent="-285750" algn="just" rtl="0">
              <a:lnSpc>
                <a:spcPct val="150000"/>
              </a:lnSpc>
              <a:spcBef>
                <a:spcPts val="0"/>
              </a:spcBef>
              <a:spcAft>
                <a:spcPts val="0"/>
              </a:spcAft>
              <a:buFont typeface="Arial" panose="020B0604020202020204" pitchFamily="34" charset="0"/>
              <a:buChar char="•"/>
            </a:pPr>
            <a:r>
              <a:rPr lang="en-US" sz="1400" dirty="0"/>
              <a:t>Smart Contracts for Chain of Custody: Automates custody updates with self-executing contracts, reducing human error and improving efficiency.</a:t>
            </a:r>
          </a:p>
          <a:p>
            <a:pPr marL="285750" lvl="0" indent="-285750" algn="just" rtl="0">
              <a:lnSpc>
                <a:spcPct val="150000"/>
              </a:lnSpc>
              <a:spcBef>
                <a:spcPts val="0"/>
              </a:spcBef>
              <a:spcAft>
                <a:spcPts val="0"/>
              </a:spcAft>
              <a:buFont typeface="Arial" panose="020B0604020202020204" pitchFamily="34" charset="0"/>
              <a:buChar char="•"/>
            </a:pPr>
            <a:r>
              <a:rPr lang="en-US" sz="1400" dirty="0"/>
              <a:t>Enhanced Security and Privacy: Secures evidence access with cryptography, allowing only authorized users to view data.</a:t>
            </a:r>
          </a:p>
          <a:p>
            <a:pPr marL="285750" lvl="0" indent="-285750" algn="just" rtl="0">
              <a:lnSpc>
                <a:spcPct val="150000"/>
              </a:lnSpc>
              <a:spcBef>
                <a:spcPts val="0"/>
              </a:spcBef>
              <a:spcAft>
                <a:spcPts val="0"/>
              </a:spcAft>
              <a:buFont typeface="Arial" panose="020B0604020202020204" pitchFamily="34" charset="0"/>
              <a:buChar char="•"/>
            </a:pPr>
            <a:r>
              <a:rPr lang="en-US" sz="1400" dirty="0"/>
              <a:t>Transparency and Accountability: Enables all authorized parties to access and verify evidence records, promoting accountability.</a:t>
            </a:r>
            <a:endParaRPr sz="1400" dirty="0"/>
          </a:p>
        </p:txBody>
      </p:sp>
      <p:grpSp>
        <p:nvGrpSpPr>
          <p:cNvPr id="1023" name="Google Shape;1023;p55"/>
          <p:cNvGrpSpPr/>
          <p:nvPr/>
        </p:nvGrpSpPr>
        <p:grpSpPr>
          <a:xfrm>
            <a:off x="1645920" y="3981601"/>
            <a:ext cx="7753689" cy="1893420"/>
            <a:chOff x="2594362" y="3405138"/>
            <a:chExt cx="7041578" cy="2323799"/>
          </a:xfrm>
        </p:grpSpPr>
        <p:sp>
          <p:nvSpPr>
            <p:cNvPr id="1024" name="Google Shape;1024;p55"/>
            <p:cNvSpPr/>
            <p:nvPr/>
          </p:nvSpPr>
          <p:spPr>
            <a:xfrm>
              <a:off x="2594362" y="3405138"/>
              <a:ext cx="7041578" cy="2323799"/>
            </a:xfrm>
            <a:custGeom>
              <a:avLst/>
              <a:gdLst/>
              <a:ahLst/>
              <a:cxnLst/>
              <a:rect l="l" t="t" r="r" b="b"/>
              <a:pathLst>
                <a:path w="208593" h="68838" extrusionOk="0">
                  <a:moveTo>
                    <a:pt x="206993" y="1"/>
                  </a:moveTo>
                  <a:lnTo>
                    <a:pt x="1" y="58101"/>
                  </a:lnTo>
                  <a:lnTo>
                    <a:pt x="1105" y="68838"/>
                  </a:lnTo>
                  <a:lnTo>
                    <a:pt x="28835" y="65990"/>
                  </a:lnTo>
                  <a:lnTo>
                    <a:pt x="208593" y="15538"/>
                  </a:lnTo>
                  <a:lnTo>
                    <a:pt x="2069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55"/>
            <p:cNvSpPr/>
            <p:nvPr/>
          </p:nvSpPr>
          <p:spPr>
            <a:xfrm>
              <a:off x="5940675" y="4301265"/>
              <a:ext cx="448907" cy="665529"/>
            </a:xfrm>
            <a:custGeom>
              <a:avLst/>
              <a:gdLst/>
              <a:ahLst/>
              <a:cxnLst/>
              <a:rect l="l" t="t" r="r" b="b"/>
              <a:pathLst>
                <a:path w="13298" h="19715" extrusionOk="0">
                  <a:moveTo>
                    <a:pt x="13298" y="1"/>
                  </a:moveTo>
                  <a:lnTo>
                    <a:pt x="865" y="3489"/>
                  </a:lnTo>
                  <a:lnTo>
                    <a:pt x="1" y="19714"/>
                  </a:lnTo>
                  <a:lnTo>
                    <a:pt x="12434" y="16226"/>
                  </a:lnTo>
                  <a:lnTo>
                    <a:pt x="132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55"/>
            <p:cNvSpPr/>
            <p:nvPr/>
          </p:nvSpPr>
          <p:spPr>
            <a:xfrm>
              <a:off x="5105042" y="4535711"/>
              <a:ext cx="448907" cy="666035"/>
            </a:xfrm>
            <a:custGeom>
              <a:avLst/>
              <a:gdLst/>
              <a:ahLst/>
              <a:cxnLst/>
              <a:rect l="l" t="t" r="r" b="b"/>
              <a:pathLst>
                <a:path w="13298" h="19730" extrusionOk="0">
                  <a:moveTo>
                    <a:pt x="13298" y="0"/>
                  </a:moveTo>
                  <a:lnTo>
                    <a:pt x="865" y="3505"/>
                  </a:lnTo>
                  <a:lnTo>
                    <a:pt x="1" y="19730"/>
                  </a:lnTo>
                  <a:lnTo>
                    <a:pt x="12434" y="16226"/>
                  </a:lnTo>
                  <a:lnTo>
                    <a:pt x="1329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55"/>
            <p:cNvSpPr/>
            <p:nvPr/>
          </p:nvSpPr>
          <p:spPr>
            <a:xfrm>
              <a:off x="6776308" y="4066853"/>
              <a:ext cx="448907" cy="665495"/>
            </a:xfrm>
            <a:custGeom>
              <a:avLst/>
              <a:gdLst/>
              <a:ahLst/>
              <a:cxnLst/>
              <a:rect l="l" t="t" r="r" b="b"/>
              <a:pathLst>
                <a:path w="13298" h="19714" extrusionOk="0">
                  <a:moveTo>
                    <a:pt x="13297" y="0"/>
                  </a:moveTo>
                  <a:lnTo>
                    <a:pt x="865" y="3488"/>
                  </a:lnTo>
                  <a:lnTo>
                    <a:pt x="0" y="19714"/>
                  </a:lnTo>
                  <a:lnTo>
                    <a:pt x="12433" y="16225"/>
                  </a:lnTo>
                  <a:lnTo>
                    <a:pt x="132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55"/>
            <p:cNvSpPr/>
            <p:nvPr/>
          </p:nvSpPr>
          <p:spPr>
            <a:xfrm>
              <a:off x="9283748" y="3405138"/>
              <a:ext cx="352192" cy="623400"/>
            </a:xfrm>
            <a:custGeom>
              <a:avLst/>
              <a:gdLst/>
              <a:ahLst/>
              <a:cxnLst/>
              <a:rect l="l" t="t" r="r" b="b"/>
              <a:pathLst>
                <a:path w="10433" h="18467" extrusionOk="0">
                  <a:moveTo>
                    <a:pt x="8833" y="1"/>
                  </a:moveTo>
                  <a:lnTo>
                    <a:pt x="864" y="2241"/>
                  </a:lnTo>
                  <a:lnTo>
                    <a:pt x="0" y="18466"/>
                  </a:lnTo>
                  <a:lnTo>
                    <a:pt x="10433" y="15538"/>
                  </a:lnTo>
                  <a:lnTo>
                    <a:pt x="883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55"/>
            <p:cNvSpPr/>
            <p:nvPr/>
          </p:nvSpPr>
          <p:spPr>
            <a:xfrm>
              <a:off x="7612481" y="3832407"/>
              <a:ext cx="448907" cy="665529"/>
            </a:xfrm>
            <a:custGeom>
              <a:avLst/>
              <a:gdLst/>
              <a:ahLst/>
              <a:cxnLst/>
              <a:rect l="l" t="t" r="r" b="b"/>
              <a:pathLst>
                <a:path w="13298" h="19715" extrusionOk="0">
                  <a:moveTo>
                    <a:pt x="13297" y="1"/>
                  </a:moveTo>
                  <a:lnTo>
                    <a:pt x="864" y="3489"/>
                  </a:lnTo>
                  <a:lnTo>
                    <a:pt x="0" y="19714"/>
                  </a:lnTo>
                  <a:lnTo>
                    <a:pt x="12433" y="16226"/>
                  </a:lnTo>
                  <a:lnTo>
                    <a:pt x="132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55"/>
            <p:cNvSpPr/>
            <p:nvPr/>
          </p:nvSpPr>
          <p:spPr>
            <a:xfrm>
              <a:off x="8448115" y="3597455"/>
              <a:ext cx="448907" cy="665495"/>
            </a:xfrm>
            <a:custGeom>
              <a:avLst/>
              <a:gdLst/>
              <a:ahLst/>
              <a:cxnLst/>
              <a:rect l="l" t="t" r="r" b="b"/>
              <a:pathLst>
                <a:path w="13298" h="19714" extrusionOk="0">
                  <a:moveTo>
                    <a:pt x="13297" y="0"/>
                  </a:moveTo>
                  <a:lnTo>
                    <a:pt x="864" y="3488"/>
                  </a:lnTo>
                  <a:lnTo>
                    <a:pt x="0" y="19714"/>
                  </a:lnTo>
                  <a:lnTo>
                    <a:pt x="12433" y="16225"/>
                  </a:lnTo>
                  <a:lnTo>
                    <a:pt x="132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55"/>
            <p:cNvSpPr/>
            <p:nvPr/>
          </p:nvSpPr>
          <p:spPr>
            <a:xfrm>
              <a:off x="4269409" y="4770663"/>
              <a:ext cx="448907" cy="665529"/>
            </a:xfrm>
            <a:custGeom>
              <a:avLst/>
              <a:gdLst/>
              <a:ahLst/>
              <a:cxnLst/>
              <a:rect l="l" t="t" r="r" b="b"/>
              <a:pathLst>
                <a:path w="13298" h="19715" extrusionOk="0">
                  <a:moveTo>
                    <a:pt x="13298" y="1"/>
                  </a:moveTo>
                  <a:lnTo>
                    <a:pt x="865" y="3489"/>
                  </a:lnTo>
                  <a:lnTo>
                    <a:pt x="1" y="19714"/>
                  </a:lnTo>
                  <a:lnTo>
                    <a:pt x="12434" y="16226"/>
                  </a:lnTo>
                  <a:lnTo>
                    <a:pt x="132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55"/>
            <p:cNvSpPr/>
            <p:nvPr/>
          </p:nvSpPr>
          <p:spPr>
            <a:xfrm>
              <a:off x="3434856" y="5005109"/>
              <a:ext cx="447287" cy="641730"/>
            </a:xfrm>
            <a:custGeom>
              <a:avLst/>
              <a:gdLst/>
              <a:ahLst/>
              <a:cxnLst/>
              <a:rect l="l" t="t" r="r" b="b"/>
              <a:pathLst>
                <a:path w="13250" h="19010" extrusionOk="0">
                  <a:moveTo>
                    <a:pt x="13250" y="0"/>
                  </a:moveTo>
                  <a:lnTo>
                    <a:pt x="817" y="3489"/>
                  </a:lnTo>
                  <a:lnTo>
                    <a:pt x="1" y="19010"/>
                  </a:lnTo>
                  <a:lnTo>
                    <a:pt x="3937" y="18594"/>
                  </a:lnTo>
                  <a:lnTo>
                    <a:pt x="12386" y="16226"/>
                  </a:lnTo>
                  <a:lnTo>
                    <a:pt x="1325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55"/>
            <p:cNvSpPr/>
            <p:nvPr/>
          </p:nvSpPr>
          <p:spPr>
            <a:xfrm>
              <a:off x="2615426" y="5239521"/>
              <a:ext cx="431083" cy="489416"/>
            </a:xfrm>
            <a:custGeom>
              <a:avLst/>
              <a:gdLst/>
              <a:ahLst/>
              <a:cxnLst/>
              <a:rect l="l" t="t" r="r" b="b"/>
              <a:pathLst>
                <a:path w="12770" h="14498" extrusionOk="0">
                  <a:moveTo>
                    <a:pt x="12770" y="1"/>
                  </a:moveTo>
                  <a:lnTo>
                    <a:pt x="337" y="3489"/>
                  </a:lnTo>
                  <a:lnTo>
                    <a:pt x="1" y="9874"/>
                  </a:lnTo>
                  <a:lnTo>
                    <a:pt x="481" y="14498"/>
                  </a:lnTo>
                  <a:lnTo>
                    <a:pt x="12066" y="13314"/>
                  </a:lnTo>
                  <a:lnTo>
                    <a:pt x="127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4" name="Google Shape;1034;p55"/>
          <p:cNvGrpSpPr/>
          <p:nvPr/>
        </p:nvGrpSpPr>
        <p:grpSpPr>
          <a:xfrm>
            <a:off x="0" y="-284919"/>
            <a:ext cx="9230313" cy="1256591"/>
            <a:chOff x="-4" y="813440"/>
            <a:chExt cx="9230313" cy="1569758"/>
          </a:xfrm>
        </p:grpSpPr>
        <p:sp>
          <p:nvSpPr>
            <p:cNvPr id="1035" name="Google Shape;1035;p55"/>
            <p:cNvSpPr/>
            <p:nvPr/>
          </p:nvSpPr>
          <p:spPr>
            <a:xfrm>
              <a:off x="-4" y="813440"/>
              <a:ext cx="9230313" cy="1569758"/>
            </a:xfrm>
            <a:custGeom>
              <a:avLst/>
              <a:gdLst/>
              <a:ahLst/>
              <a:cxnLst/>
              <a:rect l="l" t="t" r="r" b="b"/>
              <a:pathLst>
                <a:path w="273430" h="46501" extrusionOk="0">
                  <a:moveTo>
                    <a:pt x="0" y="1"/>
                  </a:moveTo>
                  <a:lnTo>
                    <a:pt x="0" y="19954"/>
                  </a:lnTo>
                  <a:lnTo>
                    <a:pt x="192591" y="38660"/>
                  </a:lnTo>
                  <a:lnTo>
                    <a:pt x="273429" y="46500"/>
                  </a:lnTo>
                  <a:lnTo>
                    <a:pt x="273429" y="26547"/>
                  </a:lnTo>
                  <a:lnTo>
                    <a:pt x="145371" y="14114"/>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55"/>
            <p:cNvSpPr/>
            <p:nvPr/>
          </p:nvSpPr>
          <p:spPr>
            <a:xfrm>
              <a:off x="4439040" y="1272576"/>
              <a:ext cx="851330" cy="700097"/>
            </a:xfrm>
            <a:custGeom>
              <a:avLst/>
              <a:gdLst/>
              <a:ahLst/>
              <a:cxnLst/>
              <a:rect l="l" t="t" r="r" b="b"/>
              <a:pathLst>
                <a:path w="25219" h="20739" extrusionOk="0">
                  <a:moveTo>
                    <a:pt x="8625" y="1"/>
                  </a:moveTo>
                  <a:lnTo>
                    <a:pt x="0" y="19122"/>
                  </a:lnTo>
                  <a:lnTo>
                    <a:pt x="16593" y="20738"/>
                  </a:lnTo>
                  <a:lnTo>
                    <a:pt x="25218" y="1617"/>
                  </a:lnTo>
                  <a:lnTo>
                    <a:pt x="8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55"/>
            <p:cNvSpPr/>
            <p:nvPr/>
          </p:nvSpPr>
          <p:spPr>
            <a:xfrm>
              <a:off x="5554455" y="1381174"/>
              <a:ext cx="850790" cy="699523"/>
            </a:xfrm>
            <a:custGeom>
              <a:avLst/>
              <a:gdLst/>
              <a:ahLst/>
              <a:cxnLst/>
              <a:rect l="l" t="t" r="r" b="b"/>
              <a:pathLst>
                <a:path w="25203" h="20722" extrusionOk="0">
                  <a:moveTo>
                    <a:pt x="8625" y="0"/>
                  </a:moveTo>
                  <a:lnTo>
                    <a:pt x="1" y="19106"/>
                  </a:lnTo>
                  <a:lnTo>
                    <a:pt x="10401" y="20114"/>
                  </a:lnTo>
                  <a:lnTo>
                    <a:pt x="16594" y="20722"/>
                  </a:lnTo>
                  <a:lnTo>
                    <a:pt x="25203" y="1600"/>
                  </a:lnTo>
                  <a:lnTo>
                    <a:pt x="15234" y="640"/>
                  </a:lnTo>
                  <a:lnTo>
                    <a:pt x="86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55"/>
            <p:cNvSpPr/>
            <p:nvPr/>
          </p:nvSpPr>
          <p:spPr>
            <a:xfrm>
              <a:off x="3324131" y="1164552"/>
              <a:ext cx="850790" cy="699557"/>
            </a:xfrm>
            <a:custGeom>
              <a:avLst/>
              <a:gdLst/>
              <a:ahLst/>
              <a:cxnLst/>
              <a:rect l="l" t="t" r="r" b="b"/>
              <a:pathLst>
                <a:path w="25203" h="20723" extrusionOk="0">
                  <a:moveTo>
                    <a:pt x="8609" y="1"/>
                  </a:moveTo>
                  <a:lnTo>
                    <a:pt x="1" y="19122"/>
                  </a:lnTo>
                  <a:lnTo>
                    <a:pt x="9873" y="20082"/>
                  </a:lnTo>
                  <a:lnTo>
                    <a:pt x="16578" y="20722"/>
                  </a:lnTo>
                  <a:lnTo>
                    <a:pt x="25203" y="1601"/>
                  </a:lnTo>
                  <a:lnTo>
                    <a:pt x="17938" y="897"/>
                  </a:lnTo>
                  <a:lnTo>
                    <a:pt x="860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55"/>
            <p:cNvSpPr/>
            <p:nvPr/>
          </p:nvSpPr>
          <p:spPr>
            <a:xfrm>
              <a:off x="-4" y="839906"/>
              <a:ext cx="829692" cy="699557"/>
            </a:xfrm>
            <a:custGeom>
              <a:avLst/>
              <a:gdLst/>
              <a:ahLst/>
              <a:cxnLst/>
              <a:rect l="l" t="t" r="r" b="b"/>
              <a:pathLst>
                <a:path w="24578" h="20723" extrusionOk="0">
                  <a:moveTo>
                    <a:pt x="7985" y="1"/>
                  </a:moveTo>
                  <a:lnTo>
                    <a:pt x="0" y="17698"/>
                  </a:lnTo>
                  <a:lnTo>
                    <a:pt x="0" y="19170"/>
                  </a:lnTo>
                  <a:lnTo>
                    <a:pt x="15953" y="20722"/>
                  </a:lnTo>
                  <a:lnTo>
                    <a:pt x="24578" y="1601"/>
                  </a:lnTo>
                  <a:lnTo>
                    <a:pt x="79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55"/>
            <p:cNvSpPr/>
            <p:nvPr/>
          </p:nvSpPr>
          <p:spPr>
            <a:xfrm>
              <a:off x="2208716" y="1055988"/>
              <a:ext cx="851297" cy="700063"/>
            </a:xfrm>
            <a:custGeom>
              <a:avLst/>
              <a:gdLst/>
              <a:ahLst/>
              <a:cxnLst/>
              <a:rect l="l" t="t" r="r" b="b"/>
              <a:pathLst>
                <a:path w="25218" h="20738" extrusionOk="0">
                  <a:moveTo>
                    <a:pt x="8625" y="0"/>
                  </a:moveTo>
                  <a:lnTo>
                    <a:pt x="0" y="19122"/>
                  </a:lnTo>
                  <a:lnTo>
                    <a:pt x="8881" y="19986"/>
                  </a:lnTo>
                  <a:lnTo>
                    <a:pt x="16593" y="20738"/>
                  </a:lnTo>
                  <a:lnTo>
                    <a:pt x="25218" y="1617"/>
                  </a:lnTo>
                  <a:lnTo>
                    <a:pt x="86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55"/>
            <p:cNvSpPr/>
            <p:nvPr/>
          </p:nvSpPr>
          <p:spPr>
            <a:xfrm>
              <a:off x="1093807" y="947964"/>
              <a:ext cx="850790" cy="700063"/>
            </a:xfrm>
            <a:custGeom>
              <a:avLst/>
              <a:gdLst/>
              <a:ahLst/>
              <a:cxnLst/>
              <a:rect l="l" t="t" r="r" b="b"/>
              <a:pathLst>
                <a:path w="25203" h="20738" extrusionOk="0">
                  <a:moveTo>
                    <a:pt x="8609" y="0"/>
                  </a:moveTo>
                  <a:lnTo>
                    <a:pt x="0" y="19122"/>
                  </a:lnTo>
                  <a:lnTo>
                    <a:pt x="9345" y="20034"/>
                  </a:lnTo>
                  <a:lnTo>
                    <a:pt x="16578" y="20738"/>
                  </a:lnTo>
                  <a:lnTo>
                    <a:pt x="25202" y="1616"/>
                  </a:lnTo>
                  <a:lnTo>
                    <a:pt x="12993" y="432"/>
                  </a:lnTo>
                  <a:lnTo>
                    <a:pt x="860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55"/>
            <p:cNvSpPr/>
            <p:nvPr/>
          </p:nvSpPr>
          <p:spPr>
            <a:xfrm>
              <a:off x="6669364" y="1489198"/>
              <a:ext cx="851330" cy="699523"/>
            </a:xfrm>
            <a:custGeom>
              <a:avLst/>
              <a:gdLst/>
              <a:ahLst/>
              <a:cxnLst/>
              <a:rect l="l" t="t" r="r" b="b"/>
              <a:pathLst>
                <a:path w="25219" h="20722" extrusionOk="0">
                  <a:moveTo>
                    <a:pt x="8625" y="0"/>
                  </a:moveTo>
                  <a:lnTo>
                    <a:pt x="0" y="19122"/>
                  </a:lnTo>
                  <a:lnTo>
                    <a:pt x="16593" y="20722"/>
                  </a:lnTo>
                  <a:lnTo>
                    <a:pt x="25218" y="1616"/>
                  </a:lnTo>
                  <a:lnTo>
                    <a:pt x="86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55"/>
            <p:cNvSpPr/>
            <p:nvPr/>
          </p:nvSpPr>
          <p:spPr>
            <a:xfrm>
              <a:off x="7784780" y="1597222"/>
              <a:ext cx="850790" cy="700097"/>
            </a:xfrm>
            <a:custGeom>
              <a:avLst/>
              <a:gdLst/>
              <a:ahLst/>
              <a:cxnLst/>
              <a:rect l="l" t="t" r="r" b="b"/>
              <a:pathLst>
                <a:path w="25203" h="20739" extrusionOk="0">
                  <a:moveTo>
                    <a:pt x="8625" y="1"/>
                  </a:moveTo>
                  <a:lnTo>
                    <a:pt x="1" y="19122"/>
                  </a:lnTo>
                  <a:lnTo>
                    <a:pt x="16594" y="20738"/>
                  </a:lnTo>
                  <a:lnTo>
                    <a:pt x="25203" y="1617"/>
                  </a:lnTo>
                  <a:lnTo>
                    <a:pt x="8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55"/>
            <p:cNvSpPr/>
            <p:nvPr/>
          </p:nvSpPr>
          <p:spPr>
            <a:xfrm>
              <a:off x="8900229" y="1705786"/>
              <a:ext cx="330081" cy="677412"/>
            </a:xfrm>
            <a:custGeom>
              <a:avLst/>
              <a:gdLst/>
              <a:ahLst/>
              <a:cxnLst/>
              <a:rect l="l" t="t" r="r" b="b"/>
              <a:pathLst>
                <a:path w="9778" h="20067" extrusionOk="0">
                  <a:moveTo>
                    <a:pt x="8609" y="1"/>
                  </a:moveTo>
                  <a:lnTo>
                    <a:pt x="0" y="19106"/>
                  </a:lnTo>
                  <a:lnTo>
                    <a:pt x="9777" y="20066"/>
                  </a:lnTo>
                  <a:lnTo>
                    <a:pt x="9777" y="113"/>
                  </a:lnTo>
                  <a:lnTo>
                    <a:pt x="860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a:extLst>
              <a:ext uri="{FF2B5EF4-FFF2-40B4-BE49-F238E27FC236}">
                <a16:creationId xmlns:a16="http://schemas.microsoft.com/office/drawing/2014/main" id="{5F0D48EE-BD69-4DC8-B587-17CA4A105ADF}"/>
              </a:ext>
            </a:extLst>
          </p:cNvPr>
          <p:cNvPicPr>
            <a:picLocks noChangeAspect="1"/>
          </p:cNvPicPr>
          <p:nvPr/>
        </p:nvPicPr>
        <p:blipFill>
          <a:blip r:embed="rId3"/>
          <a:stretch>
            <a:fillRect/>
          </a:stretch>
        </p:blipFill>
        <p:spPr>
          <a:xfrm>
            <a:off x="-1667809" y="2446019"/>
            <a:ext cx="3961091" cy="49937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0"/>
        <p:cNvGrpSpPr/>
        <p:nvPr/>
      </p:nvGrpSpPr>
      <p:grpSpPr>
        <a:xfrm>
          <a:off x="0" y="0"/>
          <a:ext cx="0" cy="0"/>
          <a:chOff x="0" y="0"/>
          <a:chExt cx="0" cy="0"/>
        </a:xfrm>
      </p:grpSpPr>
      <p:sp>
        <p:nvSpPr>
          <p:cNvPr id="1337" name="Google Shape;1337;p61"/>
          <p:cNvSpPr txBox="1">
            <a:spLocks noGrp="1"/>
          </p:cNvSpPr>
          <p:nvPr>
            <p:ph type="title"/>
          </p:nvPr>
        </p:nvSpPr>
        <p:spPr>
          <a:xfrm>
            <a:off x="274320" y="71335"/>
            <a:ext cx="3860618" cy="1100989"/>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SOFTWARE REQUIREMENTS</a:t>
            </a:r>
          </a:p>
        </p:txBody>
      </p:sp>
      <p:sp>
        <p:nvSpPr>
          <p:cNvPr id="1338" name="Google Shape;1338;p61"/>
          <p:cNvSpPr txBox="1">
            <a:spLocks noGrp="1"/>
          </p:cNvSpPr>
          <p:nvPr>
            <p:ph type="subTitle" idx="1"/>
          </p:nvPr>
        </p:nvSpPr>
        <p:spPr>
          <a:xfrm>
            <a:off x="274320" y="1120491"/>
            <a:ext cx="3860618" cy="2162310"/>
          </a:xfrm>
          <a:prstGeom prst="rect">
            <a:avLst/>
          </a:prstGeom>
        </p:spPr>
        <p:txBody>
          <a:bodyPr spcFirstLastPara="1" wrap="square" lIns="91425" tIns="91425" rIns="91425" bIns="91425" anchor="ctr" anchorCtr="0">
            <a:noAutofit/>
          </a:bodyPr>
          <a:lstStyle/>
          <a:p>
            <a:pPr marL="285750" lvl="0" indent="-285750" algn="l" rtl="0">
              <a:lnSpc>
                <a:spcPct val="150000"/>
              </a:lnSpc>
              <a:spcBef>
                <a:spcPts val="0"/>
              </a:spcBef>
              <a:spcAft>
                <a:spcPts val="0"/>
              </a:spcAft>
              <a:buFont typeface="Arial" panose="020B0604020202020204" pitchFamily="34" charset="0"/>
              <a:buChar char="•"/>
            </a:pPr>
            <a:r>
              <a:rPr lang="en-IN" sz="1400" dirty="0"/>
              <a:t>Operating System: Windows</a:t>
            </a:r>
          </a:p>
          <a:p>
            <a:pPr marL="285750" lvl="0" indent="-285750" algn="l" rtl="0">
              <a:lnSpc>
                <a:spcPct val="150000"/>
              </a:lnSpc>
              <a:spcBef>
                <a:spcPts val="0"/>
              </a:spcBef>
              <a:spcAft>
                <a:spcPts val="0"/>
              </a:spcAft>
              <a:buFont typeface="Arial" panose="020B0604020202020204" pitchFamily="34" charset="0"/>
              <a:buChar char="•"/>
            </a:pPr>
            <a:r>
              <a:rPr lang="en-US" sz="1400" dirty="0"/>
              <a:t>Smart Contract Language: Chaincode or Solidity</a:t>
            </a:r>
          </a:p>
          <a:p>
            <a:pPr marL="285750" lvl="0" indent="-285750" algn="l" rtl="0">
              <a:lnSpc>
                <a:spcPct val="150000"/>
              </a:lnSpc>
              <a:spcBef>
                <a:spcPts val="0"/>
              </a:spcBef>
              <a:spcAft>
                <a:spcPts val="0"/>
              </a:spcAft>
              <a:buFont typeface="Arial" panose="020B0604020202020204" pitchFamily="34" charset="0"/>
              <a:buChar char="•"/>
            </a:pPr>
            <a:r>
              <a:rPr lang="en-US" sz="1400" dirty="0"/>
              <a:t> Frontend Framework: React</a:t>
            </a:r>
          </a:p>
          <a:p>
            <a:pPr marL="285750" lvl="0" indent="-285750" algn="l" rtl="0">
              <a:lnSpc>
                <a:spcPct val="150000"/>
              </a:lnSpc>
              <a:spcBef>
                <a:spcPts val="0"/>
              </a:spcBef>
              <a:spcAft>
                <a:spcPts val="0"/>
              </a:spcAft>
              <a:buFont typeface="Arial" panose="020B0604020202020204" pitchFamily="34" charset="0"/>
              <a:buChar char="•"/>
            </a:pPr>
            <a:r>
              <a:rPr lang="en-IN" sz="1400" dirty="0"/>
              <a:t>Backend Framework: Node.js or Python (Flask/Django)</a:t>
            </a:r>
            <a:endParaRPr sz="1400" dirty="0"/>
          </a:p>
        </p:txBody>
      </p:sp>
      <p:sp>
        <p:nvSpPr>
          <p:cNvPr id="1339" name="Google Shape;1339;p61"/>
          <p:cNvSpPr txBox="1">
            <a:spLocks noGrp="1"/>
          </p:cNvSpPr>
          <p:nvPr>
            <p:ph type="subTitle" idx="2"/>
          </p:nvPr>
        </p:nvSpPr>
        <p:spPr>
          <a:xfrm>
            <a:off x="5009062" y="22692"/>
            <a:ext cx="4134938" cy="107998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3000" dirty="0"/>
              <a:t>HARDWARE REQUIREMENTS</a:t>
            </a:r>
          </a:p>
        </p:txBody>
      </p:sp>
      <p:sp>
        <p:nvSpPr>
          <p:cNvPr id="1340" name="Google Shape;1340;p61"/>
          <p:cNvSpPr txBox="1">
            <a:spLocks noGrp="1"/>
          </p:cNvSpPr>
          <p:nvPr>
            <p:ph type="subTitle" idx="3"/>
          </p:nvPr>
        </p:nvSpPr>
        <p:spPr>
          <a:xfrm>
            <a:off x="8995138" y="4403998"/>
            <a:ext cx="317318" cy="542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a:t>
            </a:r>
            <a:endParaRPr dirty="0"/>
          </a:p>
        </p:txBody>
      </p:sp>
      <p:sp>
        <p:nvSpPr>
          <p:cNvPr id="1341" name="Google Shape;1341;p61"/>
          <p:cNvSpPr txBox="1">
            <a:spLocks noGrp="1"/>
          </p:cNvSpPr>
          <p:nvPr>
            <p:ph type="subTitle" idx="4"/>
          </p:nvPr>
        </p:nvSpPr>
        <p:spPr>
          <a:xfrm>
            <a:off x="8975272" y="4793247"/>
            <a:ext cx="168728" cy="32756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a:r>
            <a:endParaRPr dirty="0"/>
          </a:p>
        </p:txBody>
      </p:sp>
      <p:sp>
        <p:nvSpPr>
          <p:cNvPr id="1342" name="Google Shape;1342;p61"/>
          <p:cNvSpPr txBox="1">
            <a:spLocks noGrp="1"/>
          </p:cNvSpPr>
          <p:nvPr>
            <p:ph type="subTitle" idx="5"/>
          </p:nvPr>
        </p:nvSpPr>
        <p:spPr>
          <a:xfrm>
            <a:off x="4902430" y="1172324"/>
            <a:ext cx="3860618" cy="2829660"/>
          </a:xfrm>
          <a:prstGeom prst="rect">
            <a:avLst/>
          </a:prstGeom>
        </p:spPr>
        <p:txBody>
          <a:bodyPr spcFirstLastPara="1" wrap="square" lIns="91425" tIns="91425" rIns="91425" bIns="91425" anchor="ctr" anchorCtr="0">
            <a:noAutofit/>
          </a:bodyPr>
          <a:lstStyle/>
          <a:p>
            <a:pPr marL="285750" lvl="0" indent="-285750" algn="l" rtl="0">
              <a:lnSpc>
                <a:spcPct val="150000"/>
              </a:lnSpc>
              <a:spcBef>
                <a:spcPts val="0"/>
              </a:spcBef>
              <a:spcAft>
                <a:spcPts val="0"/>
              </a:spcAft>
              <a:buFont typeface="Arial" panose="020B0604020202020204" pitchFamily="34" charset="0"/>
              <a:buChar char="•"/>
            </a:pPr>
            <a:r>
              <a:rPr lang="en-US" sz="1400" dirty="0"/>
              <a:t>Processor: Intel i5 or equivalent for desktops, Quad-core for mobile</a:t>
            </a:r>
          </a:p>
          <a:p>
            <a:pPr marL="285750" lvl="0" indent="-285750" algn="l" rtl="0">
              <a:lnSpc>
                <a:spcPct val="150000"/>
              </a:lnSpc>
              <a:spcBef>
                <a:spcPts val="0"/>
              </a:spcBef>
              <a:spcAft>
                <a:spcPts val="0"/>
              </a:spcAft>
              <a:buFont typeface="Arial" panose="020B0604020202020204" pitchFamily="34" charset="0"/>
              <a:buChar char="•"/>
            </a:pPr>
            <a:r>
              <a:rPr lang="en-US" sz="1400" dirty="0"/>
              <a:t>RAM: 8GB for desktop, 2GB for mobile (Android/iOS)</a:t>
            </a:r>
          </a:p>
          <a:p>
            <a:pPr marL="285750" lvl="0" indent="-285750" algn="l" rtl="0">
              <a:lnSpc>
                <a:spcPct val="150000"/>
              </a:lnSpc>
              <a:spcBef>
                <a:spcPts val="0"/>
              </a:spcBef>
              <a:spcAft>
                <a:spcPts val="0"/>
              </a:spcAft>
              <a:buFont typeface="Arial" panose="020B0604020202020204" pitchFamily="34" charset="0"/>
              <a:buChar char="•"/>
            </a:pPr>
            <a:r>
              <a:rPr lang="en-US" sz="1400" dirty="0"/>
              <a:t>Storage: 500GB HDD/SSD for desktops, 1TB SSD for servers</a:t>
            </a:r>
          </a:p>
          <a:p>
            <a:pPr marL="285750" lvl="0" indent="-285750" algn="l" rtl="0">
              <a:lnSpc>
                <a:spcPct val="150000"/>
              </a:lnSpc>
              <a:spcBef>
                <a:spcPts val="0"/>
              </a:spcBef>
              <a:spcAft>
                <a:spcPts val="0"/>
              </a:spcAft>
              <a:buFont typeface="Arial" panose="020B0604020202020204" pitchFamily="34" charset="0"/>
              <a:buChar char="•"/>
            </a:pPr>
            <a:r>
              <a:rPr lang="en-US" sz="1400" dirty="0"/>
              <a:t>Network: High-speed internet connection (1 Gbps for servers)</a:t>
            </a:r>
          </a:p>
          <a:p>
            <a:pPr marL="0" lvl="0" indent="0" algn="l" rtl="0">
              <a:spcBef>
                <a:spcPts val="0"/>
              </a:spcBef>
              <a:spcAft>
                <a:spcPts val="0"/>
              </a:spcAft>
              <a:buNone/>
            </a:pPr>
            <a:endParaRPr lang="en-US" dirty="0"/>
          </a:p>
        </p:txBody>
      </p:sp>
      <p:sp>
        <p:nvSpPr>
          <p:cNvPr id="1343" name="Google Shape;1343;p61"/>
          <p:cNvSpPr txBox="1">
            <a:spLocks noGrp="1"/>
          </p:cNvSpPr>
          <p:nvPr>
            <p:ph type="subTitle" idx="6"/>
          </p:nvPr>
        </p:nvSpPr>
        <p:spPr>
          <a:xfrm>
            <a:off x="8975272" y="4793247"/>
            <a:ext cx="256903" cy="4457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a:r>
            <a:endParaRPr dirty="0"/>
          </a:p>
        </p:txBody>
      </p:sp>
      <p:sp>
        <p:nvSpPr>
          <p:cNvPr id="1344" name="Google Shape;1344;p61"/>
          <p:cNvSpPr txBox="1">
            <a:spLocks noGrp="1"/>
          </p:cNvSpPr>
          <p:nvPr>
            <p:ph type="subTitle" idx="7"/>
          </p:nvPr>
        </p:nvSpPr>
        <p:spPr>
          <a:xfrm>
            <a:off x="-179417" y="4452989"/>
            <a:ext cx="453737" cy="690511"/>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t>
            </a:r>
            <a:endParaRPr dirty="0"/>
          </a:p>
        </p:txBody>
      </p:sp>
      <p:sp>
        <p:nvSpPr>
          <p:cNvPr id="1345" name="Google Shape;1345;p61"/>
          <p:cNvSpPr txBox="1">
            <a:spLocks noGrp="1"/>
          </p:cNvSpPr>
          <p:nvPr>
            <p:ph type="subTitle" idx="8"/>
          </p:nvPr>
        </p:nvSpPr>
        <p:spPr>
          <a:xfrm>
            <a:off x="8975543" y="4782489"/>
            <a:ext cx="336913" cy="4565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a:r>
            <a:endParaRPr dirty="0"/>
          </a:p>
        </p:txBody>
      </p:sp>
      <p:sp>
        <p:nvSpPr>
          <p:cNvPr id="1346" name="Google Shape;1346;p61"/>
          <p:cNvSpPr txBox="1">
            <a:spLocks noGrp="1"/>
          </p:cNvSpPr>
          <p:nvPr>
            <p:ph type="subTitle" idx="9"/>
          </p:nvPr>
        </p:nvSpPr>
        <p:spPr>
          <a:xfrm>
            <a:off x="8962402" y="4154268"/>
            <a:ext cx="317318" cy="68376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t>
            </a:r>
            <a:endParaRPr dirty="0"/>
          </a:p>
        </p:txBody>
      </p:sp>
      <p:sp>
        <p:nvSpPr>
          <p:cNvPr id="1347" name="Google Shape;1347;p61"/>
          <p:cNvSpPr txBox="1">
            <a:spLocks noGrp="1"/>
          </p:cNvSpPr>
          <p:nvPr>
            <p:ph type="subTitle" idx="13"/>
          </p:nvPr>
        </p:nvSpPr>
        <p:spPr>
          <a:xfrm>
            <a:off x="8986702" y="4782489"/>
            <a:ext cx="268718" cy="54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a:r>
            <a:endParaRPr dirty="0"/>
          </a:p>
        </p:txBody>
      </p:sp>
      <p:sp>
        <p:nvSpPr>
          <p:cNvPr id="1348" name="Google Shape;1348;p61"/>
          <p:cNvSpPr txBox="1">
            <a:spLocks noGrp="1"/>
          </p:cNvSpPr>
          <p:nvPr>
            <p:ph type="subTitle" idx="14"/>
          </p:nvPr>
        </p:nvSpPr>
        <p:spPr>
          <a:xfrm>
            <a:off x="-190034" y="4675048"/>
            <a:ext cx="317318" cy="683759"/>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t>
            </a:r>
            <a:endParaRPr dirty="0"/>
          </a:p>
        </p:txBody>
      </p:sp>
      <p:sp>
        <p:nvSpPr>
          <p:cNvPr id="1349" name="Google Shape;1349;p61"/>
          <p:cNvSpPr txBox="1">
            <a:spLocks noGrp="1"/>
          </p:cNvSpPr>
          <p:nvPr>
            <p:ph type="subTitle" idx="15"/>
          </p:nvPr>
        </p:nvSpPr>
        <p:spPr>
          <a:xfrm>
            <a:off x="8986702" y="4793247"/>
            <a:ext cx="245473" cy="54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a:r>
            <a:endParaRPr dirty="0"/>
          </a:p>
        </p:txBody>
      </p:sp>
      <p:sp>
        <p:nvSpPr>
          <p:cNvPr id="1372" name="Google Shape;1372;p61"/>
          <p:cNvSpPr/>
          <p:nvPr/>
        </p:nvSpPr>
        <p:spPr>
          <a:xfrm>
            <a:off x="1436013" y="3683538"/>
            <a:ext cx="21150" cy="31750"/>
          </a:xfrm>
          <a:custGeom>
            <a:avLst/>
            <a:gdLst/>
            <a:ahLst/>
            <a:cxnLst/>
            <a:rect l="l" t="t" r="r" b="b"/>
            <a:pathLst>
              <a:path w="846" h="1270" extrusionOk="0">
                <a:moveTo>
                  <a:pt x="1" y="0"/>
                </a:moveTo>
                <a:lnTo>
                  <a:pt x="1" y="1269"/>
                </a:lnTo>
                <a:lnTo>
                  <a:pt x="846" y="1269"/>
                </a:lnTo>
                <a:lnTo>
                  <a:pt x="846" y="0"/>
                </a:lnTo>
                <a:close/>
              </a:path>
            </a:pathLst>
          </a:custGeom>
          <a:solidFill>
            <a:srgbClr val="87A0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a:extLst>
              <a:ext uri="{FF2B5EF4-FFF2-40B4-BE49-F238E27FC236}">
                <a16:creationId xmlns:a16="http://schemas.microsoft.com/office/drawing/2014/main" id="{6ACF21EF-8F9F-4366-905B-DE2B6340F086}"/>
              </a:ext>
            </a:extLst>
          </p:cNvPr>
          <p:cNvPicPr>
            <a:picLocks noChangeAspect="1"/>
          </p:cNvPicPr>
          <p:nvPr/>
        </p:nvPicPr>
        <p:blipFill>
          <a:blip r:embed="rId3"/>
          <a:stretch>
            <a:fillRect/>
          </a:stretch>
        </p:blipFill>
        <p:spPr>
          <a:xfrm>
            <a:off x="0" y="4376417"/>
            <a:ext cx="1377815" cy="71329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02"/>
        <p:cNvGrpSpPr/>
        <p:nvPr/>
      </p:nvGrpSpPr>
      <p:grpSpPr>
        <a:xfrm>
          <a:off x="0" y="0"/>
          <a:ext cx="0" cy="0"/>
          <a:chOff x="0" y="0"/>
          <a:chExt cx="0" cy="0"/>
        </a:xfrm>
      </p:grpSpPr>
      <p:sp>
        <p:nvSpPr>
          <p:cNvPr id="3304" name="Google Shape;3304;p105"/>
          <p:cNvSpPr txBox="1">
            <a:spLocks noGrp="1"/>
          </p:cNvSpPr>
          <p:nvPr>
            <p:ph type="subTitle" idx="1"/>
          </p:nvPr>
        </p:nvSpPr>
        <p:spPr>
          <a:xfrm>
            <a:off x="231963" y="751591"/>
            <a:ext cx="5967942" cy="3737282"/>
          </a:xfrm>
          <a:prstGeom prst="rect">
            <a:avLst/>
          </a:prstGeom>
        </p:spPr>
        <p:txBody>
          <a:bodyPr spcFirstLastPara="1" wrap="square" lIns="91425" tIns="91425" rIns="91425" bIns="91425" anchor="ctr" anchorCtr="0">
            <a:noAutofit/>
          </a:bodyPr>
          <a:lstStyle/>
          <a:p>
            <a:pPr marL="171450" lvl="0" indent="-171450" algn="just" rtl="0">
              <a:spcBef>
                <a:spcPts val="0"/>
              </a:spcBef>
              <a:spcAft>
                <a:spcPts val="1600"/>
              </a:spcAft>
              <a:buFont typeface="Arial" panose="020B0604020202020204" pitchFamily="34" charset="0"/>
              <a:buChar char="•"/>
            </a:pPr>
            <a:r>
              <a:rPr lang="en-US" sz="1400" dirty="0"/>
              <a:t>Blockchain’s decentralized nature ensures that forensic evidence is securely stored, preventing unauthorized access or tampering. </a:t>
            </a:r>
          </a:p>
          <a:p>
            <a:pPr marL="171450" lvl="0" indent="-171450" algn="just" rtl="0">
              <a:spcBef>
                <a:spcPts val="0"/>
              </a:spcBef>
              <a:spcAft>
                <a:spcPts val="1600"/>
              </a:spcAft>
              <a:buFont typeface="Arial" panose="020B0604020202020204" pitchFamily="34" charset="0"/>
              <a:buChar char="•"/>
            </a:pPr>
            <a:r>
              <a:rPr lang="en-US" sz="1400" dirty="0"/>
              <a:t>Once evidence is recorded on the blockchain, it cannot be altered, ensuring the integrity of the data and preventing evidence manipulation. </a:t>
            </a:r>
          </a:p>
          <a:p>
            <a:pPr marL="171450" lvl="0" indent="-171450" algn="just" rtl="0">
              <a:spcBef>
                <a:spcPts val="0"/>
              </a:spcBef>
              <a:spcAft>
                <a:spcPts val="1600"/>
              </a:spcAft>
              <a:buFont typeface="Arial" panose="020B0604020202020204" pitchFamily="34" charset="0"/>
              <a:buChar char="•"/>
            </a:pPr>
            <a:r>
              <a:rPr lang="en-US" sz="1400" dirty="0"/>
              <a:t>Blockchain provides a transparent and verifiable record of all actions taken on forensic evidence, enabling traceability of its handling from collection to presentation in court.</a:t>
            </a:r>
          </a:p>
          <a:p>
            <a:pPr marL="171450" lvl="0" indent="-171450" algn="just" rtl="0">
              <a:spcBef>
                <a:spcPts val="0"/>
              </a:spcBef>
              <a:spcAft>
                <a:spcPts val="1600"/>
              </a:spcAft>
              <a:buFont typeface="Arial" panose="020B0604020202020204" pitchFamily="34" charset="0"/>
              <a:buChar char="•"/>
            </a:pPr>
            <a:r>
              <a:rPr lang="en-US" sz="1400" dirty="0"/>
              <a:t>By automating evidence tracking through smart contracts, the process becomes faster and reduces the administrative burden associated with manual record-keeping.</a:t>
            </a:r>
          </a:p>
        </p:txBody>
      </p:sp>
      <p:sp>
        <p:nvSpPr>
          <p:cNvPr id="3305" name="Google Shape;3305;p105"/>
          <p:cNvSpPr txBox="1">
            <a:spLocks noGrp="1"/>
          </p:cNvSpPr>
          <p:nvPr>
            <p:ph type="title"/>
          </p:nvPr>
        </p:nvSpPr>
        <p:spPr>
          <a:xfrm>
            <a:off x="0" y="91626"/>
            <a:ext cx="9144000" cy="76273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dirty="0">
                <a:solidFill>
                  <a:srgbClr val="FAEBEB"/>
                </a:solidFill>
                <a:latin typeface="Arimo"/>
                <a:ea typeface="Arimo"/>
                <a:cs typeface="Arimo"/>
                <a:sym typeface="Arimo"/>
              </a:rPr>
              <a:t>ADVANTAGES </a:t>
            </a:r>
            <a:endParaRPr dirty="0"/>
          </a:p>
        </p:txBody>
      </p:sp>
      <p:pic>
        <p:nvPicPr>
          <p:cNvPr id="3306" name="Google Shape;3306;p105"/>
          <p:cNvPicPr preferRelativeResize="0"/>
          <p:nvPr/>
        </p:nvPicPr>
        <p:blipFill rotWithShape="1">
          <a:blip r:embed="rId3">
            <a:alphaModFix/>
          </a:blip>
          <a:srcRect l="89" r="79"/>
          <a:stretch/>
        </p:blipFill>
        <p:spPr>
          <a:xfrm>
            <a:off x="6446405" y="1030402"/>
            <a:ext cx="2458500" cy="1382700"/>
          </a:xfrm>
          <a:prstGeom prst="roundRect">
            <a:avLst>
              <a:gd name="adj" fmla="val 0"/>
            </a:avLst>
          </a:prstGeom>
          <a:noFill/>
          <a:ln>
            <a:noFill/>
          </a:ln>
        </p:spPr>
      </p:pic>
      <p:grpSp>
        <p:nvGrpSpPr>
          <p:cNvPr id="3307" name="Google Shape;3307;p105"/>
          <p:cNvGrpSpPr/>
          <p:nvPr/>
        </p:nvGrpSpPr>
        <p:grpSpPr>
          <a:xfrm>
            <a:off x="6323161" y="916738"/>
            <a:ext cx="2705000" cy="2151987"/>
            <a:chOff x="3665860" y="811601"/>
            <a:chExt cx="4758136" cy="3785377"/>
          </a:xfrm>
        </p:grpSpPr>
        <p:sp>
          <p:nvSpPr>
            <p:cNvPr id="3308" name="Google Shape;3308;p105"/>
            <p:cNvSpPr/>
            <p:nvPr/>
          </p:nvSpPr>
          <p:spPr>
            <a:xfrm>
              <a:off x="5947879" y="3739978"/>
              <a:ext cx="194076" cy="166189"/>
            </a:xfrm>
            <a:custGeom>
              <a:avLst/>
              <a:gdLst/>
              <a:ahLst/>
              <a:cxnLst/>
              <a:rect l="l" t="t" r="r" b="b"/>
              <a:pathLst>
                <a:path w="10627" h="9100" extrusionOk="0">
                  <a:moveTo>
                    <a:pt x="6092" y="0"/>
                  </a:moveTo>
                  <a:cubicBezTo>
                    <a:pt x="2020" y="0"/>
                    <a:pt x="0" y="4900"/>
                    <a:pt x="2881" y="7747"/>
                  </a:cubicBezTo>
                  <a:cubicBezTo>
                    <a:pt x="3804" y="8681"/>
                    <a:pt x="4944" y="9100"/>
                    <a:pt x="6063" y="9100"/>
                  </a:cubicBezTo>
                  <a:cubicBezTo>
                    <a:pt x="8391" y="9100"/>
                    <a:pt x="10627" y="7286"/>
                    <a:pt x="10627" y="4536"/>
                  </a:cubicBezTo>
                  <a:cubicBezTo>
                    <a:pt x="10627" y="2020"/>
                    <a:pt x="8608" y="0"/>
                    <a:pt x="6092" y="0"/>
                  </a:cubicBezTo>
                  <a:close/>
                </a:path>
              </a:pathLst>
            </a:cu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09" name="Google Shape;3309;p105"/>
            <p:cNvGrpSpPr/>
            <p:nvPr/>
          </p:nvGrpSpPr>
          <p:grpSpPr>
            <a:xfrm>
              <a:off x="3665860" y="811601"/>
              <a:ext cx="4758136" cy="3785377"/>
              <a:chOff x="518725" y="238125"/>
              <a:chExt cx="6524250" cy="5190425"/>
            </a:xfrm>
          </p:grpSpPr>
          <p:sp>
            <p:nvSpPr>
              <p:cNvPr id="3310" name="Google Shape;3310;p105"/>
              <p:cNvSpPr/>
              <p:nvPr/>
            </p:nvSpPr>
            <p:spPr>
              <a:xfrm>
                <a:off x="518725" y="238125"/>
                <a:ext cx="6524250" cy="3893525"/>
              </a:xfrm>
              <a:custGeom>
                <a:avLst/>
                <a:gdLst/>
                <a:ahLst/>
                <a:cxnLst/>
                <a:rect l="l" t="t" r="r" b="b"/>
                <a:pathLst>
                  <a:path w="260970" h="155741" extrusionOk="0">
                    <a:moveTo>
                      <a:pt x="249594" y="9954"/>
                    </a:moveTo>
                    <a:lnTo>
                      <a:pt x="249594" y="144364"/>
                    </a:lnTo>
                    <a:lnTo>
                      <a:pt x="11376" y="144364"/>
                    </a:lnTo>
                    <a:lnTo>
                      <a:pt x="11376" y="9954"/>
                    </a:lnTo>
                    <a:close/>
                    <a:moveTo>
                      <a:pt x="8305" y="0"/>
                    </a:moveTo>
                    <a:cubicBezTo>
                      <a:pt x="4039" y="0"/>
                      <a:pt x="0" y="2844"/>
                      <a:pt x="0" y="7110"/>
                    </a:cubicBezTo>
                    <a:lnTo>
                      <a:pt x="0" y="155740"/>
                    </a:lnTo>
                    <a:lnTo>
                      <a:pt x="260970" y="155740"/>
                    </a:lnTo>
                    <a:lnTo>
                      <a:pt x="260970" y="7110"/>
                    </a:lnTo>
                    <a:cubicBezTo>
                      <a:pt x="260970" y="2844"/>
                      <a:pt x="257386" y="0"/>
                      <a:pt x="253120" y="0"/>
                    </a:cubicBezTo>
                    <a:close/>
                  </a:path>
                </a:pathLst>
              </a:custGeom>
              <a:solidFill>
                <a:schemeClr val="dk2"/>
              </a:solidFill>
              <a:ln w="9525" cap="flat" cmpd="sng">
                <a:solidFill>
                  <a:srgbClr val="84B6B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105"/>
              <p:cNvSpPr/>
              <p:nvPr/>
            </p:nvSpPr>
            <p:spPr>
              <a:xfrm>
                <a:off x="2599850" y="4700425"/>
                <a:ext cx="2362025" cy="728125"/>
              </a:xfrm>
              <a:custGeom>
                <a:avLst/>
                <a:gdLst/>
                <a:ahLst/>
                <a:cxnLst/>
                <a:rect l="l" t="t" r="r" b="b"/>
                <a:pathLst>
                  <a:path w="94481" h="29125" extrusionOk="0">
                    <a:moveTo>
                      <a:pt x="79805" y="18317"/>
                    </a:moveTo>
                    <a:cubicBezTo>
                      <a:pt x="74117" y="12515"/>
                      <a:pt x="73889" y="1"/>
                      <a:pt x="73889" y="1"/>
                    </a:cubicBezTo>
                    <a:lnTo>
                      <a:pt x="20592" y="1"/>
                    </a:lnTo>
                    <a:cubicBezTo>
                      <a:pt x="20592" y="1"/>
                      <a:pt x="20364" y="12515"/>
                      <a:pt x="14676" y="18317"/>
                    </a:cubicBezTo>
                    <a:cubicBezTo>
                      <a:pt x="8931" y="24175"/>
                      <a:pt x="1" y="29124"/>
                      <a:pt x="15529" y="29124"/>
                    </a:cubicBezTo>
                    <a:lnTo>
                      <a:pt x="78952" y="29124"/>
                    </a:lnTo>
                    <a:cubicBezTo>
                      <a:pt x="94480" y="29124"/>
                      <a:pt x="85493" y="24175"/>
                      <a:pt x="79805" y="1831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105"/>
              <p:cNvSpPr/>
              <p:nvPr/>
            </p:nvSpPr>
            <p:spPr>
              <a:xfrm>
                <a:off x="518725" y="4131625"/>
                <a:ext cx="6524250" cy="568825"/>
              </a:xfrm>
              <a:custGeom>
                <a:avLst/>
                <a:gdLst/>
                <a:ahLst/>
                <a:cxnLst/>
                <a:rect l="l" t="t" r="r" b="b"/>
                <a:pathLst>
                  <a:path w="260970" h="22753" extrusionOk="0">
                    <a:moveTo>
                      <a:pt x="0" y="14846"/>
                    </a:moveTo>
                    <a:cubicBezTo>
                      <a:pt x="0" y="19169"/>
                      <a:pt x="4039" y="22753"/>
                      <a:pt x="8305" y="22753"/>
                    </a:cubicBezTo>
                    <a:lnTo>
                      <a:pt x="253120" y="22753"/>
                    </a:lnTo>
                    <a:cubicBezTo>
                      <a:pt x="257443" y="22696"/>
                      <a:pt x="260913" y="19169"/>
                      <a:pt x="260970" y="14846"/>
                    </a:cubicBezTo>
                    <a:lnTo>
                      <a:pt x="26097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8CB663-F2D7-4F31-B46E-3C349BDBA5A3}"/>
              </a:ext>
            </a:extLst>
          </p:cNvPr>
          <p:cNvSpPr txBox="1"/>
          <p:nvPr/>
        </p:nvSpPr>
        <p:spPr>
          <a:xfrm>
            <a:off x="3980330" y="1993704"/>
            <a:ext cx="3411711" cy="1292662"/>
          </a:xfrm>
          <a:prstGeom prst="rect">
            <a:avLst/>
          </a:prstGeom>
          <a:noFill/>
        </p:spPr>
        <p:txBody>
          <a:bodyPr wrap="square" rtlCol="0">
            <a:spAutoFit/>
          </a:bodyPr>
          <a:lstStyle/>
          <a:p>
            <a:pPr algn="ctr"/>
            <a:r>
              <a:rPr lang="en-US" sz="3200" dirty="0">
                <a:solidFill>
                  <a:schemeClr val="bg1"/>
                </a:solidFill>
                <a:latin typeface="Kreon"/>
              </a:rPr>
              <a:t>LITERATURE SURVEY</a:t>
            </a:r>
            <a:endParaRPr lang="en-US" dirty="0">
              <a:solidFill>
                <a:schemeClr val="bg1"/>
              </a:solidFill>
              <a:latin typeface="Kreon"/>
            </a:endParaRPr>
          </a:p>
          <a:p>
            <a:endParaRPr lang="en-IN" dirty="0">
              <a:solidFill>
                <a:schemeClr val="bg1"/>
              </a:solidFill>
              <a:latin typeface="Kreon"/>
            </a:endParaRPr>
          </a:p>
        </p:txBody>
      </p:sp>
    </p:spTree>
    <p:extLst>
      <p:ext uri="{BB962C8B-B14F-4D97-AF65-F5344CB8AC3E}">
        <p14:creationId xmlns:p14="http://schemas.microsoft.com/office/powerpoint/2010/main" val="1574328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7599AB0-AC40-43DF-8B09-71ACBD0F80F0}"/>
              </a:ext>
            </a:extLst>
          </p:cNvPr>
          <p:cNvGraphicFramePr>
            <a:graphicFrameLocks noGrp="1"/>
          </p:cNvGraphicFramePr>
          <p:nvPr>
            <p:extLst>
              <p:ext uri="{D42A27DB-BD31-4B8C-83A1-F6EECF244321}">
                <p14:modId xmlns:p14="http://schemas.microsoft.com/office/powerpoint/2010/main" val="1706812978"/>
              </p:ext>
            </p:extLst>
          </p:nvPr>
        </p:nvGraphicFramePr>
        <p:xfrm>
          <a:off x="76840" y="156578"/>
          <a:ext cx="9005687" cy="4876464"/>
        </p:xfrm>
        <a:graphic>
          <a:graphicData uri="http://schemas.openxmlformats.org/drawingml/2006/table">
            <a:tbl>
              <a:tblPr firstRow="1" bandRow="1">
                <a:tableStyleId>{5C22544A-7EE6-4342-B048-85BDC9FD1C3A}</a:tableStyleId>
              </a:tblPr>
              <a:tblGrid>
                <a:gridCol w="1160289">
                  <a:extLst>
                    <a:ext uri="{9D8B030D-6E8A-4147-A177-3AD203B41FA5}">
                      <a16:colId xmlns:a16="http://schemas.microsoft.com/office/drawing/2014/main" val="2009969723"/>
                    </a:ext>
                  </a:extLst>
                </a:gridCol>
                <a:gridCol w="1406179">
                  <a:extLst>
                    <a:ext uri="{9D8B030D-6E8A-4147-A177-3AD203B41FA5}">
                      <a16:colId xmlns:a16="http://schemas.microsoft.com/office/drawing/2014/main" val="3025647722"/>
                    </a:ext>
                  </a:extLst>
                </a:gridCol>
                <a:gridCol w="1936549">
                  <a:extLst>
                    <a:ext uri="{9D8B030D-6E8A-4147-A177-3AD203B41FA5}">
                      <a16:colId xmlns:a16="http://schemas.microsoft.com/office/drawing/2014/main" val="1826778829"/>
                    </a:ext>
                  </a:extLst>
                </a:gridCol>
                <a:gridCol w="1751787">
                  <a:extLst>
                    <a:ext uri="{9D8B030D-6E8A-4147-A177-3AD203B41FA5}">
                      <a16:colId xmlns:a16="http://schemas.microsoft.com/office/drawing/2014/main" val="1201364241"/>
                    </a:ext>
                  </a:extLst>
                </a:gridCol>
                <a:gridCol w="1145301">
                  <a:extLst>
                    <a:ext uri="{9D8B030D-6E8A-4147-A177-3AD203B41FA5}">
                      <a16:colId xmlns:a16="http://schemas.microsoft.com/office/drawing/2014/main" val="2977588445"/>
                    </a:ext>
                  </a:extLst>
                </a:gridCol>
                <a:gridCol w="1605582">
                  <a:extLst>
                    <a:ext uri="{9D8B030D-6E8A-4147-A177-3AD203B41FA5}">
                      <a16:colId xmlns:a16="http://schemas.microsoft.com/office/drawing/2014/main" val="4109857252"/>
                    </a:ext>
                  </a:extLst>
                </a:gridCol>
              </a:tblGrid>
              <a:tr h="496407">
                <a:tc>
                  <a:txBody>
                    <a:bodyPr/>
                    <a:lstStyle/>
                    <a:p>
                      <a:pPr algn="ctr"/>
                      <a:r>
                        <a:rPr lang="en-US" dirty="0">
                          <a:latin typeface="Ubuntu Light"/>
                          <a:cs typeface="Times New Roman" panose="02020603050405020304" pitchFamily="18" charset="0"/>
                        </a:rPr>
                        <a:t>TITLE</a:t>
                      </a:r>
                    </a:p>
                  </a:txBody>
                  <a:tcPr/>
                </a:tc>
                <a:tc>
                  <a:txBody>
                    <a:bodyPr/>
                    <a:lstStyle/>
                    <a:p>
                      <a:pPr algn="ctr"/>
                      <a:r>
                        <a:rPr lang="en-US" dirty="0">
                          <a:latin typeface="Ubuntu Light"/>
                          <a:cs typeface="Times New Roman" panose="02020603050405020304" pitchFamily="18" charset="0"/>
                        </a:rPr>
                        <a:t>AUTHOR</a:t>
                      </a:r>
                    </a:p>
                  </a:txBody>
                  <a:tcPr/>
                </a:tc>
                <a:tc>
                  <a:txBody>
                    <a:bodyPr/>
                    <a:lstStyle/>
                    <a:p>
                      <a:pPr algn="ctr"/>
                      <a:r>
                        <a:rPr lang="en-US" dirty="0">
                          <a:latin typeface="Ubuntu Light"/>
                          <a:cs typeface="Times New Roman" panose="02020603050405020304" pitchFamily="18" charset="0"/>
                        </a:rPr>
                        <a:t>METHODOLOGY</a:t>
                      </a:r>
                    </a:p>
                  </a:txBody>
                  <a:tcPr/>
                </a:tc>
                <a:tc>
                  <a:txBody>
                    <a:bodyPr/>
                    <a:lstStyle/>
                    <a:p>
                      <a:pPr algn="ctr"/>
                      <a:r>
                        <a:rPr lang="en-US" dirty="0">
                          <a:latin typeface="Ubuntu Light"/>
                          <a:cs typeface="Times New Roman" panose="02020603050405020304" pitchFamily="18" charset="0"/>
                        </a:rPr>
                        <a:t>PROPOSED SYSTEM</a:t>
                      </a:r>
                    </a:p>
                  </a:txBody>
                  <a:tcPr/>
                </a:tc>
                <a:tc>
                  <a:txBody>
                    <a:bodyPr/>
                    <a:lstStyle/>
                    <a:p>
                      <a:pPr algn="ctr"/>
                      <a:r>
                        <a:rPr lang="en-US" dirty="0">
                          <a:latin typeface="Ubuntu Light"/>
                          <a:cs typeface="Times New Roman" panose="02020603050405020304" pitchFamily="18" charset="0"/>
                        </a:rPr>
                        <a:t>CONS</a:t>
                      </a:r>
                    </a:p>
                  </a:txBody>
                  <a:tcPr/>
                </a:tc>
                <a:tc>
                  <a:txBody>
                    <a:bodyPr/>
                    <a:lstStyle/>
                    <a:p>
                      <a:pPr algn="ctr"/>
                      <a:r>
                        <a:rPr lang="en-US" dirty="0">
                          <a:latin typeface="Ubuntu Light"/>
                          <a:cs typeface="Times New Roman" panose="02020603050405020304" pitchFamily="18" charset="0"/>
                        </a:rPr>
                        <a:t>CONCLUSION </a:t>
                      </a:r>
                    </a:p>
                  </a:txBody>
                  <a:tcPr/>
                </a:tc>
                <a:extLst>
                  <a:ext uri="{0D108BD9-81ED-4DB2-BD59-A6C34878D82A}">
                    <a16:rowId xmlns:a16="http://schemas.microsoft.com/office/drawing/2014/main" val="3441082797"/>
                  </a:ext>
                </a:extLst>
              </a:tr>
              <a:tr h="4380057">
                <a:tc>
                  <a:txBody>
                    <a:bodyPr/>
                    <a:lstStyle/>
                    <a:p>
                      <a:r>
                        <a:rPr lang="en-US" b="1" dirty="0">
                          <a:latin typeface="Ubuntu Light"/>
                          <a:cs typeface="Times New Roman" panose="02020603050405020304" pitchFamily="18" charset="0"/>
                        </a:rPr>
                        <a:t>TITLE:</a:t>
                      </a:r>
                      <a:r>
                        <a:rPr lang="en-US" b="1" baseline="0" dirty="0">
                          <a:latin typeface="Ubuntu Light"/>
                          <a:cs typeface="Times New Roman" panose="02020603050405020304" pitchFamily="18" charset="0"/>
                        </a:rPr>
                        <a:t> </a:t>
                      </a:r>
                      <a:r>
                        <a:rPr lang="en-US" dirty="0">
                          <a:latin typeface="Ubuntu Light"/>
                          <a:cs typeface="Times New Roman" panose="02020603050405020304" pitchFamily="18" charset="0"/>
                        </a:rPr>
                        <a:t>Forensic Evidence Management Using Blockchain Technology</a:t>
                      </a:r>
                    </a:p>
                  </a:txBody>
                  <a:tcPr/>
                </a:tc>
                <a:tc>
                  <a:txBody>
                    <a:bodyPr/>
                    <a:lstStyle/>
                    <a:p>
                      <a:r>
                        <a:rPr lang="en-IN" dirty="0" err="1">
                          <a:latin typeface="Ubuntu Light"/>
                          <a:cs typeface="Times New Roman" panose="02020603050405020304" pitchFamily="18" charset="0"/>
                        </a:rPr>
                        <a:t>Dr.</a:t>
                      </a:r>
                      <a:r>
                        <a:rPr lang="en-IN" dirty="0">
                          <a:latin typeface="Ubuntu Light"/>
                          <a:cs typeface="Times New Roman" panose="02020603050405020304" pitchFamily="18" charset="0"/>
                        </a:rPr>
                        <a:t> Mohammed Mustafa M; Kishore T C; </a:t>
                      </a:r>
                      <a:r>
                        <a:rPr lang="en-IN" dirty="0" err="1">
                          <a:latin typeface="Ubuntu Light"/>
                          <a:cs typeface="Times New Roman" panose="02020603050405020304" pitchFamily="18" charset="0"/>
                        </a:rPr>
                        <a:t>Krithika</a:t>
                      </a:r>
                      <a:r>
                        <a:rPr lang="en-IN" dirty="0">
                          <a:latin typeface="Ubuntu Light"/>
                          <a:cs typeface="Times New Roman" panose="02020603050405020304" pitchFamily="18" charset="0"/>
                        </a:rPr>
                        <a:t> N; Loga Bharathi M</a:t>
                      </a:r>
                    </a:p>
                    <a:p>
                      <a:r>
                        <a:rPr lang="en-IN" dirty="0">
                          <a:latin typeface="Ubuntu Light"/>
                        </a:rPr>
                        <a:t> </a:t>
                      </a:r>
                      <a:r>
                        <a:rPr lang="en-US" dirty="0">
                          <a:latin typeface="Ubuntu Light"/>
                          <a:cs typeface="Times New Roman" panose="02020603050405020304" pitchFamily="18" charset="0"/>
                        </a:rPr>
                        <a:t>LINK:</a:t>
                      </a:r>
                    </a:p>
                    <a:p>
                      <a:r>
                        <a:rPr lang="en-US" u="sng" dirty="0">
                          <a:solidFill>
                            <a:srgbClr val="FF0000"/>
                          </a:solidFill>
                          <a:latin typeface="Ubuntu Light"/>
                          <a:cs typeface="Times New Roman" panose="02020603050405020304" pitchFamily="18" charset="0"/>
                        </a:rPr>
                        <a:t>https://www.ijisrt.com/forensic-evidence-management-using-blockchain-technology</a:t>
                      </a:r>
                    </a:p>
                  </a:txBody>
                  <a:tcPr/>
                </a:tc>
                <a:tc>
                  <a:txBody>
                    <a:bodyPr/>
                    <a:lstStyle/>
                    <a:p>
                      <a:r>
                        <a:rPr lang="en-US" dirty="0">
                          <a:latin typeface="Ubuntu Light"/>
                          <a:cs typeface="Times New Roman" panose="02020603050405020304" pitchFamily="18" charset="0"/>
                        </a:rPr>
                        <a:t>The system uses cryptographic hashing, to ensure secure, transparent handling of evidence. Cryptographic hashing creates unique identifiers for evidence, preventing alterations, This system establishes a tamper-proof, immutable record of all interactions with evidence, from collection to court presentation, and supports secure collaboration between decentralized forensic labs.</a:t>
                      </a:r>
                    </a:p>
                  </a:txBody>
                  <a:tcPr/>
                </a:tc>
                <a:tc>
                  <a:txBody>
                    <a:bodyPr/>
                    <a:lstStyle/>
                    <a:p>
                      <a:r>
                        <a:rPr lang="en-US" sz="1400" dirty="0">
                          <a:latin typeface="Ubuntu Light"/>
                          <a:cs typeface="Times New Roman" panose="02020603050405020304" pitchFamily="18" charset="0"/>
                        </a:rPr>
                        <a:t>The proposed system is a decentralized platform that ensures secure and immutable storage of evidence through cryptographic hashing. Role-based permissions and smart contracts control access to evidence, while decentralized forensic laboratories enable secure collaboration without relying on centralized authorities.</a:t>
                      </a:r>
                    </a:p>
                  </a:txBody>
                  <a:tcPr/>
                </a:tc>
                <a:tc>
                  <a:txBody>
                    <a:bodyPr/>
                    <a:lstStyle/>
                    <a:p>
                      <a:r>
                        <a:rPr lang="en-US" sz="1400" dirty="0">
                          <a:latin typeface="Ubuntu Light"/>
                          <a:cs typeface="Times New Roman" panose="02020603050405020304" pitchFamily="18" charset="0"/>
                        </a:rPr>
                        <a:t>The system's hash functions like MD5 and SHA-1 are considered as insecure due to advances in cryptanalysis, highlighting the need for continuous updates and improvements in hashing standards.</a:t>
                      </a:r>
                    </a:p>
                  </a:txBody>
                  <a:tcPr/>
                </a:tc>
                <a:tc>
                  <a:txBody>
                    <a:bodyPr/>
                    <a:lstStyle/>
                    <a:p>
                      <a:r>
                        <a:rPr lang="en-US" sz="1400" dirty="0">
                          <a:latin typeface="Ubuntu Light"/>
                          <a:cs typeface="Times New Roman" panose="02020603050405020304" pitchFamily="18" charset="0"/>
                        </a:rPr>
                        <a:t>The system offers a secure and transparent solution for forensic evidence management, ensuring integrity and trust in legal proceedings. Despite challenges like scalability and interoperability, its adoption promises significant advancements in forensic investigations.</a:t>
                      </a:r>
                    </a:p>
                  </a:txBody>
                  <a:tcPr/>
                </a:tc>
                <a:extLst>
                  <a:ext uri="{0D108BD9-81ED-4DB2-BD59-A6C34878D82A}">
                    <a16:rowId xmlns:a16="http://schemas.microsoft.com/office/drawing/2014/main" val="4212093492"/>
                  </a:ext>
                </a:extLst>
              </a:tr>
            </a:tbl>
          </a:graphicData>
        </a:graphic>
      </p:graphicFrame>
    </p:spTree>
    <p:extLst>
      <p:ext uri="{BB962C8B-B14F-4D97-AF65-F5344CB8AC3E}">
        <p14:creationId xmlns:p14="http://schemas.microsoft.com/office/powerpoint/2010/main" val="3272413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D794741-F636-4845-885E-07515F00B1B0}"/>
              </a:ext>
            </a:extLst>
          </p:cNvPr>
          <p:cNvGraphicFramePr>
            <a:graphicFrameLocks noGrp="1"/>
          </p:cNvGraphicFramePr>
          <p:nvPr>
            <p:extLst>
              <p:ext uri="{D42A27DB-BD31-4B8C-83A1-F6EECF244321}">
                <p14:modId xmlns:p14="http://schemas.microsoft.com/office/powerpoint/2010/main" val="1030512260"/>
              </p:ext>
            </p:extLst>
          </p:nvPr>
        </p:nvGraphicFramePr>
        <p:xfrm>
          <a:off x="69156" y="133518"/>
          <a:ext cx="9005687" cy="4876464"/>
        </p:xfrm>
        <a:graphic>
          <a:graphicData uri="http://schemas.openxmlformats.org/drawingml/2006/table">
            <a:tbl>
              <a:tblPr firstRow="1" bandRow="1">
                <a:tableStyleId>{5C22544A-7EE6-4342-B048-85BDC9FD1C3A}</a:tableStyleId>
              </a:tblPr>
              <a:tblGrid>
                <a:gridCol w="1160289">
                  <a:extLst>
                    <a:ext uri="{9D8B030D-6E8A-4147-A177-3AD203B41FA5}">
                      <a16:colId xmlns:a16="http://schemas.microsoft.com/office/drawing/2014/main" val="1249769843"/>
                    </a:ext>
                  </a:extLst>
                </a:gridCol>
                <a:gridCol w="1260182">
                  <a:extLst>
                    <a:ext uri="{9D8B030D-6E8A-4147-A177-3AD203B41FA5}">
                      <a16:colId xmlns:a16="http://schemas.microsoft.com/office/drawing/2014/main" val="3493124194"/>
                    </a:ext>
                  </a:extLst>
                </a:gridCol>
                <a:gridCol w="1982481">
                  <a:extLst>
                    <a:ext uri="{9D8B030D-6E8A-4147-A177-3AD203B41FA5}">
                      <a16:colId xmlns:a16="http://schemas.microsoft.com/office/drawing/2014/main" val="1327185212"/>
                    </a:ext>
                  </a:extLst>
                </a:gridCol>
                <a:gridCol w="1682803">
                  <a:extLst>
                    <a:ext uri="{9D8B030D-6E8A-4147-A177-3AD203B41FA5}">
                      <a16:colId xmlns:a16="http://schemas.microsoft.com/office/drawing/2014/main" val="2788436002"/>
                    </a:ext>
                  </a:extLst>
                </a:gridCol>
                <a:gridCol w="1398494">
                  <a:extLst>
                    <a:ext uri="{9D8B030D-6E8A-4147-A177-3AD203B41FA5}">
                      <a16:colId xmlns:a16="http://schemas.microsoft.com/office/drawing/2014/main" val="3835323610"/>
                    </a:ext>
                  </a:extLst>
                </a:gridCol>
                <a:gridCol w="1521438">
                  <a:extLst>
                    <a:ext uri="{9D8B030D-6E8A-4147-A177-3AD203B41FA5}">
                      <a16:colId xmlns:a16="http://schemas.microsoft.com/office/drawing/2014/main" val="607562637"/>
                    </a:ext>
                  </a:extLst>
                </a:gridCol>
              </a:tblGrid>
              <a:tr h="496407">
                <a:tc>
                  <a:txBody>
                    <a:bodyPr/>
                    <a:lstStyle/>
                    <a:p>
                      <a:pPr algn="ctr"/>
                      <a:r>
                        <a:rPr lang="en-US" dirty="0">
                          <a:latin typeface="Ubuntu Light"/>
                          <a:cs typeface="Times New Roman" panose="02020603050405020304" pitchFamily="18" charset="0"/>
                        </a:rPr>
                        <a:t>TITLE</a:t>
                      </a:r>
                    </a:p>
                  </a:txBody>
                  <a:tcPr/>
                </a:tc>
                <a:tc>
                  <a:txBody>
                    <a:bodyPr/>
                    <a:lstStyle/>
                    <a:p>
                      <a:pPr algn="ctr"/>
                      <a:r>
                        <a:rPr lang="en-US" dirty="0">
                          <a:latin typeface="Ubuntu Light"/>
                          <a:cs typeface="Times New Roman" panose="02020603050405020304" pitchFamily="18" charset="0"/>
                        </a:rPr>
                        <a:t>AUTHOR</a:t>
                      </a:r>
                    </a:p>
                  </a:txBody>
                  <a:tcPr/>
                </a:tc>
                <a:tc>
                  <a:txBody>
                    <a:bodyPr/>
                    <a:lstStyle/>
                    <a:p>
                      <a:pPr algn="ctr"/>
                      <a:r>
                        <a:rPr lang="en-US" dirty="0">
                          <a:latin typeface="Ubuntu Light"/>
                          <a:cs typeface="Times New Roman" panose="02020603050405020304" pitchFamily="18" charset="0"/>
                        </a:rPr>
                        <a:t>METHODOLOGY</a:t>
                      </a:r>
                    </a:p>
                  </a:txBody>
                  <a:tcPr/>
                </a:tc>
                <a:tc>
                  <a:txBody>
                    <a:bodyPr/>
                    <a:lstStyle/>
                    <a:p>
                      <a:pPr algn="ctr"/>
                      <a:r>
                        <a:rPr lang="en-US" dirty="0">
                          <a:latin typeface="Ubuntu Light"/>
                          <a:cs typeface="Times New Roman" panose="02020603050405020304" pitchFamily="18" charset="0"/>
                        </a:rPr>
                        <a:t>PROPOSED SYSTEM</a:t>
                      </a:r>
                    </a:p>
                  </a:txBody>
                  <a:tcPr/>
                </a:tc>
                <a:tc>
                  <a:txBody>
                    <a:bodyPr/>
                    <a:lstStyle/>
                    <a:p>
                      <a:pPr algn="ctr"/>
                      <a:r>
                        <a:rPr lang="en-US" dirty="0">
                          <a:latin typeface="Ubuntu Light"/>
                          <a:cs typeface="Times New Roman" panose="02020603050405020304" pitchFamily="18" charset="0"/>
                        </a:rPr>
                        <a:t>CONS</a:t>
                      </a:r>
                    </a:p>
                  </a:txBody>
                  <a:tcPr/>
                </a:tc>
                <a:tc>
                  <a:txBody>
                    <a:bodyPr/>
                    <a:lstStyle/>
                    <a:p>
                      <a:pPr algn="ctr"/>
                      <a:r>
                        <a:rPr lang="en-US" dirty="0">
                          <a:latin typeface="Ubuntu Light"/>
                          <a:cs typeface="Times New Roman" panose="02020603050405020304" pitchFamily="18" charset="0"/>
                        </a:rPr>
                        <a:t>CONCLUSION </a:t>
                      </a:r>
                    </a:p>
                  </a:txBody>
                  <a:tcPr/>
                </a:tc>
                <a:extLst>
                  <a:ext uri="{0D108BD9-81ED-4DB2-BD59-A6C34878D82A}">
                    <a16:rowId xmlns:a16="http://schemas.microsoft.com/office/drawing/2014/main" val="690062088"/>
                  </a:ext>
                </a:extLst>
              </a:tr>
              <a:tr h="4380057">
                <a:tc>
                  <a:txBody>
                    <a:bodyPr/>
                    <a:lstStyle/>
                    <a:p>
                      <a:r>
                        <a:rPr lang="en-US" b="1" dirty="0">
                          <a:latin typeface="Ubuntu Light"/>
                          <a:cs typeface="Times New Roman" panose="02020603050405020304" pitchFamily="18" charset="0"/>
                        </a:rPr>
                        <a:t>TITLE:</a:t>
                      </a:r>
                      <a:r>
                        <a:rPr lang="en-US" b="1" baseline="0" dirty="0">
                          <a:latin typeface="Ubuntu Light"/>
                          <a:cs typeface="Times New Roman" panose="02020603050405020304" pitchFamily="18" charset="0"/>
                        </a:rPr>
                        <a:t> </a:t>
                      </a:r>
                      <a:r>
                        <a:rPr lang="en-US" dirty="0">
                          <a:latin typeface="Ubuntu Light"/>
                          <a:cs typeface="Times New Roman" panose="02020603050405020304" pitchFamily="18" charset="0"/>
                        </a:rPr>
                        <a:t>A Survey on Blockchain Based Digital Forensics </a:t>
                      </a:r>
                    </a:p>
                    <a:p>
                      <a:r>
                        <a:rPr lang="en-US" dirty="0">
                          <a:latin typeface="Ubuntu Light"/>
                          <a:cs typeface="Times New Roman" panose="02020603050405020304" pitchFamily="18" charset="0"/>
                        </a:rPr>
                        <a:t>Framework</a:t>
                      </a:r>
                    </a:p>
                  </a:txBody>
                  <a:tcPr/>
                </a:tc>
                <a:tc>
                  <a:txBody>
                    <a:bodyPr/>
                    <a:lstStyle/>
                    <a:p>
                      <a:r>
                        <a:rPr lang="pt-BR" dirty="0">
                          <a:latin typeface="Ubuntu Light"/>
                          <a:cs typeface="Times New Roman" panose="02020603050405020304" pitchFamily="18" charset="0"/>
                        </a:rPr>
                        <a:t>H S Shrunga, Ashwini M, Deepthi U,  Spandana R, Rakesh K R</a:t>
                      </a:r>
                      <a:endParaRPr lang="en-IN" dirty="0">
                        <a:latin typeface="Ubuntu Light"/>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atin typeface="Ubuntu Light"/>
                        </a:rPr>
                        <a:t> </a:t>
                      </a:r>
                      <a:r>
                        <a:rPr lang="en-US" dirty="0">
                          <a:latin typeface="Ubuntu Light"/>
                          <a:cs typeface="Times New Roman" panose="02020603050405020304" pitchFamily="18" charset="0"/>
                        </a:rPr>
                        <a:t>LINK: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sng" strike="noStrike" kern="0" cap="none" spc="0" normalizeH="0" baseline="0" noProof="0" dirty="0">
                          <a:ln>
                            <a:noFill/>
                          </a:ln>
                          <a:solidFill>
                            <a:srgbClr val="FF0000"/>
                          </a:solidFill>
                          <a:effectLst/>
                          <a:uLnTx/>
                          <a:uFillTx/>
                          <a:latin typeface="Ubuntu Light"/>
                          <a:ea typeface="+mn-ea"/>
                          <a:cs typeface="Times New Roman" panose="02020603050405020304" pitchFamily="18" charset="0"/>
                          <a:sym typeface="Arial"/>
                          <a:hlinkClick r:id="rId2">
                            <a:extLst>
                              <a:ext uri="{A12FA001-AC4F-418D-AE19-62706E023703}">
                                <ahyp:hlinkClr xmlns:ahyp="http://schemas.microsoft.com/office/drawing/2018/hyperlinkcolor" val="tx"/>
                              </a:ext>
                            </a:extLst>
                          </a:hlinkClick>
                        </a:rPr>
                        <a:t>https://www.ijraset.com/best-journal/blockchain-based-digital-forensics-framework</a:t>
                      </a:r>
                      <a:endParaRPr kumimoji="0" lang="en-US" sz="1400" b="0" i="0" u="sng" strike="noStrike" kern="0" cap="none" spc="0" normalizeH="0" baseline="0" noProof="0" dirty="0">
                        <a:ln>
                          <a:noFill/>
                        </a:ln>
                        <a:solidFill>
                          <a:srgbClr val="FF0000"/>
                        </a:solidFill>
                        <a:effectLst/>
                        <a:uLnTx/>
                        <a:uFillTx/>
                        <a:latin typeface="Ubuntu Light"/>
                        <a:ea typeface="+mn-ea"/>
                        <a:cs typeface="Times New Roman" panose="02020603050405020304" pitchFamily="18" charset="0"/>
                        <a:sym typeface="Arial"/>
                      </a:endParaRPr>
                    </a:p>
                    <a:p>
                      <a:endParaRPr lang="en-US" dirty="0">
                        <a:latin typeface="Ubuntu Light"/>
                        <a:cs typeface="Times New Roman" panose="02020603050405020304" pitchFamily="18" charset="0"/>
                      </a:endParaRPr>
                    </a:p>
                  </a:txBody>
                  <a:tcPr/>
                </a:tc>
                <a:tc>
                  <a:txBody>
                    <a:bodyPr/>
                    <a:lstStyle/>
                    <a:p>
                      <a:r>
                        <a:rPr lang="en-US" dirty="0">
                          <a:latin typeface="Ubuntu Light"/>
                          <a:cs typeface="Times New Roman" panose="02020603050405020304" pitchFamily="18" charset="0"/>
                        </a:rPr>
                        <a:t>The system combines the SHA algorithm, AES encryption, and blockchain technology to create a secure digital forensic framework. SHA ensures data integrity through fixed-length hashes, while AES encryption protects data confidentiality during storage and transmission. This system ensures data confidentiality, immutability, tamper-proof solution for managing and storing forensic evidence.</a:t>
                      </a:r>
                    </a:p>
                  </a:txBody>
                  <a:tcPr/>
                </a:tc>
                <a:tc>
                  <a:txBody>
                    <a:bodyPr/>
                    <a:lstStyle/>
                    <a:p>
                      <a:r>
                        <a:rPr lang="en-US" sz="1400" dirty="0">
                          <a:latin typeface="Ubuntu Light"/>
                          <a:cs typeface="Times New Roman" panose="02020603050405020304" pitchFamily="18" charset="0"/>
                        </a:rPr>
                        <a:t>The proposed system is a decentralized platform that ensures secure and immutable storage of evidence through cryptographic hashing. Role-based permissions and smart contracts control access to evidence, while decentralized forensic laboratories enable secure collaboration without relying on centralized authorities.</a:t>
                      </a:r>
                    </a:p>
                  </a:txBody>
                  <a:tcPr/>
                </a:tc>
                <a:tc>
                  <a:txBody>
                    <a:bodyPr/>
                    <a:lstStyle/>
                    <a:p>
                      <a:r>
                        <a:rPr lang="en-US" sz="1400" dirty="0">
                          <a:latin typeface="Ubuntu Light"/>
                          <a:cs typeface="Times New Roman" panose="02020603050405020304" pitchFamily="18" charset="0"/>
                        </a:rPr>
                        <a:t>In this system AES encryption requires careful key management; if keys are lost or compromised, data recovery becomes impossible. SHA algorithm is exposed to  cryptographic attacks such as collision attacks. </a:t>
                      </a:r>
                    </a:p>
                  </a:txBody>
                  <a:tcPr/>
                </a:tc>
                <a:tc>
                  <a:txBody>
                    <a:bodyPr/>
                    <a:lstStyle/>
                    <a:p>
                      <a:r>
                        <a:rPr lang="en-US" sz="1400" dirty="0">
                          <a:latin typeface="Ubuntu Light"/>
                          <a:cs typeface="Times New Roman" panose="02020603050405020304" pitchFamily="18" charset="0"/>
                        </a:rPr>
                        <a:t>The system secure the forensic report using Rijndael algorithm with SHA algorithm and Blockchain technology. This system addresses critical challenges such as data integrity, security, and privacy, establishing a trustworthy framework for managing forensic evidence.</a:t>
                      </a:r>
                    </a:p>
                  </a:txBody>
                  <a:tcPr/>
                </a:tc>
                <a:extLst>
                  <a:ext uri="{0D108BD9-81ED-4DB2-BD59-A6C34878D82A}">
                    <a16:rowId xmlns:a16="http://schemas.microsoft.com/office/drawing/2014/main" val="2726393598"/>
                  </a:ext>
                </a:extLst>
              </a:tr>
            </a:tbl>
          </a:graphicData>
        </a:graphic>
      </p:graphicFrame>
    </p:spTree>
    <p:extLst>
      <p:ext uri="{BB962C8B-B14F-4D97-AF65-F5344CB8AC3E}">
        <p14:creationId xmlns:p14="http://schemas.microsoft.com/office/powerpoint/2010/main" val="3015143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41BEB39-75BF-4688-A191-556407EFF8F1}"/>
              </a:ext>
            </a:extLst>
          </p:cNvPr>
          <p:cNvGraphicFramePr>
            <a:graphicFrameLocks noGrp="1"/>
          </p:cNvGraphicFramePr>
          <p:nvPr>
            <p:extLst>
              <p:ext uri="{D42A27DB-BD31-4B8C-83A1-F6EECF244321}">
                <p14:modId xmlns:p14="http://schemas.microsoft.com/office/powerpoint/2010/main" val="1329266955"/>
              </p:ext>
            </p:extLst>
          </p:nvPr>
        </p:nvGraphicFramePr>
        <p:xfrm>
          <a:off x="69156" y="133518"/>
          <a:ext cx="9005687" cy="4876464"/>
        </p:xfrm>
        <a:graphic>
          <a:graphicData uri="http://schemas.openxmlformats.org/drawingml/2006/table">
            <a:tbl>
              <a:tblPr firstRow="1" bandRow="1">
                <a:tableStyleId>{5C22544A-7EE6-4342-B048-85BDC9FD1C3A}</a:tableStyleId>
              </a:tblPr>
              <a:tblGrid>
                <a:gridCol w="1014293">
                  <a:extLst>
                    <a:ext uri="{9D8B030D-6E8A-4147-A177-3AD203B41FA5}">
                      <a16:colId xmlns:a16="http://schemas.microsoft.com/office/drawing/2014/main" val="820340767"/>
                    </a:ext>
                  </a:extLst>
                </a:gridCol>
                <a:gridCol w="1129553">
                  <a:extLst>
                    <a:ext uri="{9D8B030D-6E8A-4147-A177-3AD203B41FA5}">
                      <a16:colId xmlns:a16="http://schemas.microsoft.com/office/drawing/2014/main" val="2157712363"/>
                    </a:ext>
                  </a:extLst>
                </a:gridCol>
                <a:gridCol w="1913324">
                  <a:extLst>
                    <a:ext uri="{9D8B030D-6E8A-4147-A177-3AD203B41FA5}">
                      <a16:colId xmlns:a16="http://schemas.microsoft.com/office/drawing/2014/main" val="1697862299"/>
                    </a:ext>
                  </a:extLst>
                </a:gridCol>
                <a:gridCol w="1798064">
                  <a:extLst>
                    <a:ext uri="{9D8B030D-6E8A-4147-A177-3AD203B41FA5}">
                      <a16:colId xmlns:a16="http://schemas.microsoft.com/office/drawing/2014/main" val="1004284480"/>
                    </a:ext>
                  </a:extLst>
                </a:gridCol>
                <a:gridCol w="1698171">
                  <a:extLst>
                    <a:ext uri="{9D8B030D-6E8A-4147-A177-3AD203B41FA5}">
                      <a16:colId xmlns:a16="http://schemas.microsoft.com/office/drawing/2014/main" val="3728172985"/>
                    </a:ext>
                  </a:extLst>
                </a:gridCol>
                <a:gridCol w="1452282">
                  <a:extLst>
                    <a:ext uri="{9D8B030D-6E8A-4147-A177-3AD203B41FA5}">
                      <a16:colId xmlns:a16="http://schemas.microsoft.com/office/drawing/2014/main" val="1260938862"/>
                    </a:ext>
                  </a:extLst>
                </a:gridCol>
              </a:tblGrid>
              <a:tr h="496407">
                <a:tc>
                  <a:txBody>
                    <a:bodyPr/>
                    <a:lstStyle/>
                    <a:p>
                      <a:pPr algn="ctr"/>
                      <a:r>
                        <a:rPr lang="en-US" dirty="0">
                          <a:latin typeface="Ubuntu Light"/>
                          <a:cs typeface="Times New Roman" panose="02020603050405020304" pitchFamily="18" charset="0"/>
                        </a:rPr>
                        <a:t>TITLE</a:t>
                      </a:r>
                    </a:p>
                  </a:txBody>
                  <a:tcPr/>
                </a:tc>
                <a:tc>
                  <a:txBody>
                    <a:bodyPr/>
                    <a:lstStyle/>
                    <a:p>
                      <a:pPr algn="ctr"/>
                      <a:r>
                        <a:rPr lang="en-US" dirty="0">
                          <a:latin typeface="Ubuntu Light"/>
                          <a:cs typeface="Times New Roman" panose="02020603050405020304" pitchFamily="18" charset="0"/>
                        </a:rPr>
                        <a:t>AUTHOR</a:t>
                      </a:r>
                    </a:p>
                  </a:txBody>
                  <a:tcPr/>
                </a:tc>
                <a:tc>
                  <a:txBody>
                    <a:bodyPr/>
                    <a:lstStyle/>
                    <a:p>
                      <a:pPr algn="ctr"/>
                      <a:r>
                        <a:rPr lang="en-US" dirty="0">
                          <a:latin typeface="Ubuntu Light"/>
                          <a:cs typeface="Times New Roman" panose="02020603050405020304" pitchFamily="18" charset="0"/>
                        </a:rPr>
                        <a:t>METHODOLOGY</a:t>
                      </a:r>
                    </a:p>
                  </a:txBody>
                  <a:tcPr/>
                </a:tc>
                <a:tc>
                  <a:txBody>
                    <a:bodyPr/>
                    <a:lstStyle/>
                    <a:p>
                      <a:pPr algn="ctr"/>
                      <a:r>
                        <a:rPr lang="en-US" dirty="0">
                          <a:latin typeface="Ubuntu Light"/>
                          <a:cs typeface="Times New Roman" panose="02020603050405020304" pitchFamily="18" charset="0"/>
                        </a:rPr>
                        <a:t>PROPOSED SYSTEM</a:t>
                      </a:r>
                    </a:p>
                  </a:txBody>
                  <a:tcPr/>
                </a:tc>
                <a:tc>
                  <a:txBody>
                    <a:bodyPr/>
                    <a:lstStyle/>
                    <a:p>
                      <a:pPr algn="ctr"/>
                      <a:r>
                        <a:rPr lang="en-US" dirty="0">
                          <a:latin typeface="Ubuntu Light"/>
                          <a:cs typeface="Times New Roman" panose="02020603050405020304" pitchFamily="18" charset="0"/>
                        </a:rPr>
                        <a:t>CONS</a:t>
                      </a:r>
                    </a:p>
                  </a:txBody>
                  <a:tcPr/>
                </a:tc>
                <a:tc>
                  <a:txBody>
                    <a:bodyPr/>
                    <a:lstStyle/>
                    <a:p>
                      <a:pPr algn="ctr"/>
                      <a:r>
                        <a:rPr lang="en-US" dirty="0">
                          <a:latin typeface="Ubuntu Light"/>
                          <a:cs typeface="Times New Roman" panose="02020603050405020304" pitchFamily="18" charset="0"/>
                        </a:rPr>
                        <a:t>CONCLUSION </a:t>
                      </a:r>
                    </a:p>
                  </a:txBody>
                  <a:tcPr/>
                </a:tc>
                <a:extLst>
                  <a:ext uri="{0D108BD9-81ED-4DB2-BD59-A6C34878D82A}">
                    <a16:rowId xmlns:a16="http://schemas.microsoft.com/office/drawing/2014/main" val="1927065076"/>
                  </a:ext>
                </a:extLst>
              </a:tr>
              <a:tr h="4380057">
                <a:tc>
                  <a:txBody>
                    <a:bodyPr/>
                    <a:lstStyle/>
                    <a:p>
                      <a:r>
                        <a:rPr lang="en-US" b="1" dirty="0">
                          <a:latin typeface="Ubuntu Light"/>
                          <a:cs typeface="Times New Roman" panose="02020603050405020304" pitchFamily="18" charset="0"/>
                        </a:rPr>
                        <a:t>TITLE:</a:t>
                      </a:r>
                      <a:r>
                        <a:rPr lang="en-US" b="1" baseline="0" dirty="0">
                          <a:latin typeface="Ubuntu Light"/>
                          <a:cs typeface="Times New Roman" panose="02020603050405020304" pitchFamily="18" charset="0"/>
                        </a:rPr>
                        <a:t> </a:t>
                      </a:r>
                    </a:p>
                    <a:p>
                      <a:r>
                        <a:rPr lang="en-US" dirty="0">
                          <a:latin typeface="Ubuntu Light"/>
                          <a:cs typeface="Times New Roman" panose="02020603050405020304" pitchFamily="18" charset="0"/>
                        </a:rPr>
                        <a:t>Crime Evidence Over Blockchain </a:t>
                      </a:r>
                    </a:p>
                  </a:txBody>
                  <a:tcPr/>
                </a:tc>
                <a:tc>
                  <a:txBody>
                    <a:bodyPr/>
                    <a:lstStyle/>
                    <a:p>
                      <a:r>
                        <a:rPr lang="pt-BR" dirty="0">
                          <a:latin typeface="Ubuntu Light"/>
                          <a:cs typeface="Times New Roman" panose="02020603050405020304" pitchFamily="18" charset="0"/>
                        </a:rPr>
                        <a:t>Shivani Shetty, Krutika Shinde, Deep Shelke, Ratnakar Garje, Prof. Anita Mahtre </a:t>
                      </a:r>
                      <a:endParaRPr lang="en-US" dirty="0">
                        <a:latin typeface="Ubuntu Light"/>
                        <a:cs typeface="Times New Roman" panose="02020603050405020304" pitchFamily="18" charset="0"/>
                      </a:endParaRPr>
                    </a:p>
                  </a:txBody>
                  <a:tcPr/>
                </a:tc>
                <a:tc>
                  <a:txBody>
                    <a:bodyPr/>
                    <a:lstStyle/>
                    <a:p>
                      <a:r>
                        <a:rPr lang="en-US" dirty="0">
                          <a:latin typeface="Ubuntu Light"/>
                          <a:cs typeface="Times New Roman" panose="02020603050405020304" pitchFamily="18" charset="0"/>
                        </a:rPr>
                        <a:t>The system integrates a two-level blockchain system using Hyperledger Fabric to securely manage crime evidence, with a focus on maintaining a clear chain of custody via the Forensic-Chain. It differentiates between hot blockchain for dynamic data and cold blockchain for static data, while employing smart contracts and secure algorithms to automate processes and safeguard sensitive information.</a:t>
                      </a:r>
                    </a:p>
                  </a:txBody>
                  <a:tcPr/>
                </a:tc>
                <a:tc>
                  <a:txBody>
                    <a:bodyPr/>
                    <a:lstStyle/>
                    <a:p>
                      <a:r>
                        <a:rPr lang="en-US" sz="1400" dirty="0">
                          <a:latin typeface="Ubuntu Light"/>
                          <a:cs typeface="Times New Roman" panose="02020603050405020304" pitchFamily="18" charset="0"/>
                        </a:rPr>
                        <a:t>This system introduces Forensic-Chain, a blockchain-based framework using Hyperledger Fabric to securely manage and trace the chain of custody for digital evidence. By leveraging cryptographic techniques, it ensures a tamper-proof, safeguards of evidence while distinguishing between hot and cold blockchain storage for optimized data management. </a:t>
                      </a:r>
                    </a:p>
                  </a:txBody>
                  <a:tcPr/>
                </a:tc>
                <a:tc>
                  <a:txBody>
                    <a:bodyPr/>
                    <a:lstStyle/>
                    <a:p>
                      <a:r>
                        <a:rPr lang="en-US" sz="1400" dirty="0">
                          <a:latin typeface="Ubuntu Light"/>
                          <a:cs typeface="Times New Roman" panose="02020603050405020304" pitchFamily="18" charset="0"/>
                        </a:rPr>
                        <a:t>This system  include potential data privacy risks, as sensitive information related to investigations could be exposed if not properly managed. Cryptographic systems are also vulnerable to system failures or cyber-attacks, which could disrupt access to encrypted evidence, negatively impacting investigations.</a:t>
                      </a:r>
                    </a:p>
                  </a:txBody>
                  <a:tcPr/>
                </a:tc>
                <a:tc>
                  <a:txBody>
                    <a:bodyPr/>
                    <a:lstStyle/>
                    <a:p>
                      <a:r>
                        <a:rPr lang="en-US" sz="1400" dirty="0">
                          <a:latin typeface="Ubuntu Light"/>
                          <a:cs typeface="Times New Roman" panose="02020603050405020304" pitchFamily="18" charset="0"/>
                        </a:rPr>
                        <a:t>System highlights the role of secure algorithms, hashing, and encryption in protecting sensitive records, making investigations more transparent and efficient across jurisdictions</a:t>
                      </a:r>
                    </a:p>
                  </a:txBody>
                  <a:tcPr/>
                </a:tc>
                <a:extLst>
                  <a:ext uri="{0D108BD9-81ED-4DB2-BD59-A6C34878D82A}">
                    <a16:rowId xmlns:a16="http://schemas.microsoft.com/office/drawing/2014/main" val="2527722412"/>
                  </a:ext>
                </a:extLst>
              </a:tr>
            </a:tbl>
          </a:graphicData>
        </a:graphic>
      </p:graphicFrame>
    </p:spTree>
    <p:extLst>
      <p:ext uri="{BB962C8B-B14F-4D97-AF65-F5344CB8AC3E}">
        <p14:creationId xmlns:p14="http://schemas.microsoft.com/office/powerpoint/2010/main" val="4235621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8788788-607F-4279-B9BF-364EB7E869BC}"/>
              </a:ext>
            </a:extLst>
          </p:cNvPr>
          <p:cNvGraphicFramePr>
            <a:graphicFrameLocks noGrp="1"/>
          </p:cNvGraphicFramePr>
          <p:nvPr>
            <p:extLst>
              <p:ext uri="{D42A27DB-BD31-4B8C-83A1-F6EECF244321}">
                <p14:modId xmlns:p14="http://schemas.microsoft.com/office/powerpoint/2010/main" val="133579601"/>
              </p:ext>
            </p:extLst>
          </p:nvPr>
        </p:nvGraphicFramePr>
        <p:xfrm>
          <a:off x="69156" y="133518"/>
          <a:ext cx="9005687" cy="4876464"/>
        </p:xfrm>
        <a:graphic>
          <a:graphicData uri="http://schemas.openxmlformats.org/drawingml/2006/table">
            <a:tbl>
              <a:tblPr firstRow="1" bandRow="1">
                <a:tableStyleId>{5C22544A-7EE6-4342-B048-85BDC9FD1C3A}</a:tableStyleId>
              </a:tblPr>
              <a:tblGrid>
                <a:gridCol w="1160289">
                  <a:extLst>
                    <a:ext uri="{9D8B030D-6E8A-4147-A177-3AD203B41FA5}">
                      <a16:colId xmlns:a16="http://schemas.microsoft.com/office/drawing/2014/main" val="2812902730"/>
                    </a:ext>
                  </a:extLst>
                </a:gridCol>
                <a:gridCol w="1083449">
                  <a:extLst>
                    <a:ext uri="{9D8B030D-6E8A-4147-A177-3AD203B41FA5}">
                      <a16:colId xmlns:a16="http://schemas.microsoft.com/office/drawing/2014/main" val="733753417"/>
                    </a:ext>
                  </a:extLst>
                </a:gridCol>
                <a:gridCol w="1759644">
                  <a:extLst>
                    <a:ext uri="{9D8B030D-6E8A-4147-A177-3AD203B41FA5}">
                      <a16:colId xmlns:a16="http://schemas.microsoft.com/office/drawing/2014/main" val="753950855"/>
                    </a:ext>
                  </a:extLst>
                </a:gridCol>
                <a:gridCol w="1851852">
                  <a:extLst>
                    <a:ext uri="{9D8B030D-6E8A-4147-A177-3AD203B41FA5}">
                      <a16:colId xmlns:a16="http://schemas.microsoft.com/office/drawing/2014/main" val="4218103636"/>
                    </a:ext>
                  </a:extLst>
                </a:gridCol>
                <a:gridCol w="1698171">
                  <a:extLst>
                    <a:ext uri="{9D8B030D-6E8A-4147-A177-3AD203B41FA5}">
                      <a16:colId xmlns:a16="http://schemas.microsoft.com/office/drawing/2014/main" val="2237770107"/>
                    </a:ext>
                  </a:extLst>
                </a:gridCol>
                <a:gridCol w="1452282">
                  <a:extLst>
                    <a:ext uri="{9D8B030D-6E8A-4147-A177-3AD203B41FA5}">
                      <a16:colId xmlns:a16="http://schemas.microsoft.com/office/drawing/2014/main" val="1686244159"/>
                    </a:ext>
                  </a:extLst>
                </a:gridCol>
              </a:tblGrid>
              <a:tr h="496407">
                <a:tc>
                  <a:txBody>
                    <a:bodyPr/>
                    <a:lstStyle/>
                    <a:p>
                      <a:pPr algn="ctr"/>
                      <a:r>
                        <a:rPr lang="en-US" dirty="0">
                          <a:latin typeface="Ubuntu Light"/>
                          <a:cs typeface="Times New Roman" panose="02020603050405020304" pitchFamily="18" charset="0"/>
                        </a:rPr>
                        <a:t>TITLE</a:t>
                      </a:r>
                    </a:p>
                  </a:txBody>
                  <a:tcPr/>
                </a:tc>
                <a:tc>
                  <a:txBody>
                    <a:bodyPr/>
                    <a:lstStyle/>
                    <a:p>
                      <a:pPr algn="ctr"/>
                      <a:r>
                        <a:rPr lang="en-US" dirty="0">
                          <a:latin typeface="Ubuntu Light"/>
                          <a:cs typeface="Times New Roman" panose="02020603050405020304" pitchFamily="18" charset="0"/>
                        </a:rPr>
                        <a:t>AUTHOR</a:t>
                      </a:r>
                    </a:p>
                  </a:txBody>
                  <a:tcPr/>
                </a:tc>
                <a:tc>
                  <a:txBody>
                    <a:bodyPr/>
                    <a:lstStyle/>
                    <a:p>
                      <a:pPr algn="ctr"/>
                      <a:r>
                        <a:rPr lang="en-US" dirty="0">
                          <a:latin typeface="Ubuntu Light"/>
                          <a:cs typeface="Times New Roman" panose="02020603050405020304" pitchFamily="18" charset="0"/>
                        </a:rPr>
                        <a:t>METHODOLOGY</a:t>
                      </a:r>
                    </a:p>
                  </a:txBody>
                  <a:tcPr/>
                </a:tc>
                <a:tc>
                  <a:txBody>
                    <a:bodyPr/>
                    <a:lstStyle/>
                    <a:p>
                      <a:pPr algn="ctr"/>
                      <a:r>
                        <a:rPr lang="en-US" dirty="0">
                          <a:latin typeface="Ubuntu Light"/>
                          <a:cs typeface="Times New Roman" panose="02020603050405020304" pitchFamily="18" charset="0"/>
                        </a:rPr>
                        <a:t>PROPOSED SYSTEM</a:t>
                      </a:r>
                    </a:p>
                  </a:txBody>
                  <a:tcPr/>
                </a:tc>
                <a:tc>
                  <a:txBody>
                    <a:bodyPr/>
                    <a:lstStyle/>
                    <a:p>
                      <a:pPr algn="ctr"/>
                      <a:r>
                        <a:rPr lang="en-US" dirty="0">
                          <a:latin typeface="Ubuntu Light"/>
                          <a:cs typeface="Times New Roman" panose="02020603050405020304" pitchFamily="18" charset="0"/>
                        </a:rPr>
                        <a:t>CONS</a:t>
                      </a:r>
                    </a:p>
                  </a:txBody>
                  <a:tcPr/>
                </a:tc>
                <a:tc>
                  <a:txBody>
                    <a:bodyPr/>
                    <a:lstStyle/>
                    <a:p>
                      <a:pPr algn="ctr"/>
                      <a:r>
                        <a:rPr lang="en-US" dirty="0">
                          <a:latin typeface="Ubuntu Light"/>
                          <a:cs typeface="Times New Roman" panose="02020603050405020304" pitchFamily="18" charset="0"/>
                        </a:rPr>
                        <a:t>CONCLUSION </a:t>
                      </a:r>
                    </a:p>
                  </a:txBody>
                  <a:tcPr/>
                </a:tc>
                <a:extLst>
                  <a:ext uri="{0D108BD9-81ED-4DB2-BD59-A6C34878D82A}">
                    <a16:rowId xmlns:a16="http://schemas.microsoft.com/office/drawing/2014/main" val="441662983"/>
                  </a:ext>
                </a:extLst>
              </a:tr>
              <a:tr h="4380057">
                <a:tc>
                  <a:txBody>
                    <a:bodyPr/>
                    <a:lstStyle/>
                    <a:p>
                      <a:r>
                        <a:rPr lang="en-US" b="1" dirty="0">
                          <a:latin typeface="Ubuntu Light"/>
                          <a:cs typeface="Times New Roman" panose="02020603050405020304" pitchFamily="18" charset="0"/>
                        </a:rPr>
                        <a:t>TITLE:</a:t>
                      </a:r>
                      <a:r>
                        <a:rPr lang="en-US" b="1" baseline="0" dirty="0">
                          <a:latin typeface="Ubuntu Light"/>
                          <a:cs typeface="Times New Roman" panose="02020603050405020304" pitchFamily="18" charset="0"/>
                        </a:rPr>
                        <a:t> </a:t>
                      </a:r>
                    </a:p>
                    <a:p>
                      <a:r>
                        <a:rPr lang="en-US" dirty="0">
                          <a:latin typeface="Ubuntu Light"/>
                          <a:cs typeface="Times New Roman" panose="02020603050405020304" pitchFamily="18" charset="0"/>
                        </a:rPr>
                        <a:t>Experimental Evaluation of Secured Forensic Evidence Handling Scheme using Blockchain Technology</a:t>
                      </a:r>
                    </a:p>
                  </a:txBody>
                  <a:tcPr/>
                </a:tc>
                <a:tc>
                  <a:txBody>
                    <a:bodyPr/>
                    <a:lstStyle/>
                    <a:p>
                      <a:r>
                        <a:rPr lang="pt-BR" dirty="0">
                          <a:latin typeface="Ubuntu Light"/>
                          <a:cs typeface="Times New Roman" panose="02020603050405020304" pitchFamily="18" charset="0"/>
                        </a:rPr>
                        <a:t>C. Anitha; R. Priyadharshini; E Sivajothi; G Kumaran; K. Sudha; Badepalli Sireesha</a:t>
                      </a:r>
                    </a:p>
                    <a:p>
                      <a:r>
                        <a:rPr lang="en-US" dirty="0">
                          <a:latin typeface="Ubuntu Light"/>
                          <a:cs typeface="Times New Roman" panose="02020603050405020304" pitchFamily="18" charset="0"/>
                        </a:rPr>
                        <a:t>Link:</a:t>
                      </a:r>
                    </a:p>
                    <a:p>
                      <a:r>
                        <a:rPr lang="en-US" b="0" u="sng" dirty="0">
                          <a:solidFill>
                            <a:srgbClr val="FF0000"/>
                          </a:solidFill>
                          <a:latin typeface="Ubuntu Light"/>
                          <a:cs typeface="Times New Roman" panose="02020603050405020304" pitchFamily="18" charset="0"/>
                        </a:rPr>
                        <a:t>https://ieeexplore.ieee.org/document/10625999</a:t>
                      </a:r>
                      <a:endParaRPr lang="pt-BR" b="0" u="sng" dirty="0">
                        <a:solidFill>
                          <a:srgbClr val="FF0000"/>
                        </a:solidFill>
                        <a:latin typeface="Ubuntu Light"/>
                        <a:cs typeface="Times New Roman" panose="02020603050405020304" pitchFamily="18" charset="0"/>
                      </a:endParaRPr>
                    </a:p>
                  </a:txBody>
                  <a:tcPr/>
                </a:tc>
                <a:tc>
                  <a:txBody>
                    <a:bodyPr/>
                    <a:lstStyle/>
                    <a:p>
                      <a:r>
                        <a:rPr lang="en-US" dirty="0">
                          <a:latin typeface="Ubuntu Light"/>
                          <a:cs typeface="Times New Roman" panose="02020603050405020304" pitchFamily="18" charset="0"/>
                        </a:rPr>
                        <a:t>The system address issues like data manipulation and unauthorized access in conventional systems. It introduces the Heterogeneous Key Generation for Forensic Data Safety (HKGFDS) algorithm to enhance evidence security and systematically evaluates its effectiveness against traditional models using cross-validation techniques.</a:t>
                      </a:r>
                    </a:p>
                  </a:txBody>
                  <a:tcPr/>
                </a:tc>
                <a:tc>
                  <a:txBody>
                    <a:bodyPr/>
                    <a:lstStyle/>
                    <a:p>
                      <a:r>
                        <a:rPr lang="en-US" sz="1400" dirty="0">
                          <a:latin typeface="Ubuntu Light"/>
                          <a:cs typeface="Times New Roman" panose="02020603050405020304" pitchFamily="18" charset="0"/>
                        </a:rPr>
                        <a:t>This system uses an immutable ledger to maintain a secure chain of custody and incorporates the Heterogeneous Key Generation for Forensic Data Safety (HKGFDS) algorithm to restrict evidence access to authorized personnel, ensuring integrity. While the system promises more reliable investigations, challenges related to scalability and interoperability need to be resolved for broader adoption.</a:t>
                      </a:r>
                    </a:p>
                  </a:txBody>
                  <a:tcPr/>
                </a:tc>
                <a:tc>
                  <a:txBody>
                    <a:bodyPr/>
                    <a:lstStyle/>
                    <a:p>
                      <a:r>
                        <a:rPr lang="en-US" sz="1400" dirty="0">
                          <a:latin typeface="Ubuntu Light"/>
                          <a:cs typeface="Times New Roman" panose="02020603050405020304" pitchFamily="18" charset="0"/>
                        </a:rPr>
                        <a:t>This systems main   drawback is the complexity of key management, as it involves generating and handling multiple cryptographic keys, increasing the risk of user errors or key mismanagement. This complexity could lead to potential access issues or accidental loss of keys, which may hinder evidence retrieval.</a:t>
                      </a:r>
                    </a:p>
                  </a:txBody>
                  <a:tcPr/>
                </a:tc>
                <a:tc>
                  <a:txBody>
                    <a:bodyPr/>
                    <a:lstStyle/>
                    <a:p>
                      <a:r>
                        <a:rPr lang="en-US" sz="1400" dirty="0">
                          <a:latin typeface="Ubuntu Light"/>
                          <a:cs typeface="Times New Roman" panose="02020603050405020304" pitchFamily="18" charset="0"/>
                        </a:rPr>
                        <a:t>System provides an immutable record of evidence handling, ensuring that any alterations or unauthorized access can be easily detected. HKGFDS algorithm is highlighted as a crucial advancement in maintaining the confidentiality and integrity of forensic data. </a:t>
                      </a:r>
                    </a:p>
                  </a:txBody>
                  <a:tcPr/>
                </a:tc>
                <a:extLst>
                  <a:ext uri="{0D108BD9-81ED-4DB2-BD59-A6C34878D82A}">
                    <a16:rowId xmlns:a16="http://schemas.microsoft.com/office/drawing/2014/main" val="3167374245"/>
                  </a:ext>
                </a:extLst>
              </a:tr>
            </a:tbl>
          </a:graphicData>
        </a:graphic>
      </p:graphicFrame>
    </p:spTree>
    <p:extLst>
      <p:ext uri="{BB962C8B-B14F-4D97-AF65-F5344CB8AC3E}">
        <p14:creationId xmlns:p14="http://schemas.microsoft.com/office/powerpoint/2010/main" val="3568234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AB597A0-AA16-4DB5-949C-E17C8CF42F45}"/>
              </a:ext>
            </a:extLst>
          </p:cNvPr>
          <p:cNvGraphicFramePr>
            <a:graphicFrameLocks noGrp="1"/>
          </p:cNvGraphicFramePr>
          <p:nvPr>
            <p:extLst>
              <p:ext uri="{D42A27DB-BD31-4B8C-83A1-F6EECF244321}">
                <p14:modId xmlns:p14="http://schemas.microsoft.com/office/powerpoint/2010/main" val="2895158915"/>
              </p:ext>
            </p:extLst>
          </p:nvPr>
        </p:nvGraphicFramePr>
        <p:xfrm>
          <a:off x="69156" y="133518"/>
          <a:ext cx="9005687" cy="4876464"/>
        </p:xfrm>
        <a:graphic>
          <a:graphicData uri="http://schemas.openxmlformats.org/drawingml/2006/table">
            <a:tbl>
              <a:tblPr firstRow="1" bandRow="1">
                <a:tableStyleId>{5C22544A-7EE6-4342-B048-85BDC9FD1C3A}</a:tableStyleId>
              </a:tblPr>
              <a:tblGrid>
                <a:gridCol w="1037345">
                  <a:extLst>
                    <a:ext uri="{9D8B030D-6E8A-4147-A177-3AD203B41FA5}">
                      <a16:colId xmlns:a16="http://schemas.microsoft.com/office/drawing/2014/main" val="2115846560"/>
                    </a:ext>
                  </a:extLst>
                </a:gridCol>
                <a:gridCol w="1206393">
                  <a:extLst>
                    <a:ext uri="{9D8B030D-6E8A-4147-A177-3AD203B41FA5}">
                      <a16:colId xmlns:a16="http://schemas.microsoft.com/office/drawing/2014/main" val="3544457436"/>
                    </a:ext>
                  </a:extLst>
                </a:gridCol>
                <a:gridCol w="1759644">
                  <a:extLst>
                    <a:ext uri="{9D8B030D-6E8A-4147-A177-3AD203B41FA5}">
                      <a16:colId xmlns:a16="http://schemas.microsoft.com/office/drawing/2014/main" val="574211811"/>
                    </a:ext>
                  </a:extLst>
                </a:gridCol>
                <a:gridCol w="1851852">
                  <a:extLst>
                    <a:ext uri="{9D8B030D-6E8A-4147-A177-3AD203B41FA5}">
                      <a16:colId xmlns:a16="http://schemas.microsoft.com/office/drawing/2014/main" val="751666931"/>
                    </a:ext>
                  </a:extLst>
                </a:gridCol>
                <a:gridCol w="1559859">
                  <a:extLst>
                    <a:ext uri="{9D8B030D-6E8A-4147-A177-3AD203B41FA5}">
                      <a16:colId xmlns:a16="http://schemas.microsoft.com/office/drawing/2014/main" val="4156195443"/>
                    </a:ext>
                  </a:extLst>
                </a:gridCol>
                <a:gridCol w="1590594">
                  <a:extLst>
                    <a:ext uri="{9D8B030D-6E8A-4147-A177-3AD203B41FA5}">
                      <a16:colId xmlns:a16="http://schemas.microsoft.com/office/drawing/2014/main" val="3176444212"/>
                    </a:ext>
                  </a:extLst>
                </a:gridCol>
              </a:tblGrid>
              <a:tr h="496407">
                <a:tc>
                  <a:txBody>
                    <a:bodyPr/>
                    <a:lstStyle/>
                    <a:p>
                      <a:pPr algn="ctr"/>
                      <a:r>
                        <a:rPr lang="en-US" dirty="0">
                          <a:latin typeface="Ubuntu Light"/>
                          <a:cs typeface="Times New Roman" panose="02020603050405020304" pitchFamily="18" charset="0"/>
                        </a:rPr>
                        <a:t>TITLE</a:t>
                      </a:r>
                    </a:p>
                  </a:txBody>
                  <a:tcPr/>
                </a:tc>
                <a:tc>
                  <a:txBody>
                    <a:bodyPr/>
                    <a:lstStyle/>
                    <a:p>
                      <a:pPr algn="ctr"/>
                      <a:r>
                        <a:rPr lang="en-US" dirty="0">
                          <a:latin typeface="Ubuntu Light"/>
                          <a:cs typeface="Times New Roman" panose="02020603050405020304" pitchFamily="18" charset="0"/>
                        </a:rPr>
                        <a:t>AUTHOR</a:t>
                      </a:r>
                    </a:p>
                  </a:txBody>
                  <a:tcPr/>
                </a:tc>
                <a:tc>
                  <a:txBody>
                    <a:bodyPr/>
                    <a:lstStyle/>
                    <a:p>
                      <a:pPr algn="ctr"/>
                      <a:r>
                        <a:rPr lang="en-US" dirty="0">
                          <a:latin typeface="Ubuntu Light"/>
                          <a:cs typeface="Times New Roman" panose="02020603050405020304" pitchFamily="18" charset="0"/>
                        </a:rPr>
                        <a:t>METHODOLOGY</a:t>
                      </a:r>
                    </a:p>
                  </a:txBody>
                  <a:tcPr/>
                </a:tc>
                <a:tc>
                  <a:txBody>
                    <a:bodyPr/>
                    <a:lstStyle/>
                    <a:p>
                      <a:pPr algn="ctr"/>
                      <a:r>
                        <a:rPr lang="en-US" dirty="0">
                          <a:latin typeface="Ubuntu Light"/>
                          <a:cs typeface="Times New Roman" panose="02020603050405020304" pitchFamily="18" charset="0"/>
                        </a:rPr>
                        <a:t>PROPOSED SYSTEM</a:t>
                      </a:r>
                    </a:p>
                  </a:txBody>
                  <a:tcPr/>
                </a:tc>
                <a:tc>
                  <a:txBody>
                    <a:bodyPr/>
                    <a:lstStyle/>
                    <a:p>
                      <a:pPr algn="ctr"/>
                      <a:r>
                        <a:rPr lang="en-US" dirty="0">
                          <a:latin typeface="Ubuntu Light"/>
                          <a:cs typeface="Times New Roman" panose="02020603050405020304" pitchFamily="18" charset="0"/>
                        </a:rPr>
                        <a:t>CONS</a:t>
                      </a:r>
                    </a:p>
                  </a:txBody>
                  <a:tcPr/>
                </a:tc>
                <a:tc>
                  <a:txBody>
                    <a:bodyPr/>
                    <a:lstStyle/>
                    <a:p>
                      <a:pPr algn="ctr"/>
                      <a:r>
                        <a:rPr lang="en-US" dirty="0">
                          <a:latin typeface="Ubuntu Light"/>
                          <a:cs typeface="Times New Roman" panose="02020603050405020304" pitchFamily="18" charset="0"/>
                        </a:rPr>
                        <a:t>CONCLUSION </a:t>
                      </a:r>
                    </a:p>
                  </a:txBody>
                  <a:tcPr/>
                </a:tc>
                <a:extLst>
                  <a:ext uri="{0D108BD9-81ED-4DB2-BD59-A6C34878D82A}">
                    <a16:rowId xmlns:a16="http://schemas.microsoft.com/office/drawing/2014/main" val="1180950049"/>
                  </a:ext>
                </a:extLst>
              </a:tr>
              <a:tr h="4380057">
                <a:tc>
                  <a:txBody>
                    <a:bodyPr/>
                    <a:lstStyle/>
                    <a:p>
                      <a:r>
                        <a:rPr lang="en-US" b="1" dirty="0">
                          <a:latin typeface="Ubuntu Light"/>
                          <a:cs typeface="Times New Roman" panose="02020603050405020304" pitchFamily="18" charset="0"/>
                        </a:rPr>
                        <a:t>TITLE:</a:t>
                      </a:r>
                      <a:r>
                        <a:rPr lang="en-US" b="1" baseline="0" dirty="0">
                          <a:latin typeface="Ubuntu Light"/>
                          <a:cs typeface="Times New Roman" panose="02020603050405020304" pitchFamily="18" charset="0"/>
                        </a:rPr>
                        <a:t> </a:t>
                      </a:r>
                    </a:p>
                    <a:p>
                      <a:r>
                        <a:rPr lang="en-US" sz="1400" b="0" i="0" u="none" strike="noStrike" cap="none" dirty="0">
                          <a:solidFill>
                            <a:schemeClr val="dk1"/>
                          </a:solidFill>
                          <a:effectLst/>
                          <a:latin typeface="+mn-lt"/>
                          <a:ea typeface="+mn-ea"/>
                          <a:cs typeface="+mn-cs"/>
                          <a:sym typeface="Arial"/>
                        </a:rPr>
                        <a:t>Safeguarding </a:t>
                      </a:r>
                      <a:r>
                        <a:rPr lang="en-US" dirty="0">
                          <a:latin typeface="Ubuntu Light"/>
                          <a:cs typeface="Times New Roman" panose="02020603050405020304" pitchFamily="18" charset="0"/>
                        </a:rPr>
                        <a:t>Forensic Evidence Using Blockchain Technology</a:t>
                      </a:r>
                    </a:p>
                  </a:txBody>
                  <a:tcPr/>
                </a:tc>
                <a:tc>
                  <a:txBody>
                    <a:bodyPr/>
                    <a:lstStyle/>
                    <a:p>
                      <a:r>
                        <a:rPr lang="pt-BR" dirty="0">
                          <a:latin typeface="Ubuntu Light"/>
                          <a:cs typeface="Times New Roman" panose="02020603050405020304" pitchFamily="18" charset="0"/>
                        </a:rPr>
                        <a:t>Prof. D.L. Falak, Ruchi Bhalerao, Vijayraj Garad, Ganesh Gapat, Mahesh Gaikwad</a:t>
                      </a:r>
                    </a:p>
                    <a:p>
                      <a:r>
                        <a:rPr lang="en-US" dirty="0">
                          <a:latin typeface="Ubuntu Light"/>
                          <a:cs typeface="Times New Roman" panose="02020603050405020304" pitchFamily="18" charset="0"/>
                        </a:rPr>
                        <a:t>Link:</a:t>
                      </a:r>
                    </a:p>
                    <a:p>
                      <a:r>
                        <a:rPr lang="en-US" b="0" u="sng" dirty="0">
                          <a:solidFill>
                            <a:srgbClr val="FF0000"/>
                          </a:solidFill>
                          <a:latin typeface="Ubuntu Light"/>
                          <a:cs typeface="Times New Roman" panose="02020603050405020304" pitchFamily="18" charset="0"/>
                        </a:rPr>
                        <a:t>https://ijsrem.com/download/safeguarding-forensic-evidence-using-blockchain-technology/</a:t>
                      </a:r>
                      <a:endParaRPr lang="pt-BR" b="0" u="sng" dirty="0">
                        <a:solidFill>
                          <a:srgbClr val="FF0000"/>
                        </a:solidFill>
                        <a:latin typeface="Ubuntu Light"/>
                        <a:cs typeface="Times New Roman" panose="02020603050405020304" pitchFamily="18" charset="0"/>
                      </a:endParaRPr>
                    </a:p>
                  </a:txBody>
                  <a:tcPr/>
                </a:tc>
                <a:tc>
                  <a:txBody>
                    <a:bodyPr/>
                    <a:lstStyle/>
                    <a:p>
                      <a:r>
                        <a:rPr lang="en-US" dirty="0">
                          <a:latin typeface="Ubuntu Light"/>
                          <a:cs typeface="Times New Roman" panose="02020603050405020304" pitchFamily="18" charset="0"/>
                        </a:rPr>
                        <a:t>System revolve around the use of Hyperledger Fabric, a permissioned blockchain network, to ensure the secure management of digital forensic evidence. Raw forensic data is stored in the cloud. This dual approach of integrating cloud storage with blockchain technology ensures scalability and traceability of data entry.</a:t>
                      </a:r>
                    </a:p>
                  </a:txBody>
                  <a:tcPr/>
                </a:tc>
                <a:tc>
                  <a:txBody>
                    <a:bodyPr/>
                    <a:lstStyle/>
                    <a:p>
                      <a:r>
                        <a:rPr lang="en-US" sz="1400" dirty="0">
                          <a:latin typeface="Ubuntu Light"/>
                          <a:cs typeface="Times New Roman" panose="02020603050405020304" pitchFamily="18" charset="0"/>
                        </a:rPr>
                        <a:t>This system manages digital forensic evidence securely and transparently. Built on Hyperledger Fabric, it employs a permissioned blockchain to restrict access to authorized participants and ensure the integrity of evidence throughout its lifecycle. The system fragments forensic data, stores it in the cloud, and links it to the blockchain, allowing for easy tracking and retrieval.</a:t>
                      </a:r>
                    </a:p>
                  </a:txBody>
                  <a:tcPr/>
                </a:tc>
                <a:tc>
                  <a:txBody>
                    <a:bodyPr/>
                    <a:lstStyle/>
                    <a:p>
                      <a:r>
                        <a:rPr lang="en-US" sz="1400" dirty="0">
                          <a:latin typeface="Ubuntu Light"/>
                          <a:cs typeface="Times New Roman" panose="02020603050405020304" pitchFamily="18" charset="0"/>
                        </a:rPr>
                        <a:t>The system dependence on cloud storage for forensic data introduces potential vulnerabilities, such as risks of unauthorized access or data breaches in the cloud. </a:t>
                      </a:r>
                    </a:p>
                  </a:txBody>
                  <a:tcPr/>
                </a:tc>
                <a:tc>
                  <a:txBody>
                    <a:bodyPr/>
                    <a:lstStyle/>
                    <a:p>
                      <a:r>
                        <a:rPr lang="en-US" sz="1400" dirty="0">
                          <a:latin typeface="Ubuntu Light"/>
                          <a:cs typeface="Times New Roman" panose="02020603050405020304" pitchFamily="18" charset="0"/>
                        </a:rPr>
                        <a:t>Hyperledger Fabric's permissioned blockchain enhances privacy and confidentiality while maintaining a tamper-proof audit trail. However, challenges such as scalability issues, cloud storage vulnerabilities, and the need for technical expertise must be addressed to optimize its performance and adoption.</a:t>
                      </a:r>
                    </a:p>
                  </a:txBody>
                  <a:tcPr/>
                </a:tc>
                <a:extLst>
                  <a:ext uri="{0D108BD9-81ED-4DB2-BD59-A6C34878D82A}">
                    <a16:rowId xmlns:a16="http://schemas.microsoft.com/office/drawing/2014/main" val="4146237128"/>
                  </a:ext>
                </a:extLst>
              </a:tr>
            </a:tbl>
          </a:graphicData>
        </a:graphic>
      </p:graphicFrame>
    </p:spTree>
    <p:extLst>
      <p:ext uri="{BB962C8B-B14F-4D97-AF65-F5344CB8AC3E}">
        <p14:creationId xmlns:p14="http://schemas.microsoft.com/office/powerpoint/2010/main" val="3568687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8"/>
        <p:cNvGrpSpPr/>
        <p:nvPr/>
      </p:nvGrpSpPr>
      <p:grpSpPr>
        <a:xfrm>
          <a:off x="0" y="0"/>
          <a:ext cx="0" cy="0"/>
          <a:chOff x="0" y="0"/>
          <a:chExt cx="0" cy="0"/>
        </a:xfrm>
      </p:grpSpPr>
      <p:sp>
        <p:nvSpPr>
          <p:cNvPr id="1809" name="Google Shape;1809;p73"/>
          <p:cNvSpPr txBox="1">
            <a:spLocks noGrp="1"/>
          </p:cNvSpPr>
          <p:nvPr>
            <p:ph type="title"/>
          </p:nvPr>
        </p:nvSpPr>
        <p:spPr>
          <a:xfrm>
            <a:off x="0" y="742698"/>
            <a:ext cx="9144000" cy="1159953"/>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4800" dirty="0"/>
              <a:t>THANK YOU</a:t>
            </a:r>
            <a:endParaRPr sz="4800" dirty="0"/>
          </a:p>
        </p:txBody>
      </p:sp>
      <p:sp>
        <p:nvSpPr>
          <p:cNvPr id="1810" name="Google Shape;1810;p73"/>
          <p:cNvSpPr txBox="1">
            <a:spLocks noGrp="1"/>
          </p:cNvSpPr>
          <p:nvPr>
            <p:ph type="subTitle" idx="1"/>
          </p:nvPr>
        </p:nvSpPr>
        <p:spPr>
          <a:xfrm>
            <a:off x="3803908" y="4072786"/>
            <a:ext cx="379435" cy="5421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a:t>
            </a:r>
            <a:endParaRPr dirty="0"/>
          </a:p>
        </p:txBody>
      </p:sp>
      <p:sp>
        <p:nvSpPr>
          <p:cNvPr id="1811" name="Google Shape;1811;p73"/>
          <p:cNvSpPr txBox="1">
            <a:spLocks noGrp="1"/>
          </p:cNvSpPr>
          <p:nvPr>
            <p:ph type="subTitle" idx="2"/>
          </p:nvPr>
        </p:nvSpPr>
        <p:spPr>
          <a:xfrm>
            <a:off x="2460279" y="3567599"/>
            <a:ext cx="192564" cy="671082"/>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a:t>
            </a:r>
            <a:endParaRPr dirty="0"/>
          </a:p>
        </p:txBody>
      </p:sp>
      <p:sp>
        <p:nvSpPr>
          <p:cNvPr id="1812" name="Google Shape;1812;p73"/>
          <p:cNvSpPr/>
          <p:nvPr/>
        </p:nvSpPr>
        <p:spPr>
          <a:xfrm>
            <a:off x="2433467" y="3959340"/>
            <a:ext cx="98455" cy="164185"/>
          </a:xfrm>
          <a:custGeom>
            <a:avLst/>
            <a:gdLst/>
            <a:ahLst/>
            <a:cxnLst/>
            <a:rect l="l" t="t" r="r" b="b"/>
            <a:pathLst>
              <a:path w="23302" h="24053" extrusionOk="0">
                <a:moveTo>
                  <a:pt x="23302" y="24053"/>
                </a:moveTo>
                <a:lnTo>
                  <a:pt x="23302" y="0"/>
                </a:lnTo>
                <a:lnTo>
                  <a:pt x="0" y="0"/>
                </a:lnTo>
              </a:path>
            </a:pathLst>
          </a:custGeom>
          <a:noFill/>
          <a:ln w="19050" cap="flat" cmpd="sng">
            <a:solidFill>
              <a:schemeClr val="accent3"/>
            </a:solidFill>
            <a:prstDash val="dot"/>
            <a:round/>
            <a:headEnd type="none" w="med" len="med"/>
            <a:tailEnd type="none" w="med" len="med"/>
          </a:ln>
        </p:spPr>
      </p:sp>
      <p:sp>
        <p:nvSpPr>
          <p:cNvPr id="1813" name="Google Shape;1813;p73"/>
          <p:cNvSpPr/>
          <p:nvPr/>
        </p:nvSpPr>
        <p:spPr>
          <a:xfrm>
            <a:off x="2466071" y="3940545"/>
            <a:ext cx="123600" cy="1236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73"/>
          <p:cNvSpPr/>
          <p:nvPr/>
        </p:nvSpPr>
        <p:spPr>
          <a:xfrm>
            <a:off x="3635288" y="3675836"/>
            <a:ext cx="212094" cy="191869"/>
          </a:xfrm>
          <a:custGeom>
            <a:avLst/>
            <a:gdLst/>
            <a:ahLst/>
            <a:cxnLst/>
            <a:rect l="l" t="t" r="r" b="b"/>
            <a:pathLst>
              <a:path w="23302" h="24053" extrusionOk="0">
                <a:moveTo>
                  <a:pt x="23302" y="24053"/>
                </a:moveTo>
                <a:lnTo>
                  <a:pt x="23302" y="0"/>
                </a:lnTo>
                <a:lnTo>
                  <a:pt x="0" y="0"/>
                </a:lnTo>
              </a:path>
            </a:pathLst>
          </a:custGeom>
          <a:noFill/>
          <a:ln w="19050" cap="flat" cmpd="sng">
            <a:solidFill>
              <a:schemeClr val="accent3"/>
            </a:solidFill>
            <a:prstDash val="dot"/>
            <a:round/>
            <a:headEnd type="none" w="med" len="med"/>
            <a:tailEnd type="none" w="med" len="med"/>
          </a:ln>
        </p:spPr>
      </p:sp>
      <p:sp>
        <p:nvSpPr>
          <p:cNvPr id="1815" name="Google Shape;1815;p73"/>
          <p:cNvSpPr/>
          <p:nvPr/>
        </p:nvSpPr>
        <p:spPr>
          <a:xfrm>
            <a:off x="2419030" y="3827588"/>
            <a:ext cx="123600" cy="1236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73"/>
          <p:cNvSpPr/>
          <p:nvPr/>
        </p:nvSpPr>
        <p:spPr>
          <a:xfrm flipV="1">
            <a:off x="5000118" y="3901327"/>
            <a:ext cx="45719" cy="63115"/>
          </a:xfrm>
          <a:custGeom>
            <a:avLst/>
            <a:gdLst/>
            <a:ahLst/>
            <a:cxnLst/>
            <a:rect l="l" t="t" r="r" b="b"/>
            <a:pathLst>
              <a:path w="23302" h="24053" extrusionOk="0">
                <a:moveTo>
                  <a:pt x="23302" y="24053"/>
                </a:moveTo>
                <a:lnTo>
                  <a:pt x="23302" y="0"/>
                </a:lnTo>
                <a:lnTo>
                  <a:pt x="0" y="0"/>
                </a:lnTo>
              </a:path>
            </a:pathLst>
          </a:custGeom>
          <a:noFill/>
          <a:ln w="19050" cap="flat" cmpd="sng">
            <a:solidFill>
              <a:schemeClr val="accent3"/>
            </a:solidFill>
            <a:prstDash val="dot"/>
            <a:round/>
            <a:headEnd type="none" w="med" len="med"/>
            <a:tailEnd type="none" w="med" len="med"/>
          </a:ln>
        </p:spPr>
      </p:sp>
      <p:sp>
        <p:nvSpPr>
          <p:cNvPr id="1817" name="Google Shape;1817;p73"/>
          <p:cNvSpPr/>
          <p:nvPr/>
        </p:nvSpPr>
        <p:spPr>
          <a:xfrm flipH="1">
            <a:off x="5291219" y="3376346"/>
            <a:ext cx="123600" cy="1236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73"/>
          <p:cNvSpPr/>
          <p:nvPr/>
        </p:nvSpPr>
        <p:spPr>
          <a:xfrm flipH="1">
            <a:off x="6470177" y="3451857"/>
            <a:ext cx="62404" cy="133251"/>
          </a:xfrm>
          <a:custGeom>
            <a:avLst/>
            <a:gdLst/>
            <a:ahLst/>
            <a:cxnLst/>
            <a:rect l="l" t="t" r="r" b="b"/>
            <a:pathLst>
              <a:path w="23302" h="24053" extrusionOk="0">
                <a:moveTo>
                  <a:pt x="23302" y="24053"/>
                </a:moveTo>
                <a:lnTo>
                  <a:pt x="23302" y="0"/>
                </a:lnTo>
                <a:lnTo>
                  <a:pt x="0" y="0"/>
                </a:lnTo>
              </a:path>
            </a:pathLst>
          </a:custGeom>
          <a:noFill/>
          <a:ln w="19050" cap="flat" cmpd="sng">
            <a:solidFill>
              <a:schemeClr val="accent3"/>
            </a:solidFill>
            <a:prstDash val="dot"/>
            <a:round/>
            <a:headEnd type="none" w="med" len="med"/>
            <a:tailEnd type="none" w="med" len="med"/>
          </a:ln>
        </p:spPr>
      </p:sp>
      <p:sp>
        <p:nvSpPr>
          <p:cNvPr id="1819" name="Google Shape;1819;p73"/>
          <p:cNvSpPr/>
          <p:nvPr/>
        </p:nvSpPr>
        <p:spPr>
          <a:xfrm flipH="1">
            <a:off x="6431846" y="3538803"/>
            <a:ext cx="123600" cy="1236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73"/>
          <p:cNvSpPr txBox="1">
            <a:spLocks noGrp="1"/>
          </p:cNvSpPr>
          <p:nvPr>
            <p:ph type="subTitle" idx="3"/>
          </p:nvPr>
        </p:nvSpPr>
        <p:spPr>
          <a:xfrm>
            <a:off x="2886167" y="4172811"/>
            <a:ext cx="238715" cy="552538"/>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a:t>
            </a:r>
            <a:endParaRPr dirty="0"/>
          </a:p>
        </p:txBody>
      </p:sp>
      <p:sp>
        <p:nvSpPr>
          <p:cNvPr id="1821" name="Google Shape;1821;p73"/>
          <p:cNvSpPr txBox="1">
            <a:spLocks noGrp="1"/>
          </p:cNvSpPr>
          <p:nvPr>
            <p:ph type="subTitle" idx="4"/>
          </p:nvPr>
        </p:nvSpPr>
        <p:spPr>
          <a:xfrm>
            <a:off x="2296643" y="3643446"/>
            <a:ext cx="422355" cy="413728"/>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a:t>
            </a:r>
            <a:endParaRPr dirty="0"/>
          </a:p>
        </p:txBody>
      </p:sp>
      <p:sp>
        <p:nvSpPr>
          <p:cNvPr id="1822" name="Google Shape;1822;p73"/>
          <p:cNvSpPr txBox="1">
            <a:spLocks noGrp="1"/>
          </p:cNvSpPr>
          <p:nvPr>
            <p:ph type="subTitle" idx="5"/>
          </p:nvPr>
        </p:nvSpPr>
        <p:spPr>
          <a:xfrm>
            <a:off x="6356968" y="4444219"/>
            <a:ext cx="345582" cy="640921"/>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t>
            </a:r>
            <a:endParaRPr dirty="0"/>
          </a:p>
        </p:txBody>
      </p:sp>
      <p:sp>
        <p:nvSpPr>
          <p:cNvPr id="1823" name="Google Shape;1823;p73"/>
          <p:cNvSpPr txBox="1">
            <a:spLocks noGrp="1"/>
          </p:cNvSpPr>
          <p:nvPr>
            <p:ph type="subTitle" idx="6"/>
          </p:nvPr>
        </p:nvSpPr>
        <p:spPr>
          <a:xfrm>
            <a:off x="6334110" y="3080553"/>
            <a:ext cx="280778" cy="4159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a:r>
            <a:endParaRPr dirty="0"/>
          </a:p>
        </p:txBody>
      </p:sp>
      <p:sp>
        <p:nvSpPr>
          <p:cNvPr id="1824" name="Google Shape;1824;p73"/>
          <p:cNvSpPr txBox="1">
            <a:spLocks noGrp="1"/>
          </p:cNvSpPr>
          <p:nvPr>
            <p:ph type="subTitle" idx="7"/>
          </p:nvPr>
        </p:nvSpPr>
        <p:spPr>
          <a:xfrm>
            <a:off x="6385758" y="4517011"/>
            <a:ext cx="309411" cy="404877"/>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t>
            </a:r>
            <a:endParaRPr dirty="0"/>
          </a:p>
        </p:txBody>
      </p:sp>
      <p:sp>
        <p:nvSpPr>
          <p:cNvPr id="1825" name="Google Shape;1825;p73"/>
          <p:cNvSpPr txBox="1">
            <a:spLocks noGrp="1"/>
          </p:cNvSpPr>
          <p:nvPr>
            <p:ph type="subTitle" idx="8"/>
          </p:nvPr>
        </p:nvSpPr>
        <p:spPr>
          <a:xfrm>
            <a:off x="6504936" y="3336902"/>
            <a:ext cx="248163" cy="42455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a:r>
            <a:endParaRPr dirty="0"/>
          </a:p>
        </p:txBody>
      </p:sp>
      <p:grpSp>
        <p:nvGrpSpPr>
          <p:cNvPr id="1826" name="Google Shape;1826;p73"/>
          <p:cNvGrpSpPr/>
          <p:nvPr/>
        </p:nvGrpSpPr>
        <p:grpSpPr>
          <a:xfrm>
            <a:off x="1933139" y="2181216"/>
            <a:ext cx="5019383" cy="2989239"/>
            <a:chOff x="1925986" y="2618194"/>
            <a:chExt cx="5019383" cy="2989239"/>
          </a:xfrm>
        </p:grpSpPr>
        <p:sp>
          <p:nvSpPr>
            <p:cNvPr id="1827" name="Google Shape;1827;p73"/>
            <p:cNvSpPr/>
            <p:nvPr/>
          </p:nvSpPr>
          <p:spPr>
            <a:xfrm>
              <a:off x="3632135" y="3152628"/>
              <a:ext cx="792564" cy="611129"/>
            </a:xfrm>
            <a:custGeom>
              <a:avLst/>
              <a:gdLst/>
              <a:ahLst/>
              <a:cxnLst/>
              <a:rect l="l" t="t" r="r" b="b"/>
              <a:pathLst>
                <a:path w="24729" h="19068" extrusionOk="0">
                  <a:moveTo>
                    <a:pt x="11116" y="1"/>
                  </a:moveTo>
                  <a:cubicBezTo>
                    <a:pt x="10195" y="1"/>
                    <a:pt x="9502" y="794"/>
                    <a:pt x="9023" y="1588"/>
                  </a:cubicBezTo>
                  <a:cubicBezTo>
                    <a:pt x="8538" y="2374"/>
                    <a:pt x="8104" y="3276"/>
                    <a:pt x="7252" y="3660"/>
                  </a:cubicBezTo>
                  <a:cubicBezTo>
                    <a:pt x="6065" y="4212"/>
                    <a:pt x="4411" y="3526"/>
                    <a:pt x="3476" y="4445"/>
                  </a:cubicBezTo>
                  <a:cubicBezTo>
                    <a:pt x="2456" y="5415"/>
                    <a:pt x="3292" y="7152"/>
                    <a:pt x="2907" y="8506"/>
                  </a:cubicBezTo>
                  <a:cubicBezTo>
                    <a:pt x="2657" y="9408"/>
                    <a:pt x="1888" y="10059"/>
                    <a:pt x="1237" y="10745"/>
                  </a:cubicBezTo>
                  <a:cubicBezTo>
                    <a:pt x="585" y="11430"/>
                    <a:pt x="0" y="12365"/>
                    <a:pt x="267" y="13268"/>
                  </a:cubicBezTo>
                  <a:cubicBezTo>
                    <a:pt x="535" y="14203"/>
                    <a:pt x="1571" y="14654"/>
                    <a:pt x="2440" y="15105"/>
                  </a:cubicBezTo>
                  <a:cubicBezTo>
                    <a:pt x="3125" y="15456"/>
                    <a:pt x="3776" y="15974"/>
                    <a:pt x="4010" y="16726"/>
                  </a:cubicBezTo>
                  <a:cubicBezTo>
                    <a:pt x="4244" y="17495"/>
                    <a:pt x="3860" y="17862"/>
                    <a:pt x="4628" y="18497"/>
                  </a:cubicBezTo>
                  <a:cubicBezTo>
                    <a:pt x="5093" y="18871"/>
                    <a:pt x="5664" y="19068"/>
                    <a:pt x="6239" y="19068"/>
                  </a:cubicBezTo>
                  <a:cubicBezTo>
                    <a:pt x="6513" y="19068"/>
                    <a:pt x="6787" y="19023"/>
                    <a:pt x="7051" y="18932"/>
                  </a:cubicBezTo>
                  <a:cubicBezTo>
                    <a:pt x="7937" y="18614"/>
                    <a:pt x="8622" y="17812"/>
                    <a:pt x="9557" y="17679"/>
                  </a:cubicBezTo>
                  <a:cubicBezTo>
                    <a:pt x="9661" y="17662"/>
                    <a:pt x="9765" y="17655"/>
                    <a:pt x="9867" y="17655"/>
                  </a:cubicBezTo>
                  <a:cubicBezTo>
                    <a:pt x="11234" y="17655"/>
                    <a:pt x="12471" y="18985"/>
                    <a:pt x="13821" y="18985"/>
                  </a:cubicBezTo>
                  <a:cubicBezTo>
                    <a:pt x="13947" y="18985"/>
                    <a:pt x="14074" y="18974"/>
                    <a:pt x="14202" y="18948"/>
                  </a:cubicBezTo>
                  <a:cubicBezTo>
                    <a:pt x="15623" y="18648"/>
                    <a:pt x="16157" y="16877"/>
                    <a:pt x="17344" y="16024"/>
                  </a:cubicBezTo>
                  <a:cubicBezTo>
                    <a:pt x="18831" y="14938"/>
                    <a:pt x="21003" y="15506"/>
                    <a:pt x="22607" y="14621"/>
                  </a:cubicBezTo>
                  <a:cubicBezTo>
                    <a:pt x="24328" y="13669"/>
                    <a:pt x="24729" y="10978"/>
                    <a:pt x="23359" y="9575"/>
                  </a:cubicBezTo>
                  <a:cubicBezTo>
                    <a:pt x="22440" y="8623"/>
                    <a:pt x="20953" y="8288"/>
                    <a:pt x="20201" y="7135"/>
                  </a:cubicBezTo>
                  <a:cubicBezTo>
                    <a:pt x="19482" y="5983"/>
                    <a:pt x="20117" y="4479"/>
                    <a:pt x="18948" y="3577"/>
                  </a:cubicBezTo>
                  <a:cubicBezTo>
                    <a:pt x="18263" y="3042"/>
                    <a:pt x="17344" y="2892"/>
                    <a:pt x="16475" y="2758"/>
                  </a:cubicBezTo>
                  <a:cubicBezTo>
                    <a:pt x="15606" y="2641"/>
                    <a:pt x="14704" y="2524"/>
                    <a:pt x="13968" y="2023"/>
                  </a:cubicBezTo>
                  <a:cubicBezTo>
                    <a:pt x="12983" y="1371"/>
                    <a:pt x="12331" y="34"/>
                    <a:pt x="11145" y="1"/>
                  </a:cubicBezTo>
                  <a:cubicBezTo>
                    <a:pt x="11135" y="1"/>
                    <a:pt x="11126" y="1"/>
                    <a:pt x="111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73"/>
            <p:cNvSpPr/>
            <p:nvPr/>
          </p:nvSpPr>
          <p:spPr>
            <a:xfrm>
              <a:off x="3641237" y="5302157"/>
              <a:ext cx="391491" cy="291367"/>
            </a:xfrm>
            <a:custGeom>
              <a:avLst/>
              <a:gdLst/>
              <a:ahLst/>
              <a:cxnLst/>
              <a:rect l="l" t="t" r="r" b="b"/>
              <a:pathLst>
                <a:path w="12215" h="9091" extrusionOk="0">
                  <a:moveTo>
                    <a:pt x="7502" y="1"/>
                  </a:moveTo>
                  <a:lnTo>
                    <a:pt x="7720" y="5097"/>
                  </a:lnTo>
                  <a:cubicBezTo>
                    <a:pt x="7720" y="5097"/>
                    <a:pt x="6199" y="5698"/>
                    <a:pt x="4679" y="6283"/>
                  </a:cubicBezTo>
                  <a:cubicBezTo>
                    <a:pt x="3476" y="6768"/>
                    <a:pt x="2273" y="7252"/>
                    <a:pt x="1872" y="7436"/>
                  </a:cubicBezTo>
                  <a:cubicBezTo>
                    <a:pt x="1103" y="7787"/>
                    <a:pt x="435" y="8355"/>
                    <a:pt x="0" y="9090"/>
                  </a:cubicBezTo>
                  <a:lnTo>
                    <a:pt x="12030" y="9090"/>
                  </a:lnTo>
                  <a:cubicBezTo>
                    <a:pt x="12214" y="8121"/>
                    <a:pt x="12114" y="6768"/>
                    <a:pt x="12014" y="5949"/>
                  </a:cubicBezTo>
                  <a:cubicBezTo>
                    <a:pt x="11964" y="5515"/>
                    <a:pt x="11913" y="5214"/>
                    <a:pt x="11913" y="5214"/>
                  </a:cubicBezTo>
                  <a:cubicBezTo>
                    <a:pt x="11913" y="5214"/>
                    <a:pt x="11546" y="1137"/>
                    <a:pt x="11713" y="803"/>
                  </a:cubicBezTo>
                  <a:lnTo>
                    <a:pt x="75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73"/>
            <p:cNvSpPr/>
            <p:nvPr/>
          </p:nvSpPr>
          <p:spPr>
            <a:xfrm>
              <a:off x="3641237" y="5492822"/>
              <a:ext cx="391491" cy="100701"/>
            </a:xfrm>
            <a:custGeom>
              <a:avLst/>
              <a:gdLst/>
              <a:ahLst/>
              <a:cxnLst/>
              <a:rect l="l" t="t" r="r" b="b"/>
              <a:pathLst>
                <a:path w="12215" h="3142" extrusionOk="0">
                  <a:moveTo>
                    <a:pt x="12014" y="0"/>
                  </a:moveTo>
                  <a:cubicBezTo>
                    <a:pt x="11095" y="284"/>
                    <a:pt x="8254" y="1136"/>
                    <a:pt x="5882" y="1671"/>
                  </a:cubicBezTo>
                  <a:cubicBezTo>
                    <a:pt x="5581" y="1153"/>
                    <a:pt x="5163" y="702"/>
                    <a:pt x="4679" y="334"/>
                  </a:cubicBezTo>
                  <a:cubicBezTo>
                    <a:pt x="3476" y="819"/>
                    <a:pt x="2273" y="1303"/>
                    <a:pt x="1872" y="1487"/>
                  </a:cubicBezTo>
                  <a:cubicBezTo>
                    <a:pt x="1103" y="1838"/>
                    <a:pt x="435" y="2406"/>
                    <a:pt x="0" y="3141"/>
                  </a:cubicBezTo>
                  <a:lnTo>
                    <a:pt x="12030" y="3141"/>
                  </a:lnTo>
                  <a:cubicBezTo>
                    <a:pt x="12214" y="2172"/>
                    <a:pt x="12114" y="819"/>
                    <a:pt x="120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73"/>
            <p:cNvSpPr/>
            <p:nvPr/>
          </p:nvSpPr>
          <p:spPr>
            <a:xfrm>
              <a:off x="3727965" y="4266493"/>
              <a:ext cx="312263" cy="1120308"/>
            </a:xfrm>
            <a:custGeom>
              <a:avLst/>
              <a:gdLst/>
              <a:ahLst/>
              <a:cxnLst/>
              <a:rect l="l" t="t" r="r" b="b"/>
              <a:pathLst>
                <a:path w="9743" h="34955" extrusionOk="0">
                  <a:moveTo>
                    <a:pt x="9141" y="1"/>
                  </a:moveTo>
                  <a:lnTo>
                    <a:pt x="8873" y="17"/>
                  </a:lnTo>
                  <a:lnTo>
                    <a:pt x="8606" y="17"/>
                  </a:lnTo>
                  <a:lnTo>
                    <a:pt x="6551" y="101"/>
                  </a:lnTo>
                  <a:lnTo>
                    <a:pt x="5548" y="134"/>
                  </a:lnTo>
                  <a:lnTo>
                    <a:pt x="1" y="352"/>
                  </a:lnTo>
                  <a:cubicBezTo>
                    <a:pt x="1" y="352"/>
                    <a:pt x="18" y="2607"/>
                    <a:pt x="235" y="6367"/>
                  </a:cubicBezTo>
                  <a:cubicBezTo>
                    <a:pt x="569" y="12783"/>
                    <a:pt x="1471" y="23543"/>
                    <a:pt x="3727" y="34955"/>
                  </a:cubicBezTo>
                  <a:cubicBezTo>
                    <a:pt x="3794" y="34905"/>
                    <a:pt x="5448" y="34821"/>
                    <a:pt x="7019" y="34754"/>
                  </a:cubicBezTo>
                  <a:cubicBezTo>
                    <a:pt x="7319" y="34754"/>
                    <a:pt x="7637" y="34738"/>
                    <a:pt x="7921" y="34721"/>
                  </a:cubicBezTo>
                  <a:cubicBezTo>
                    <a:pt x="8940" y="34687"/>
                    <a:pt x="9742" y="34654"/>
                    <a:pt x="9742" y="34654"/>
                  </a:cubicBezTo>
                  <a:lnTo>
                    <a:pt x="9291" y="8305"/>
                  </a:lnTo>
                  <a:lnTo>
                    <a:pt x="9207" y="3727"/>
                  </a:lnTo>
                  <a:lnTo>
                    <a:pt x="9141" y="17"/>
                  </a:lnTo>
                  <a:lnTo>
                    <a:pt x="91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73"/>
            <p:cNvSpPr/>
            <p:nvPr/>
          </p:nvSpPr>
          <p:spPr>
            <a:xfrm>
              <a:off x="4200830" y="5302157"/>
              <a:ext cx="423637" cy="291367"/>
            </a:xfrm>
            <a:custGeom>
              <a:avLst/>
              <a:gdLst/>
              <a:ahLst/>
              <a:cxnLst/>
              <a:rect l="l" t="t" r="r" b="b"/>
              <a:pathLst>
                <a:path w="13218" h="9091" extrusionOk="0">
                  <a:moveTo>
                    <a:pt x="4078" y="1"/>
                  </a:moveTo>
                  <a:lnTo>
                    <a:pt x="1" y="803"/>
                  </a:lnTo>
                  <a:cubicBezTo>
                    <a:pt x="218" y="1137"/>
                    <a:pt x="602" y="5214"/>
                    <a:pt x="602" y="5214"/>
                  </a:cubicBezTo>
                  <a:cubicBezTo>
                    <a:pt x="602" y="5214"/>
                    <a:pt x="619" y="5515"/>
                    <a:pt x="636" y="5949"/>
                  </a:cubicBezTo>
                  <a:cubicBezTo>
                    <a:pt x="686" y="6768"/>
                    <a:pt x="819" y="8121"/>
                    <a:pt x="1187" y="9090"/>
                  </a:cubicBezTo>
                  <a:lnTo>
                    <a:pt x="13217" y="9090"/>
                  </a:lnTo>
                  <a:cubicBezTo>
                    <a:pt x="12649" y="8355"/>
                    <a:pt x="11897" y="7787"/>
                    <a:pt x="11045" y="7436"/>
                  </a:cubicBezTo>
                  <a:cubicBezTo>
                    <a:pt x="10611" y="7252"/>
                    <a:pt x="9324" y="6768"/>
                    <a:pt x="8037" y="6283"/>
                  </a:cubicBezTo>
                  <a:cubicBezTo>
                    <a:pt x="6417" y="5698"/>
                    <a:pt x="4779" y="5097"/>
                    <a:pt x="4779" y="5097"/>
                  </a:cubicBezTo>
                  <a:lnTo>
                    <a:pt x="407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73"/>
            <p:cNvSpPr/>
            <p:nvPr/>
          </p:nvSpPr>
          <p:spPr>
            <a:xfrm>
              <a:off x="4221182" y="5492822"/>
              <a:ext cx="403285" cy="100701"/>
            </a:xfrm>
            <a:custGeom>
              <a:avLst/>
              <a:gdLst/>
              <a:ahLst/>
              <a:cxnLst/>
              <a:rect l="l" t="t" r="r" b="b"/>
              <a:pathLst>
                <a:path w="12583" h="3142" extrusionOk="0">
                  <a:moveTo>
                    <a:pt x="1" y="0"/>
                  </a:moveTo>
                  <a:cubicBezTo>
                    <a:pt x="51" y="819"/>
                    <a:pt x="184" y="2172"/>
                    <a:pt x="552" y="3141"/>
                  </a:cubicBezTo>
                  <a:lnTo>
                    <a:pt x="12582" y="3141"/>
                  </a:lnTo>
                  <a:cubicBezTo>
                    <a:pt x="12014" y="2406"/>
                    <a:pt x="11262" y="1838"/>
                    <a:pt x="10410" y="1487"/>
                  </a:cubicBezTo>
                  <a:cubicBezTo>
                    <a:pt x="9976" y="1303"/>
                    <a:pt x="8689" y="819"/>
                    <a:pt x="7402" y="334"/>
                  </a:cubicBezTo>
                  <a:cubicBezTo>
                    <a:pt x="6985" y="702"/>
                    <a:pt x="6651" y="1170"/>
                    <a:pt x="6433" y="1671"/>
                  </a:cubicBezTo>
                  <a:cubicBezTo>
                    <a:pt x="3977" y="1136"/>
                    <a:pt x="970" y="284"/>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73"/>
            <p:cNvSpPr/>
            <p:nvPr/>
          </p:nvSpPr>
          <p:spPr>
            <a:xfrm>
              <a:off x="4003242" y="4266493"/>
              <a:ext cx="383446" cy="1120308"/>
            </a:xfrm>
            <a:custGeom>
              <a:avLst/>
              <a:gdLst/>
              <a:ahLst/>
              <a:cxnLst/>
              <a:rect l="l" t="t" r="r" b="b"/>
              <a:pathLst>
                <a:path w="11964" h="34955" extrusionOk="0">
                  <a:moveTo>
                    <a:pt x="0" y="1"/>
                  </a:moveTo>
                  <a:lnTo>
                    <a:pt x="17" y="17"/>
                  </a:lnTo>
                  <a:lnTo>
                    <a:pt x="618" y="3727"/>
                  </a:lnTo>
                  <a:lnTo>
                    <a:pt x="1370" y="8321"/>
                  </a:lnTo>
                  <a:lnTo>
                    <a:pt x="5714" y="34654"/>
                  </a:lnTo>
                  <a:cubicBezTo>
                    <a:pt x="5714" y="34654"/>
                    <a:pt x="6500" y="34687"/>
                    <a:pt x="7502" y="34721"/>
                  </a:cubicBezTo>
                  <a:cubicBezTo>
                    <a:pt x="7836" y="34738"/>
                    <a:pt x="8204" y="34754"/>
                    <a:pt x="8572" y="34771"/>
                  </a:cubicBezTo>
                  <a:cubicBezTo>
                    <a:pt x="10109" y="34821"/>
                    <a:pt x="11713" y="34905"/>
                    <a:pt x="11780" y="34955"/>
                  </a:cubicBezTo>
                  <a:cubicBezTo>
                    <a:pt x="11964" y="23660"/>
                    <a:pt x="10928" y="13000"/>
                    <a:pt x="10109" y="6584"/>
                  </a:cubicBezTo>
                  <a:cubicBezTo>
                    <a:pt x="9608" y="2691"/>
                    <a:pt x="9207" y="352"/>
                    <a:pt x="9207" y="352"/>
                  </a:cubicBezTo>
                  <a:lnTo>
                    <a:pt x="4562" y="168"/>
                  </a:lnTo>
                  <a:lnTo>
                    <a:pt x="3659" y="134"/>
                  </a:lnTo>
                  <a:lnTo>
                    <a:pt x="552" y="17"/>
                  </a:lnTo>
                  <a:lnTo>
                    <a:pt x="284" y="17"/>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73"/>
            <p:cNvSpPr/>
            <p:nvPr/>
          </p:nvSpPr>
          <p:spPr>
            <a:xfrm>
              <a:off x="3881677" y="3562483"/>
              <a:ext cx="325083" cy="734586"/>
            </a:xfrm>
            <a:custGeom>
              <a:avLst/>
              <a:gdLst/>
              <a:ahLst/>
              <a:cxnLst/>
              <a:rect l="l" t="t" r="r" b="b"/>
              <a:pathLst>
                <a:path w="10143" h="22920" extrusionOk="0">
                  <a:moveTo>
                    <a:pt x="4262" y="1"/>
                  </a:moveTo>
                  <a:cubicBezTo>
                    <a:pt x="2760" y="1"/>
                    <a:pt x="1228" y="118"/>
                    <a:pt x="903" y="346"/>
                  </a:cubicBezTo>
                  <a:cubicBezTo>
                    <a:pt x="485" y="663"/>
                    <a:pt x="0" y="22919"/>
                    <a:pt x="0" y="22919"/>
                  </a:cubicBezTo>
                  <a:lnTo>
                    <a:pt x="4528" y="22835"/>
                  </a:lnTo>
                  <a:lnTo>
                    <a:pt x="5046" y="22819"/>
                  </a:lnTo>
                  <a:lnTo>
                    <a:pt x="10142" y="22735"/>
                  </a:lnTo>
                  <a:cubicBezTo>
                    <a:pt x="10142" y="22735"/>
                    <a:pt x="7619" y="914"/>
                    <a:pt x="7469" y="396"/>
                  </a:cubicBezTo>
                  <a:cubicBezTo>
                    <a:pt x="7392" y="130"/>
                    <a:pt x="5843" y="1"/>
                    <a:pt x="42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73"/>
            <p:cNvSpPr/>
            <p:nvPr/>
          </p:nvSpPr>
          <p:spPr>
            <a:xfrm>
              <a:off x="4033209" y="3496973"/>
              <a:ext cx="335275" cy="949481"/>
            </a:xfrm>
            <a:custGeom>
              <a:avLst/>
              <a:gdLst/>
              <a:ahLst/>
              <a:cxnLst/>
              <a:rect l="l" t="t" r="r" b="b"/>
              <a:pathLst>
                <a:path w="10461" h="29625" extrusionOk="0">
                  <a:moveTo>
                    <a:pt x="2958" y="1"/>
                  </a:moveTo>
                  <a:cubicBezTo>
                    <a:pt x="2958" y="1"/>
                    <a:pt x="2808" y="2724"/>
                    <a:pt x="2724" y="3727"/>
                  </a:cubicBezTo>
                  <a:cubicBezTo>
                    <a:pt x="2674" y="4244"/>
                    <a:pt x="1939" y="11346"/>
                    <a:pt x="1237" y="17979"/>
                  </a:cubicBezTo>
                  <a:cubicBezTo>
                    <a:pt x="586" y="23994"/>
                    <a:pt x="1" y="29625"/>
                    <a:pt x="1" y="29625"/>
                  </a:cubicBezTo>
                  <a:cubicBezTo>
                    <a:pt x="1" y="29625"/>
                    <a:pt x="7069" y="29324"/>
                    <a:pt x="10460" y="26483"/>
                  </a:cubicBezTo>
                  <a:cubicBezTo>
                    <a:pt x="9541" y="23392"/>
                    <a:pt x="7302" y="15021"/>
                    <a:pt x="7302" y="15021"/>
                  </a:cubicBezTo>
                  <a:cubicBezTo>
                    <a:pt x="7302" y="15021"/>
                    <a:pt x="8873" y="2457"/>
                    <a:pt x="8272" y="1571"/>
                  </a:cubicBezTo>
                  <a:cubicBezTo>
                    <a:pt x="7904" y="1020"/>
                    <a:pt x="5916" y="552"/>
                    <a:pt x="4479" y="268"/>
                  </a:cubicBezTo>
                  <a:cubicBezTo>
                    <a:pt x="3627" y="101"/>
                    <a:pt x="2958" y="1"/>
                    <a:pt x="29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73"/>
            <p:cNvSpPr/>
            <p:nvPr/>
          </p:nvSpPr>
          <p:spPr>
            <a:xfrm>
              <a:off x="4072855" y="3496973"/>
              <a:ext cx="120508" cy="576227"/>
            </a:xfrm>
            <a:custGeom>
              <a:avLst/>
              <a:gdLst/>
              <a:ahLst/>
              <a:cxnLst/>
              <a:rect l="l" t="t" r="r" b="b"/>
              <a:pathLst>
                <a:path w="3760" h="17979" extrusionOk="0">
                  <a:moveTo>
                    <a:pt x="1721" y="1"/>
                  </a:moveTo>
                  <a:cubicBezTo>
                    <a:pt x="1721" y="1"/>
                    <a:pt x="1571" y="2724"/>
                    <a:pt x="1487" y="3727"/>
                  </a:cubicBezTo>
                  <a:cubicBezTo>
                    <a:pt x="1437" y="4244"/>
                    <a:pt x="702" y="11346"/>
                    <a:pt x="0" y="17979"/>
                  </a:cubicBezTo>
                  <a:cubicBezTo>
                    <a:pt x="1237" y="15272"/>
                    <a:pt x="3325" y="10193"/>
                    <a:pt x="3325" y="10193"/>
                  </a:cubicBezTo>
                  <a:lnTo>
                    <a:pt x="1504" y="9073"/>
                  </a:lnTo>
                  <a:cubicBezTo>
                    <a:pt x="1504" y="9073"/>
                    <a:pt x="2423" y="8772"/>
                    <a:pt x="3726" y="8371"/>
                  </a:cubicBezTo>
                  <a:cubicBezTo>
                    <a:pt x="3760" y="8021"/>
                    <a:pt x="3409" y="2640"/>
                    <a:pt x="3242" y="268"/>
                  </a:cubicBezTo>
                  <a:cubicBezTo>
                    <a:pt x="2390" y="101"/>
                    <a:pt x="1721" y="1"/>
                    <a:pt x="1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73"/>
            <p:cNvSpPr/>
            <p:nvPr/>
          </p:nvSpPr>
          <p:spPr>
            <a:xfrm>
              <a:off x="3680851" y="3496973"/>
              <a:ext cx="335275" cy="949481"/>
            </a:xfrm>
            <a:custGeom>
              <a:avLst/>
              <a:gdLst/>
              <a:ahLst/>
              <a:cxnLst/>
              <a:rect l="l" t="t" r="r" b="b"/>
              <a:pathLst>
                <a:path w="10461" h="29625" extrusionOk="0">
                  <a:moveTo>
                    <a:pt x="7503" y="1"/>
                  </a:moveTo>
                  <a:cubicBezTo>
                    <a:pt x="7503" y="1"/>
                    <a:pt x="6734" y="117"/>
                    <a:pt x="5798" y="301"/>
                  </a:cubicBezTo>
                  <a:cubicBezTo>
                    <a:pt x="4378" y="585"/>
                    <a:pt x="2540" y="1053"/>
                    <a:pt x="2189" y="1571"/>
                  </a:cubicBezTo>
                  <a:cubicBezTo>
                    <a:pt x="1588" y="2457"/>
                    <a:pt x="3159" y="15021"/>
                    <a:pt x="3159" y="15021"/>
                  </a:cubicBezTo>
                  <a:cubicBezTo>
                    <a:pt x="3159" y="15021"/>
                    <a:pt x="920" y="23392"/>
                    <a:pt x="1" y="26483"/>
                  </a:cubicBezTo>
                  <a:cubicBezTo>
                    <a:pt x="3392" y="29324"/>
                    <a:pt x="10460" y="29625"/>
                    <a:pt x="10460" y="29625"/>
                  </a:cubicBezTo>
                  <a:cubicBezTo>
                    <a:pt x="10460" y="29625"/>
                    <a:pt x="9892" y="24311"/>
                    <a:pt x="9291" y="18497"/>
                  </a:cubicBezTo>
                  <a:cubicBezTo>
                    <a:pt x="8572" y="11713"/>
                    <a:pt x="7787" y="4261"/>
                    <a:pt x="7737" y="3727"/>
                  </a:cubicBezTo>
                  <a:cubicBezTo>
                    <a:pt x="7653" y="2724"/>
                    <a:pt x="7503" y="1"/>
                    <a:pt x="75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73"/>
            <p:cNvSpPr/>
            <p:nvPr/>
          </p:nvSpPr>
          <p:spPr>
            <a:xfrm>
              <a:off x="3849530" y="3496973"/>
              <a:ext cx="129097" cy="592829"/>
            </a:xfrm>
            <a:custGeom>
              <a:avLst/>
              <a:gdLst/>
              <a:ahLst/>
              <a:cxnLst/>
              <a:rect l="l" t="t" r="r" b="b"/>
              <a:pathLst>
                <a:path w="4028" h="18497" extrusionOk="0">
                  <a:moveTo>
                    <a:pt x="2240" y="1"/>
                  </a:moveTo>
                  <a:cubicBezTo>
                    <a:pt x="2240" y="1"/>
                    <a:pt x="1471" y="117"/>
                    <a:pt x="535" y="301"/>
                  </a:cubicBezTo>
                  <a:cubicBezTo>
                    <a:pt x="368" y="2691"/>
                    <a:pt x="1" y="8021"/>
                    <a:pt x="51" y="8371"/>
                  </a:cubicBezTo>
                  <a:cubicBezTo>
                    <a:pt x="1354" y="8772"/>
                    <a:pt x="2273" y="9073"/>
                    <a:pt x="2273" y="9073"/>
                  </a:cubicBezTo>
                  <a:lnTo>
                    <a:pt x="452" y="10193"/>
                  </a:lnTo>
                  <a:cubicBezTo>
                    <a:pt x="452" y="10193"/>
                    <a:pt x="2825" y="15974"/>
                    <a:pt x="4028" y="18497"/>
                  </a:cubicBezTo>
                  <a:cubicBezTo>
                    <a:pt x="3309" y="11713"/>
                    <a:pt x="2524" y="4261"/>
                    <a:pt x="2474" y="3727"/>
                  </a:cubicBezTo>
                  <a:cubicBezTo>
                    <a:pt x="2373" y="2724"/>
                    <a:pt x="2240" y="1"/>
                    <a:pt x="22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73"/>
            <p:cNvSpPr/>
            <p:nvPr/>
          </p:nvSpPr>
          <p:spPr>
            <a:xfrm>
              <a:off x="3883824" y="3465596"/>
              <a:ext cx="269380" cy="217972"/>
            </a:xfrm>
            <a:custGeom>
              <a:avLst/>
              <a:gdLst/>
              <a:ahLst/>
              <a:cxnLst/>
              <a:rect l="l" t="t" r="r" b="b"/>
              <a:pathLst>
                <a:path w="8405" h="6801" extrusionOk="0">
                  <a:moveTo>
                    <a:pt x="4517" y="0"/>
                  </a:moveTo>
                  <a:cubicBezTo>
                    <a:pt x="3305" y="0"/>
                    <a:pt x="1908" y="295"/>
                    <a:pt x="1170" y="980"/>
                  </a:cubicBezTo>
                  <a:cubicBezTo>
                    <a:pt x="0" y="2066"/>
                    <a:pt x="267" y="6761"/>
                    <a:pt x="267" y="6761"/>
                  </a:cubicBezTo>
                  <a:lnTo>
                    <a:pt x="2122" y="6343"/>
                  </a:lnTo>
                  <a:lnTo>
                    <a:pt x="4194" y="6794"/>
                  </a:lnTo>
                  <a:cubicBezTo>
                    <a:pt x="4236" y="6798"/>
                    <a:pt x="4282" y="6800"/>
                    <a:pt x="4330" y="6800"/>
                  </a:cubicBezTo>
                  <a:cubicBezTo>
                    <a:pt x="5222" y="6800"/>
                    <a:pt x="7101" y="6109"/>
                    <a:pt x="7101" y="6109"/>
                  </a:cubicBezTo>
                  <a:lnTo>
                    <a:pt x="8271" y="6543"/>
                  </a:lnTo>
                  <a:cubicBezTo>
                    <a:pt x="8271" y="6543"/>
                    <a:pt x="8405" y="5959"/>
                    <a:pt x="8354" y="4037"/>
                  </a:cubicBezTo>
                  <a:cubicBezTo>
                    <a:pt x="8354" y="2049"/>
                    <a:pt x="7369" y="729"/>
                    <a:pt x="6232" y="261"/>
                  </a:cubicBezTo>
                  <a:cubicBezTo>
                    <a:pt x="5818" y="93"/>
                    <a:pt x="5197" y="0"/>
                    <a:pt x="45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73"/>
            <p:cNvSpPr/>
            <p:nvPr/>
          </p:nvSpPr>
          <p:spPr>
            <a:xfrm>
              <a:off x="3934687" y="3550016"/>
              <a:ext cx="185249" cy="133809"/>
            </a:xfrm>
            <a:custGeom>
              <a:avLst/>
              <a:gdLst/>
              <a:ahLst/>
              <a:cxnLst/>
              <a:rect l="l" t="t" r="r" b="b"/>
              <a:pathLst>
                <a:path w="5780" h="4175" extrusionOk="0">
                  <a:moveTo>
                    <a:pt x="3399" y="1"/>
                  </a:moveTo>
                  <a:cubicBezTo>
                    <a:pt x="2348" y="1"/>
                    <a:pt x="1297" y="47"/>
                    <a:pt x="251" y="150"/>
                  </a:cubicBezTo>
                  <a:cubicBezTo>
                    <a:pt x="251" y="150"/>
                    <a:pt x="0" y="3792"/>
                    <a:pt x="2607" y="4160"/>
                  </a:cubicBezTo>
                  <a:cubicBezTo>
                    <a:pt x="2680" y="4170"/>
                    <a:pt x="2752" y="4175"/>
                    <a:pt x="2823" y="4175"/>
                  </a:cubicBezTo>
                  <a:cubicBezTo>
                    <a:pt x="4564" y="4175"/>
                    <a:pt x="5780" y="1318"/>
                    <a:pt x="5331" y="50"/>
                  </a:cubicBezTo>
                  <a:cubicBezTo>
                    <a:pt x="4688" y="18"/>
                    <a:pt x="4044" y="1"/>
                    <a:pt x="33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73"/>
            <p:cNvSpPr/>
            <p:nvPr/>
          </p:nvSpPr>
          <p:spPr>
            <a:xfrm>
              <a:off x="4130160" y="3446911"/>
              <a:ext cx="71247" cy="79003"/>
            </a:xfrm>
            <a:custGeom>
              <a:avLst/>
              <a:gdLst/>
              <a:ahLst/>
              <a:cxnLst/>
              <a:rect l="l" t="t" r="r" b="b"/>
              <a:pathLst>
                <a:path w="2223" h="2465" extrusionOk="0">
                  <a:moveTo>
                    <a:pt x="1293" y="0"/>
                  </a:moveTo>
                  <a:cubicBezTo>
                    <a:pt x="997" y="0"/>
                    <a:pt x="802" y="426"/>
                    <a:pt x="802" y="426"/>
                  </a:cubicBezTo>
                  <a:lnTo>
                    <a:pt x="0" y="2030"/>
                  </a:lnTo>
                  <a:cubicBezTo>
                    <a:pt x="0" y="2030"/>
                    <a:pt x="258" y="2465"/>
                    <a:pt x="566" y="2465"/>
                  </a:cubicBezTo>
                  <a:cubicBezTo>
                    <a:pt x="600" y="2465"/>
                    <a:pt x="634" y="2460"/>
                    <a:pt x="668" y="2448"/>
                  </a:cubicBezTo>
                  <a:cubicBezTo>
                    <a:pt x="1003" y="2331"/>
                    <a:pt x="1988" y="1563"/>
                    <a:pt x="2105" y="1045"/>
                  </a:cubicBezTo>
                  <a:cubicBezTo>
                    <a:pt x="2222" y="527"/>
                    <a:pt x="1771" y="209"/>
                    <a:pt x="1454" y="42"/>
                  </a:cubicBezTo>
                  <a:cubicBezTo>
                    <a:pt x="1398" y="13"/>
                    <a:pt x="1344" y="0"/>
                    <a:pt x="129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73"/>
            <p:cNvSpPr/>
            <p:nvPr/>
          </p:nvSpPr>
          <p:spPr>
            <a:xfrm>
              <a:off x="4143717" y="3460404"/>
              <a:ext cx="45896" cy="46761"/>
            </a:xfrm>
            <a:custGeom>
              <a:avLst/>
              <a:gdLst/>
              <a:ahLst/>
              <a:cxnLst/>
              <a:rect l="l" t="t" r="r" b="b"/>
              <a:pathLst>
                <a:path w="1432" h="1459" extrusionOk="0">
                  <a:moveTo>
                    <a:pt x="1065" y="0"/>
                  </a:moveTo>
                  <a:cubicBezTo>
                    <a:pt x="1048" y="0"/>
                    <a:pt x="1032" y="2"/>
                    <a:pt x="1014" y="5"/>
                  </a:cubicBezTo>
                  <a:cubicBezTo>
                    <a:pt x="697" y="72"/>
                    <a:pt x="45" y="1309"/>
                    <a:pt x="12" y="1409"/>
                  </a:cubicBezTo>
                  <a:cubicBezTo>
                    <a:pt x="0" y="1442"/>
                    <a:pt x="21" y="1459"/>
                    <a:pt x="65" y="1459"/>
                  </a:cubicBezTo>
                  <a:cubicBezTo>
                    <a:pt x="153" y="1459"/>
                    <a:pt x="335" y="1392"/>
                    <a:pt x="546" y="1258"/>
                  </a:cubicBezTo>
                  <a:cubicBezTo>
                    <a:pt x="864" y="1058"/>
                    <a:pt x="646" y="624"/>
                    <a:pt x="646" y="624"/>
                  </a:cubicBezTo>
                  <a:cubicBezTo>
                    <a:pt x="646" y="624"/>
                    <a:pt x="897" y="306"/>
                    <a:pt x="1014" y="289"/>
                  </a:cubicBezTo>
                  <a:cubicBezTo>
                    <a:pt x="1018" y="289"/>
                    <a:pt x="1023" y="289"/>
                    <a:pt x="1027" y="289"/>
                  </a:cubicBezTo>
                  <a:cubicBezTo>
                    <a:pt x="1209" y="289"/>
                    <a:pt x="1432" y="624"/>
                    <a:pt x="1432" y="624"/>
                  </a:cubicBezTo>
                  <a:cubicBezTo>
                    <a:pt x="1432" y="544"/>
                    <a:pt x="1357" y="0"/>
                    <a:pt x="10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73"/>
            <p:cNvSpPr/>
            <p:nvPr/>
          </p:nvSpPr>
          <p:spPr>
            <a:xfrm>
              <a:off x="3885939" y="3368997"/>
              <a:ext cx="264605" cy="234029"/>
            </a:xfrm>
            <a:custGeom>
              <a:avLst/>
              <a:gdLst/>
              <a:ahLst/>
              <a:cxnLst/>
              <a:rect l="l" t="t" r="r" b="b"/>
              <a:pathLst>
                <a:path w="8256" h="7302" extrusionOk="0">
                  <a:moveTo>
                    <a:pt x="4245" y="0"/>
                  </a:moveTo>
                  <a:cubicBezTo>
                    <a:pt x="3811" y="953"/>
                    <a:pt x="3560" y="953"/>
                    <a:pt x="3059" y="1103"/>
                  </a:cubicBezTo>
                  <a:cubicBezTo>
                    <a:pt x="2541" y="1253"/>
                    <a:pt x="2023" y="1521"/>
                    <a:pt x="1806" y="1788"/>
                  </a:cubicBezTo>
                  <a:cubicBezTo>
                    <a:pt x="1471" y="2206"/>
                    <a:pt x="1087" y="2724"/>
                    <a:pt x="252" y="2841"/>
                  </a:cubicBezTo>
                  <a:cubicBezTo>
                    <a:pt x="168" y="2857"/>
                    <a:pt x="85" y="2857"/>
                    <a:pt x="1" y="2857"/>
                  </a:cubicBezTo>
                  <a:cubicBezTo>
                    <a:pt x="1" y="2857"/>
                    <a:pt x="34" y="3008"/>
                    <a:pt x="85" y="3258"/>
                  </a:cubicBezTo>
                  <a:cubicBezTo>
                    <a:pt x="302" y="4110"/>
                    <a:pt x="686" y="4929"/>
                    <a:pt x="1221" y="5648"/>
                  </a:cubicBezTo>
                  <a:cubicBezTo>
                    <a:pt x="1956" y="6633"/>
                    <a:pt x="3092" y="7252"/>
                    <a:pt x="4329" y="7302"/>
                  </a:cubicBezTo>
                  <a:cubicBezTo>
                    <a:pt x="5548" y="7118"/>
                    <a:pt x="6718" y="6232"/>
                    <a:pt x="7319" y="5598"/>
                  </a:cubicBezTo>
                  <a:cubicBezTo>
                    <a:pt x="7486" y="5430"/>
                    <a:pt x="7620" y="5263"/>
                    <a:pt x="7737" y="5063"/>
                  </a:cubicBezTo>
                  <a:cubicBezTo>
                    <a:pt x="7854" y="4796"/>
                    <a:pt x="7954" y="4528"/>
                    <a:pt x="8038" y="4244"/>
                  </a:cubicBezTo>
                  <a:cubicBezTo>
                    <a:pt x="8171" y="3776"/>
                    <a:pt x="8255" y="3342"/>
                    <a:pt x="8255" y="3342"/>
                  </a:cubicBezTo>
                  <a:cubicBezTo>
                    <a:pt x="8255" y="3342"/>
                    <a:pt x="8155" y="3292"/>
                    <a:pt x="8004" y="3208"/>
                  </a:cubicBezTo>
                  <a:cubicBezTo>
                    <a:pt x="7754" y="3075"/>
                    <a:pt x="7503" y="2891"/>
                    <a:pt x="7286" y="2690"/>
                  </a:cubicBezTo>
                  <a:cubicBezTo>
                    <a:pt x="6902" y="2323"/>
                    <a:pt x="6952" y="1838"/>
                    <a:pt x="6267" y="1521"/>
                  </a:cubicBezTo>
                  <a:cubicBezTo>
                    <a:pt x="5598" y="1203"/>
                    <a:pt x="4546" y="1303"/>
                    <a:pt x="42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73"/>
            <p:cNvSpPr/>
            <p:nvPr/>
          </p:nvSpPr>
          <p:spPr>
            <a:xfrm>
              <a:off x="3949142" y="3451943"/>
              <a:ext cx="40191" cy="14006"/>
            </a:xfrm>
            <a:custGeom>
              <a:avLst/>
              <a:gdLst/>
              <a:ahLst/>
              <a:cxnLst/>
              <a:rect l="l" t="t" r="r" b="b"/>
              <a:pathLst>
                <a:path w="1254" h="437" extrusionOk="0">
                  <a:moveTo>
                    <a:pt x="623" y="1"/>
                  </a:moveTo>
                  <a:cubicBezTo>
                    <a:pt x="611" y="1"/>
                    <a:pt x="598" y="1"/>
                    <a:pt x="585" y="2"/>
                  </a:cubicBezTo>
                  <a:cubicBezTo>
                    <a:pt x="335" y="2"/>
                    <a:pt x="101" y="152"/>
                    <a:pt x="1" y="403"/>
                  </a:cubicBezTo>
                  <a:cubicBezTo>
                    <a:pt x="168" y="319"/>
                    <a:pt x="368" y="269"/>
                    <a:pt x="569" y="253"/>
                  </a:cubicBezTo>
                  <a:cubicBezTo>
                    <a:pt x="592" y="251"/>
                    <a:pt x="616" y="250"/>
                    <a:pt x="640" y="250"/>
                  </a:cubicBezTo>
                  <a:cubicBezTo>
                    <a:pt x="853" y="250"/>
                    <a:pt x="1073" y="316"/>
                    <a:pt x="1254" y="436"/>
                  </a:cubicBezTo>
                  <a:cubicBezTo>
                    <a:pt x="1158" y="180"/>
                    <a:pt x="908" y="1"/>
                    <a:pt x="6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73"/>
            <p:cNvSpPr/>
            <p:nvPr/>
          </p:nvSpPr>
          <p:spPr>
            <a:xfrm>
              <a:off x="3952892" y="3479538"/>
              <a:ext cx="39646" cy="14775"/>
            </a:xfrm>
            <a:custGeom>
              <a:avLst/>
              <a:gdLst/>
              <a:ahLst/>
              <a:cxnLst/>
              <a:rect l="l" t="t" r="r" b="b"/>
              <a:pathLst>
                <a:path w="1237" h="461" extrusionOk="0">
                  <a:moveTo>
                    <a:pt x="633" y="1"/>
                  </a:moveTo>
                  <a:cubicBezTo>
                    <a:pt x="450" y="1"/>
                    <a:pt x="234" y="116"/>
                    <a:pt x="1" y="461"/>
                  </a:cubicBezTo>
                  <a:lnTo>
                    <a:pt x="1237" y="461"/>
                  </a:lnTo>
                  <a:cubicBezTo>
                    <a:pt x="1237" y="461"/>
                    <a:pt x="999" y="1"/>
                    <a:pt x="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73"/>
            <p:cNvSpPr/>
            <p:nvPr/>
          </p:nvSpPr>
          <p:spPr>
            <a:xfrm>
              <a:off x="4058400" y="3451943"/>
              <a:ext cx="40191" cy="14006"/>
            </a:xfrm>
            <a:custGeom>
              <a:avLst/>
              <a:gdLst/>
              <a:ahLst/>
              <a:cxnLst/>
              <a:rect l="l" t="t" r="r" b="b"/>
              <a:pathLst>
                <a:path w="1254" h="437" extrusionOk="0">
                  <a:moveTo>
                    <a:pt x="638" y="1"/>
                  </a:moveTo>
                  <a:cubicBezTo>
                    <a:pt x="626" y="1"/>
                    <a:pt x="614" y="1"/>
                    <a:pt x="602" y="2"/>
                  </a:cubicBezTo>
                  <a:cubicBezTo>
                    <a:pt x="334" y="2"/>
                    <a:pt x="100" y="152"/>
                    <a:pt x="0" y="403"/>
                  </a:cubicBezTo>
                  <a:cubicBezTo>
                    <a:pt x="184" y="319"/>
                    <a:pt x="384" y="269"/>
                    <a:pt x="585" y="253"/>
                  </a:cubicBezTo>
                  <a:cubicBezTo>
                    <a:pt x="609" y="251"/>
                    <a:pt x="632" y="250"/>
                    <a:pt x="656" y="250"/>
                  </a:cubicBezTo>
                  <a:cubicBezTo>
                    <a:pt x="866" y="250"/>
                    <a:pt x="1073" y="316"/>
                    <a:pt x="1253" y="436"/>
                  </a:cubicBezTo>
                  <a:cubicBezTo>
                    <a:pt x="1157" y="180"/>
                    <a:pt x="908" y="1"/>
                    <a:pt x="6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73"/>
            <p:cNvSpPr/>
            <p:nvPr/>
          </p:nvSpPr>
          <p:spPr>
            <a:xfrm>
              <a:off x="4058913" y="3479538"/>
              <a:ext cx="40191" cy="14775"/>
            </a:xfrm>
            <a:custGeom>
              <a:avLst/>
              <a:gdLst/>
              <a:ahLst/>
              <a:cxnLst/>
              <a:rect l="l" t="t" r="r" b="b"/>
              <a:pathLst>
                <a:path w="1254" h="461" extrusionOk="0">
                  <a:moveTo>
                    <a:pt x="638" y="1"/>
                  </a:moveTo>
                  <a:cubicBezTo>
                    <a:pt x="452" y="1"/>
                    <a:pt x="235" y="116"/>
                    <a:pt x="1" y="461"/>
                  </a:cubicBezTo>
                  <a:lnTo>
                    <a:pt x="1254" y="461"/>
                  </a:lnTo>
                  <a:cubicBezTo>
                    <a:pt x="1254" y="461"/>
                    <a:pt x="1009" y="1"/>
                    <a:pt x="6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73"/>
            <p:cNvSpPr/>
            <p:nvPr/>
          </p:nvSpPr>
          <p:spPr>
            <a:xfrm>
              <a:off x="3895073" y="3435116"/>
              <a:ext cx="131758" cy="113297"/>
            </a:xfrm>
            <a:custGeom>
              <a:avLst/>
              <a:gdLst/>
              <a:ahLst/>
              <a:cxnLst/>
              <a:rect l="l" t="t" r="r" b="b"/>
              <a:pathLst>
                <a:path w="4111" h="3535" extrusionOk="0">
                  <a:moveTo>
                    <a:pt x="2356" y="360"/>
                  </a:moveTo>
                  <a:cubicBezTo>
                    <a:pt x="3125" y="360"/>
                    <a:pt x="3759" y="995"/>
                    <a:pt x="3759" y="1763"/>
                  </a:cubicBezTo>
                  <a:cubicBezTo>
                    <a:pt x="3759" y="2622"/>
                    <a:pt x="3065" y="3182"/>
                    <a:pt x="2342" y="3182"/>
                  </a:cubicBezTo>
                  <a:cubicBezTo>
                    <a:pt x="1994" y="3182"/>
                    <a:pt x="1641" y="3053"/>
                    <a:pt x="1353" y="2766"/>
                  </a:cubicBezTo>
                  <a:cubicBezTo>
                    <a:pt x="468" y="1880"/>
                    <a:pt x="1103" y="360"/>
                    <a:pt x="2356" y="360"/>
                  </a:cubicBezTo>
                  <a:close/>
                  <a:moveTo>
                    <a:pt x="2346" y="1"/>
                  </a:moveTo>
                  <a:cubicBezTo>
                    <a:pt x="1911" y="1"/>
                    <a:pt x="1466" y="163"/>
                    <a:pt x="1103" y="527"/>
                  </a:cubicBezTo>
                  <a:cubicBezTo>
                    <a:pt x="0" y="1630"/>
                    <a:pt x="785" y="3535"/>
                    <a:pt x="2356" y="3535"/>
                  </a:cubicBezTo>
                  <a:cubicBezTo>
                    <a:pt x="3325" y="3535"/>
                    <a:pt x="4110" y="2749"/>
                    <a:pt x="4110" y="1763"/>
                  </a:cubicBezTo>
                  <a:cubicBezTo>
                    <a:pt x="4110" y="703"/>
                    <a:pt x="3250" y="1"/>
                    <a:pt x="23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73"/>
            <p:cNvSpPr/>
            <p:nvPr/>
          </p:nvSpPr>
          <p:spPr>
            <a:xfrm>
              <a:off x="3996255" y="3435116"/>
              <a:ext cx="132302" cy="113297"/>
            </a:xfrm>
            <a:custGeom>
              <a:avLst/>
              <a:gdLst/>
              <a:ahLst/>
              <a:cxnLst/>
              <a:rect l="l" t="t" r="r" b="b"/>
              <a:pathLst>
                <a:path w="4128" h="3535" extrusionOk="0">
                  <a:moveTo>
                    <a:pt x="2374" y="360"/>
                  </a:moveTo>
                  <a:cubicBezTo>
                    <a:pt x="3142" y="360"/>
                    <a:pt x="3777" y="995"/>
                    <a:pt x="3777" y="1763"/>
                  </a:cubicBezTo>
                  <a:cubicBezTo>
                    <a:pt x="3777" y="2622"/>
                    <a:pt x="3083" y="3182"/>
                    <a:pt x="2359" y="3182"/>
                  </a:cubicBezTo>
                  <a:cubicBezTo>
                    <a:pt x="2012" y="3182"/>
                    <a:pt x="1658" y="3053"/>
                    <a:pt x="1371" y="2766"/>
                  </a:cubicBezTo>
                  <a:cubicBezTo>
                    <a:pt x="486" y="1880"/>
                    <a:pt x="1104" y="360"/>
                    <a:pt x="2374" y="360"/>
                  </a:cubicBezTo>
                  <a:close/>
                  <a:moveTo>
                    <a:pt x="2364" y="1"/>
                  </a:moveTo>
                  <a:cubicBezTo>
                    <a:pt x="1929" y="1"/>
                    <a:pt x="1484" y="163"/>
                    <a:pt x="1120" y="527"/>
                  </a:cubicBezTo>
                  <a:cubicBezTo>
                    <a:pt x="1" y="1630"/>
                    <a:pt x="803" y="3535"/>
                    <a:pt x="2374" y="3535"/>
                  </a:cubicBezTo>
                  <a:cubicBezTo>
                    <a:pt x="3343" y="3535"/>
                    <a:pt x="4128" y="2749"/>
                    <a:pt x="4128" y="1763"/>
                  </a:cubicBezTo>
                  <a:cubicBezTo>
                    <a:pt x="4128" y="703"/>
                    <a:pt x="3267" y="1"/>
                    <a:pt x="23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73"/>
            <p:cNvSpPr/>
            <p:nvPr/>
          </p:nvSpPr>
          <p:spPr>
            <a:xfrm>
              <a:off x="3885939" y="3460019"/>
              <a:ext cx="48780" cy="72337"/>
            </a:xfrm>
            <a:custGeom>
              <a:avLst/>
              <a:gdLst/>
              <a:ahLst/>
              <a:cxnLst/>
              <a:rect l="l" t="t" r="r" b="b"/>
              <a:pathLst>
                <a:path w="1522" h="2257" extrusionOk="0">
                  <a:moveTo>
                    <a:pt x="252" y="1"/>
                  </a:moveTo>
                  <a:cubicBezTo>
                    <a:pt x="168" y="17"/>
                    <a:pt x="85" y="17"/>
                    <a:pt x="1" y="17"/>
                  </a:cubicBezTo>
                  <a:lnTo>
                    <a:pt x="1254" y="2256"/>
                  </a:lnTo>
                  <a:lnTo>
                    <a:pt x="1521" y="2223"/>
                  </a:lnTo>
                  <a:lnTo>
                    <a:pt x="25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73"/>
            <p:cNvSpPr/>
            <p:nvPr/>
          </p:nvSpPr>
          <p:spPr>
            <a:xfrm>
              <a:off x="4111956" y="3471814"/>
              <a:ext cx="38588" cy="57850"/>
            </a:xfrm>
            <a:custGeom>
              <a:avLst/>
              <a:gdLst/>
              <a:ahLst/>
              <a:cxnLst/>
              <a:rect l="l" t="t" r="r" b="b"/>
              <a:pathLst>
                <a:path w="1204" h="1805" extrusionOk="0">
                  <a:moveTo>
                    <a:pt x="952" y="0"/>
                  </a:moveTo>
                  <a:lnTo>
                    <a:pt x="0" y="1805"/>
                  </a:lnTo>
                  <a:lnTo>
                    <a:pt x="284" y="1738"/>
                  </a:lnTo>
                  <a:lnTo>
                    <a:pt x="1203" y="134"/>
                  </a:lnTo>
                  <a:cubicBezTo>
                    <a:pt x="1203" y="134"/>
                    <a:pt x="1103" y="84"/>
                    <a:pt x="9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73"/>
            <p:cNvSpPr/>
            <p:nvPr/>
          </p:nvSpPr>
          <p:spPr>
            <a:xfrm>
              <a:off x="3923983" y="3515786"/>
              <a:ext cx="197107" cy="87240"/>
            </a:xfrm>
            <a:custGeom>
              <a:avLst/>
              <a:gdLst/>
              <a:ahLst/>
              <a:cxnLst/>
              <a:rect l="l" t="t" r="r" b="b"/>
              <a:pathLst>
                <a:path w="6150" h="2722" extrusionOk="0">
                  <a:moveTo>
                    <a:pt x="3197" y="0"/>
                  </a:moveTo>
                  <a:cubicBezTo>
                    <a:pt x="3069" y="0"/>
                    <a:pt x="2949" y="5"/>
                    <a:pt x="2841" y="15"/>
                  </a:cubicBezTo>
                  <a:cubicBezTo>
                    <a:pt x="1738" y="115"/>
                    <a:pt x="34" y="416"/>
                    <a:pt x="34" y="416"/>
                  </a:cubicBezTo>
                  <a:cubicBezTo>
                    <a:pt x="0" y="633"/>
                    <a:pt x="0" y="850"/>
                    <a:pt x="34" y="1068"/>
                  </a:cubicBezTo>
                  <a:cubicBezTo>
                    <a:pt x="769" y="2053"/>
                    <a:pt x="1905" y="2672"/>
                    <a:pt x="3142" y="2722"/>
                  </a:cubicBezTo>
                  <a:cubicBezTo>
                    <a:pt x="4361" y="2538"/>
                    <a:pt x="5531" y="1652"/>
                    <a:pt x="6132" y="1018"/>
                  </a:cubicBezTo>
                  <a:lnTo>
                    <a:pt x="6149" y="366"/>
                  </a:lnTo>
                  <a:cubicBezTo>
                    <a:pt x="6149" y="366"/>
                    <a:pt x="4349" y="0"/>
                    <a:pt x="31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73"/>
            <p:cNvSpPr/>
            <p:nvPr/>
          </p:nvSpPr>
          <p:spPr>
            <a:xfrm>
              <a:off x="3840428" y="3443866"/>
              <a:ext cx="70734" cy="82048"/>
            </a:xfrm>
            <a:custGeom>
              <a:avLst/>
              <a:gdLst/>
              <a:ahLst/>
              <a:cxnLst/>
              <a:rect l="l" t="t" r="r" b="b"/>
              <a:pathLst>
                <a:path w="2207" h="2560" extrusionOk="0">
                  <a:moveTo>
                    <a:pt x="747" y="0"/>
                  </a:moveTo>
                  <a:cubicBezTo>
                    <a:pt x="732" y="0"/>
                    <a:pt x="717" y="1"/>
                    <a:pt x="703" y="3"/>
                  </a:cubicBezTo>
                  <a:cubicBezTo>
                    <a:pt x="352" y="54"/>
                    <a:pt x="1" y="605"/>
                    <a:pt x="118" y="1140"/>
                  </a:cubicBezTo>
                  <a:cubicBezTo>
                    <a:pt x="235" y="1658"/>
                    <a:pt x="1220" y="2426"/>
                    <a:pt x="1555" y="2543"/>
                  </a:cubicBezTo>
                  <a:cubicBezTo>
                    <a:pt x="1588" y="2555"/>
                    <a:pt x="1620" y="2560"/>
                    <a:pt x="1653" y="2560"/>
                  </a:cubicBezTo>
                  <a:cubicBezTo>
                    <a:pt x="1948" y="2560"/>
                    <a:pt x="2206" y="2125"/>
                    <a:pt x="2206" y="2125"/>
                  </a:cubicBezTo>
                  <a:lnTo>
                    <a:pt x="1421" y="521"/>
                  </a:lnTo>
                  <a:cubicBezTo>
                    <a:pt x="1421" y="521"/>
                    <a:pt x="1084" y="0"/>
                    <a:pt x="7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73"/>
            <p:cNvSpPr/>
            <p:nvPr/>
          </p:nvSpPr>
          <p:spPr>
            <a:xfrm>
              <a:off x="3855972" y="3460404"/>
              <a:ext cx="45351" cy="46761"/>
            </a:xfrm>
            <a:custGeom>
              <a:avLst/>
              <a:gdLst/>
              <a:ahLst/>
              <a:cxnLst/>
              <a:rect l="l" t="t" r="r" b="b"/>
              <a:pathLst>
                <a:path w="1415" h="1459" extrusionOk="0">
                  <a:moveTo>
                    <a:pt x="353" y="0"/>
                  </a:moveTo>
                  <a:cubicBezTo>
                    <a:pt x="75" y="0"/>
                    <a:pt x="0" y="544"/>
                    <a:pt x="0" y="624"/>
                  </a:cubicBezTo>
                  <a:cubicBezTo>
                    <a:pt x="0" y="624"/>
                    <a:pt x="223" y="289"/>
                    <a:pt x="390" y="289"/>
                  </a:cubicBezTo>
                  <a:cubicBezTo>
                    <a:pt x="394" y="289"/>
                    <a:pt x="397" y="289"/>
                    <a:pt x="401" y="289"/>
                  </a:cubicBezTo>
                  <a:cubicBezTo>
                    <a:pt x="518" y="306"/>
                    <a:pt x="769" y="624"/>
                    <a:pt x="769" y="624"/>
                  </a:cubicBezTo>
                  <a:cubicBezTo>
                    <a:pt x="769" y="624"/>
                    <a:pt x="552" y="1058"/>
                    <a:pt x="869" y="1258"/>
                  </a:cubicBezTo>
                  <a:cubicBezTo>
                    <a:pt x="1081" y="1392"/>
                    <a:pt x="1263" y="1459"/>
                    <a:pt x="1351" y="1459"/>
                  </a:cubicBezTo>
                  <a:cubicBezTo>
                    <a:pt x="1395" y="1459"/>
                    <a:pt x="1415" y="1442"/>
                    <a:pt x="1404" y="1409"/>
                  </a:cubicBezTo>
                  <a:cubicBezTo>
                    <a:pt x="1370" y="1309"/>
                    <a:pt x="719" y="72"/>
                    <a:pt x="401" y="5"/>
                  </a:cubicBezTo>
                  <a:cubicBezTo>
                    <a:pt x="385" y="2"/>
                    <a:pt x="369" y="0"/>
                    <a:pt x="3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73"/>
            <p:cNvSpPr/>
            <p:nvPr/>
          </p:nvSpPr>
          <p:spPr>
            <a:xfrm>
              <a:off x="3884337" y="4156722"/>
              <a:ext cx="300469" cy="177845"/>
            </a:xfrm>
            <a:custGeom>
              <a:avLst/>
              <a:gdLst/>
              <a:ahLst/>
              <a:cxnLst/>
              <a:rect l="l" t="t" r="r" b="b"/>
              <a:pathLst>
                <a:path w="9375" h="5549" extrusionOk="0">
                  <a:moveTo>
                    <a:pt x="3810" y="0"/>
                  </a:moveTo>
                  <a:cubicBezTo>
                    <a:pt x="1822" y="17"/>
                    <a:pt x="118" y="34"/>
                    <a:pt x="118" y="34"/>
                  </a:cubicBezTo>
                  <a:cubicBezTo>
                    <a:pt x="118" y="34"/>
                    <a:pt x="1" y="2991"/>
                    <a:pt x="1104" y="4294"/>
                  </a:cubicBezTo>
                  <a:cubicBezTo>
                    <a:pt x="2120" y="5493"/>
                    <a:pt x="2351" y="5548"/>
                    <a:pt x="2385" y="5548"/>
                  </a:cubicBezTo>
                  <a:cubicBezTo>
                    <a:pt x="2389" y="5548"/>
                    <a:pt x="2390" y="5548"/>
                    <a:pt x="2390" y="5548"/>
                  </a:cubicBezTo>
                  <a:lnTo>
                    <a:pt x="6885" y="5548"/>
                  </a:lnTo>
                  <a:cubicBezTo>
                    <a:pt x="6885" y="5548"/>
                    <a:pt x="9374" y="3960"/>
                    <a:pt x="9007" y="67"/>
                  </a:cubicBezTo>
                  <a:cubicBezTo>
                    <a:pt x="7787" y="0"/>
                    <a:pt x="5682" y="0"/>
                    <a:pt x="38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73"/>
            <p:cNvSpPr/>
            <p:nvPr/>
          </p:nvSpPr>
          <p:spPr>
            <a:xfrm>
              <a:off x="3744567" y="4150921"/>
              <a:ext cx="129642" cy="138648"/>
            </a:xfrm>
            <a:custGeom>
              <a:avLst/>
              <a:gdLst/>
              <a:ahLst/>
              <a:cxnLst/>
              <a:rect l="l" t="t" r="r" b="b"/>
              <a:pathLst>
                <a:path w="4045" h="4326" extrusionOk="0">
                  <a:moveTo>
                    <a:pt x="3018" y="1"/>
                  </a:moveTo>
                  <a:cubicBezTo>
                    <a:pt x="511" y="1"/>
                    <a:pt x="1" y="3117"/>
                    <a:pt x="1772" y="4325"/>
                  </a:cubicBezTo>
                  <a:cubicBezTo>
                    <a:pt x="1772" y="4325"/>
                    <a:pt x="4044" y="2805"/>
                    <a:pt x="3309" y="14"/>
                  </a:cubicBezTo>
                  <a:cubicBezTo>
                    <a:pt x="3209" y="5"/>
                    <a:pt x="3112" y="1"/>
                    <a:pt x="3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73"/>
            <p:cNvSpPr/>
            <p:nvPr/>
          </p:nvSpPr>
          <p:spPr>
            <a:xfrm>
              <a:off x="3753669" y="4173869"/>
              <a:ext cx="65382" cy="100701"/>
            </a:xfrm>
            <a:custGeom>
              <a:avLst/>
              <a:gdLst/>
              <a:ahLst/>
              <a:cxnLst/>
              <a:rect l="l" t="t" r="r" b="b"/>
              <a:pathLst>
                <a:path w="2040" h="3142" extrusionOk="0">
                  <a:moveTo>
                    <a:pt x="1104" y="0"/>
                  </a:moveTo>
                  <a:cubicBezTo>
                    <a:pt x="1104" y="0"/>
                    <a:pt x="1" y="685"/>
                    <a:pt x="135" y="1704"/>
                  </a:cubicBezTo>
                  <a:cubicBezTo>
                    <a:pt x="185" y="2272"/>
                    <a:pt x="486" y="2790"/>
                    <a:pt x="937" y="3141"/>
                  </a:cubicBezTo>
                  <a:lnTo>
                    <a:pt x="1906" y="2974"/>
                  </a:lnTo>
                  <a:lnTo>
                    <a:pt x="2039" y="535"/>
                  </a:lnTo>
                  <a:lnTo>
                    <a:pt x="11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73"/>
            <p:cNvSpPr/>
            <p:nvPr/>
          </p:nvSpPr>
          <p:spPr>
            <a:xfrm>
              <a:off x="3541626" y="3543029"/>
              <a:ext cx="309026" cy="746541"/>
            </a:xfrm>
            <a:custGeom>
              <a:avLst/>
              <a:gdLst/>
              <a:ahLst/>
              <a:cxnLst/>
              <a:rect l="l" t="t" r="r" b="b"/>
              <a:pathLst>
                <a:path w="9642" h="23293" extrusionOk="0">
                  <a:moveTo>
                    <a:pt x="7158" y="1"/>
                  </a:moveTo>
                  <a:cubicBezTo>
                    <a:pt x="6950" y="1"/>
                    <a:pt x="6738" y="47"/>
                    <a:pt x="6533" y="134"/>
                  </a:cubicBezTo>
                  <a:cubicBezTo>
                    <a:pt x="4378" y="1070"/>
                    <a:pt x="0" y="11112"/>
                    <a:pt x="886" y="15957"/>
                  </a:cubicBezTo>
                  <a:cubicBezTo>
                    <a:pt x="2256" y="20452"/>
                    <a:pt x="7987" y="23242"/>
                    <a:pt x="8104" y="23292"/>
                  </a:cubicBezTo>
                  <a:cubicBezTo>
                    <a:pt x="7619" y="22858"/>
                    <a:pt x="6283" y="20034"/>
                    <a:pt x="9641" y="18981"/>
                  </a:cubicBezTo>
                  <a:cubicBezTo>
                    <a:pt x="8137" y="17077"/>
                    <a:pt x="6500" y="13902"/>
                    <a:pt x="6500" y="13902"/>
                  </a:cubicBezTo>
                  <a:cubicBezTo>
                    <a:pt x="6500" y="13902"/>
                    <a:pt x="6550" y="13635"/>
                    <a:pt x="6650" y="13167"/>
                  </a:cubicBezTo>
                  <a:cubicBezTo>
                    <a:pt x="7068" y="11061"/>
                    <a:pt x="8238" y="5113"/>
                    <a:pt x="8538" y="3359"/>
                  </a:cubicBezTo>
                  <a:cubicBezTo>
                    <a:pt x="8963" y="960"/>
                    <a:pt x="8107" y="1"/>
                    <a:pt x="71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73"/>
            <p:cNvSpPr/>
            <p:nvPr/>
          </p:nvSpPr>
          <p:spPr>
            <a:xfrm>
              <a:off x="3631046" y="3950993"/>
              <a:ext cx="123745" cy="48844"/>
            </a:xfrm>
            <a:custGeom>
              <a:avLst/>
              <a:gdLst/>
              <a:ahLst/>
              <a:cxnLst/>
              <a:rect l="l" t="t" r="r" b="b"/>
              <a:pathLst>
                <a:path w="3861" h="1524" extrusionOk="0">
                  <a:moveTo>
                    <a:pt x="2519" y="0"/>
                  </a:moveTo>
                  <a:cubicBezTo>
                    <a:pt x="2497" y="0"/>
                    <a:pt x="2476" y="1"/>
                    <a:pt x="2457" y="3"/>
                  </a:cubicBezTo>
                  <a:cubicBezTo>
                    <a:pt x="1889" y="70"/>
                    <a:pt x="1053" y="371"/>
                    <a:pt x="1" y="1524"/>
                  </a:cubicBezTo>
                  <a:cubicBezTo>
                    <a:pt x="770" y="1113"/>
                    <a:pt x="1593" y="999"/>
                    <a:pt x="2268" y="999"/>
                  </a:cubicBezTo>
                  <a:cubicBezTo>
                    <a:pt x="3102" y="999"/>
                    <a:pt x="3710" y="1173"/>
                    <a:pt x="3710" y="1173"/>
                  </a:cubicBezTo>
                  <a:cubicBezTo>
                    <a:pt x="3710" y="1173"/>
                    <a:pt x="3760" y="906"/>
                    <a:pt x="3860" y="438"/>
                  </a:cubicBezTo>
                  <a:cubicBezTo>
                    <a:pt x="3376" y="219"/>
                    <a:pt x="2833" y="0"/>
                    <a:pt x="25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73"/>
            <p:cNvSpPr/>
            <p:nvPr/>
          </p:nvSpPr>
          <p:spPr>
            <a:xfrm>
              <a:off x="3675275" y="3920898"/>
              <a:ext cx="55959" cy="17916"/>
            </a:xfrm>
            <a:custGeom>
              <a:avLst/>
              <a:gdLst/>
              <a:ahLst/>
              <a:cxnLst/>
              <a:rect l="l" t="t" r="r" b="b"/>
              <a:pathLst>
                <a:path w="1746" h="559" extrusionOk="0">
                  <a:moveTo>
                    <a:pt x="1211" y="1"/>
                  </a:moveTo>
                  <a:cubicBezTo>
                    <a:pt x="762" y="1"/>
                    <a:pt x="0" y="283"/>
                    <a:pt x="275" y="341"/>
                  </a:cubicBezTo>
                  <a:cubicBezTo>
                    <a:pt x="592" y="408"/>
                    <a:pt x="1678" y="558"/>
                    <a:pt x="1678" y="558"/>
                  </a:cubicBezTo>
                  <a:cubicBezTo>
                    <a:pt x="1678" y="558"/>
                    <a:pt x="1745" y="140"/>
                    <a:pt x="1394" y="23"/>
                  </a:cubicBezTo>
                  <a:cubicBezTo>
                    <a:pt x="1344" y="8"/>
                    <a:pt x="1282" y="1"/>
                    <a:pt x="121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73"/>
            <p:cNvSpPr/>
            <p:nvPr/>
          </p:nvSpPr>
          <p:spPr>
            <a:xfrm>
              <a:off x="3666397" y="4012145"/>
              <a:ext cx="74869" cy="38268"/>
            </a:xfrm>
            <a:custGeom>
              <a:avLst/>
              <a:gdLst/>
              <a:ahLst/>
              <a:cxnLst/>
              <a:rect l="l" t="t" r="r" b="b"/>
              <a:pathLst>
                <a:path w="2336" h="1194" extrusionOk="0">
                  <a:moveTo>
                    <a:pt x="2122" y="0"/>
                  </a:moveTo>
                  <a:lnTo>
                    <a:pt x="2122" y="0"/>
                  </a:lnTo>
                  <a:cubicBezTo>
                    <a:pt x="2122" y="0"/>
                    <a:pt x="0" y="735"/>
                    <a:pt x="502" y="1003"/>
                  </a:cubicBezTo>
                  <a:cubicBezTo>
                    <a:pt x="684" y="1106"/>
                    <a:pt x="992" y="1194"/>
                    <a:pt x="1295" y="1194"/>
                  </a:cubicBezTo>
                  <a:cubicBezTo>
                    <a:pt x="1824" y="1194"/>
                    <a:pt x="2335" y="925"/>
                    <a:pt x="21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73"/>
            <p:cNvSpPr/>
            <p:nvPr/>
          </p:nvSpPr>
          <p:spPr>
            <a:xfrm>
              <a:off x="3824339" y="4120762"/>
              <a:ext cx="65382" cy="78106"/>
            </a:xfrm>
            <a:custGeom>
              <a:avLst/>
              <a:gdLst/>
              <a:ahLst/>
              <a:cxnLst/>
              <a:rect l="l" t="t" r="r" b="b"/>
              <a:pathLst>
                <a:path w="2040" h="2437" extrusionOk="0">
                  <a:moveTo>
                    <a:pt x="1627" y="0"/>
                  </a:moveTo>
                  <a:cubicBezTo>
                    <a:pt x="1484" y="0"/>
                    <a:pt x="1117" y="1078"/>
                    <a:pt x="987" y="1256"/>
                  </a:cubicBezTo>
                  <a:cubicBezTo>
                    <a:pt x="854" y="1440"/>
                    <a:pt x="135" y="1975"/>
                    <a:pt x="102" y="2025"/>
                  </a:cubicBezTo>
                  <a:lnTo>
                    <a:pt x="102" y="2041"/>
                  </a:lnTo>
                  <a:cubicBezTo>
                    <a:pt x="102" y="2041"/>
                    <a:pt x="1" y="2436"/>
                    <a:pt x="398" y="2436"/>
                  </a:cubicBezTo>
                  <a:cubicBezTo>
                    <a:pt x="536" y="2436"/>
                    <a:pt x="736" y="2388"/>
                    <a:pt x="1021" y="2259"/>
                  </a:cubicBezTo>
                  <a:cubicBezTo>
                    <a:pt x="1906" y="1841"/>
                    <a:pt x="2023" y="1289"/>
                    <a:pt x="2023" y="888"/>
                  </a:cubicBezTo>
                  <a:cubicBezTo>
                    <a:pt x="2040" y="554"/>
                    <a:pt x="1890" y="220"/>
                    <a:pt x="1639" y="3"/>
                  </a:cubicBezTo>
                  <a:cubicBezTo>
                    <a:pt x="1635" y="1"/>
                    <a:pt x="1631" y="0"/>
                    <a:pt x="16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73"/>
            <p:cNvSpPr/>
            <p:nvPr/>
          </p:nvSpPr>
          <p:spPr>
            <a:xfrm>
              <a:off x="3794917" y="4182202"/>
              <a:ext cx="70189" cy="140026"/>
            </a:xfrm>
            <a:custGeom>
              <a:avLst/>
              <a:gdLst/>
              <a:ahLst/>
              <a:cxnLst/>
              <a:rect l="l" t="t" r="r" b="b"/>
              <a:pathLst>
                <a:path w="2190" h="4369" extrusionOk="0">
                  <a:moveTo>
                    <a:pt x="1421" y="0"/>
                  </a:moveTo>
                  <a:cubicBezTo>
                    <a:pt x="1057" y="0"/>
                    <a:pt x="653" y="48"/>
                    <a:pt x="518" y="191"/>
                  </a:cubicBezTo>
                  <a:cubicBezTo>
                    <a:pt x="268" y="459"/>
                    <a:pt x="1" y="1912"/>
                    <a:pt x="134" y="2430"/>
                  </a:cubicBezTo>
                  <a:cubicBezTo>
                    <a:pt x="418" y="3399"/>
                    <a:pt x="1972" y="4368"/>
                    <a:pt x="1972" y="4368"/>
                  </a:cubicBezTo>
                  <a:cubicBezTo>
                    <a:pt x="2189" y="3884"/>
                    <a:pt x="2173" y="158"/>
                    <a:pt x="2072" y="74"/>
                  </a:cubicBezTo>
                  <a:cubicBezTo>
                    <a:pt x="2018" y="36"/>
                    <a:pt x="1735" y="0"/>
                    <a:pt x="14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73"/>
            <p:cNvSpPr/>
            <p:nvPr/>
          </p:nvSpPr>
          <p:spPr>
            <a:xfrm>
              <a:off x="3832416" y="4183740"/>
              <a:ext cx="132302" cy="156692"/>
            </a:xfrm>
            <a:custGeom>
              <a:avLst/>
              <a:gdLst/>
              <a:ahLst/>
              <a:cxnLst/>
              <a:rect l="l" t="t" r="r" b="b"/>
              <a:pathLst>
                <a:path w="4128" h="4889" extrusionOk="0">
                  <a:moveTo>
                    <a:pt x="1058" y="1"/>
                  </a:moveTo>
                  <a:cubicBezTo>
                    <a:pt x="469" y="1"/>
                    <a:pt x="338" y="242"/>
                    <a:pt x="267" y="327"/>
                  </a:cubicBezTo>
                  <a:cubicBezTo>
                    <a:pt x="184" y="427"/>
                    <a:pt x="201" y="828"/>
                    <a:pt x="384" y="1079"/>
                  </a:cubicBezTo>
                  <a:cubicBezTo>
                    <a:pt x="151" y="1480"/>
                    <a:pt x="0" y="2031"/>
                    <a:pt x="368" y="2282"/>
                  </a:cubicBezTo>
                  <a:cubicBezTo>
                    <a:pt x="301" y="2783"/>
                    <a:pt x="301" y="3101"/>
                    <a:pt x="652" y="3301"/>
                  </a:cubicBezTo>
                  <a:cubicBezTo>
                    <a:pt x="535" y="3836"/>
                    <a:pt x="552" y="4203"/>
                    <a:pt x="735" y="4337"/>
                  </a:cubicBezTo>
                  <a:cubicBezTo>
                    <a:pt x="886" y="4457"/>
                    <a:pt x="1726" y="4889"/>
                    <a:pt x="2307" y="4889"/>
                  </a:cubicBezTo>
                  <a:cubicBezTo>
                    <a:pt x="2371" y="4889"/>
                    <a:pt x="2433" y="4883"/>
                    <a:pt x="2490" y="4872"/>
                  </a:cubicBezTo>
                  <a:cubicBezTo>
                    <a:pt x="3058" y="4755"/>
                    <a:pt x="3877" y="3953"/>
                    <a:pt x="3843" y="3802"/>
                  </a:cubicBezTo>
                  <a:cubicBezTo>
                    <a:pt x="3816" y="3667"/>
                    <a:pt x="3680" y="3609"/>
                    <a:pt x="3541" y="3609"/>
                  </a:cubicBezTo>
                  <a:cubicBezTo>
                    <a:pt x="3508" y="3609"/>
                    <a:pt x="3474" y="3612"/>
                    <a:pt x="3442" y="3619"/>
                  </a:cubicBezTo>
                  <a:cubicBezTo>
                    <a:pt x="3091" y="3786"/>
                    <a:pt x="2774" y="3953"/>
                    <a:pt x="2456" y="4153"/>
                  </a:cubicBezTo>
                  <a:cubicBezTo>
                    <a:pt x="2456" y="4153"/>
                    <a:pt x="1454" y="3702"/>
                    <a:pt x="1354" y="3535"/>
                  </a:cubicBezTo>
                  <a:lnTo>
                    <a:pt x="1354" y="3535"/>
                  </a:lnTo>
                  <a:cubicBezTo>
                    <a:pt x="1422" y="3546"/>
                    <a:pt x="1497" y="3551"/>
                    <a:pt x="1578" y="3551"/>
                  </a:cubicBezTo>
                  <a:cubicBezTo>
                    <a:pt x="2350" y="3551"/>
                    <a:pt x="3612" y="3089"/>
                    <a:pt x="3643" y="2984"/>
                  </a:cubicBezTo>
                  <a:cubicBezTo>
                    <a:pt x="3643" y="2850"/>
                    <a:pt x="3643" y="2716"/>
                    <a:pt x="3626" y="2583"/>
                  </a:cubicBezTo>
                  <a:cubicBezTo>
                    <a:pt x="3609" y="2432"/>
                    <a:pt x="3592" y="2299"/>
                    <a:pt x="3592" y="2299"/>
                  </a:cubicBezTo>
                  <a:cubicBezTo>
                    <a:pt x="3693" y="2248"/>
                    <a:pt x="3810" y="2198"/>
                    <a:pt x="3910" y="2132"/>
                  </a:cubicBezTo>
                  <a:cubicBezTo>
                    <a:pt x="4127" y="1981"/>
                    <a:pt x="3843" y="1446"/>
                    <a:pt x="3843" y="1446"/>
                  </a:cubicBezTo>
                  <a:lnTo>
                    <a:pt x="3993" y="1296"/>
                  </a:lnTo>
                  <a:lnTo>
                    <a:pt x="4094" y="1229"/>
                  </a:lnTo>
                  <a:cubicBezTo>
                    <a:pt x="4094" y="1229"/>
                    <a:pt x="4127" y="778"/>
                    <a:pt x="4027" y="661"/>
                  </a:cubicBezTo>
                  <a:cubicBezTo>
                    <a:pt x="3927" y="544"/>
                    <a:pt x="2323" y="143"/>
                    <a:pt x="1420" y="26"/>
                  </a:cubicBezTo>
                  <a:cubicBezTo>
                    <a:pt x="1283" y="8"/>
                    <a:pt x="1163" y="1"/>
                    <a:pt x="10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73"/>
            <p:cNvSpPr/>
            <p:nvPr/>
          </p:nvSpPr>
          <p:spPr>
            <a:xfrm>
              <a:off x="3874722" y="4257391"/>
              <a:ext cx="73907" cy="11346"/>
            </a:xfrm>
            <a:custGeom>
              <a:avLst/>
              <a:gdLst/>
              <a:ahLst/>
              <a:cxnLst/>
              <a:rect l="l" t="t" r="r" b="b"/>
              <a:pathLst>
                <a:path w="2306" h="354" extrusionOk="0">
                  <a:moveTo>
                    <a:pt x="2272" y="1"/>
                  </a:moveTo>
                  <a:lnTo>
                    <a:pt x="0" y="34"/>
                  </a:lnTo>
                  <a:cubicBezTo>
                    <a:pt x="0" y="34"/>
                    <a:pt x="777" y="354"/>
                    <a:pt x="1269" y="354"/>
                  </a:cubicBezTo>
                  <a:cubicBezTo>
                    <a:pt x="1292" y="354"/>
                    <a:pt x="1315" y="353"/>
                    <a:pt x="1337" y="351"/>
                  </a:cubicBezTo>
                  <a:cubicBezTo>
                    <a:pt x="1638" y="351"/>
                    <a:pt x="2022" y="318"/>
                    <a:pt x="2306" y="285"/>
                  </a:cubicBezTo>
                  <a:cubicBezTo>
                    <a:pt x="2289" y="134"/>
                    <a:pt x="2272" y="1"/>
                    <a:pt x="22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73"/>
            <p:cNvSpPr/>
            <p:nvPr/>
          </p:nvSpPr>
          <p:spPr>
            <a:xfrm>
              <a:off x="4152627" y="3885227"/>
              <a:ext cx="101791" cy="143007"/>
            </a:xfrm>
            <a:custGeom>
              <a:avLst/>
              <a:gdLst/>
              <a:ahLst/>
              <a:cxnLst/>
              <a:rect l="l" t="t" r="r" b="b"/>
              <a:pathLst>
                <a:path w="3176" h="4462" extrusionOk="0">
                  <a:moveTo>
                    <a:pt x="1822" y="0"/>
                  </a:moveTo>
                  <a:cubicBezTo>
                    <a:pt x="1822" y="0"/>
                    <a:pt x="1070" y="151"/>
                    <a:pt x="536" y="1504"/>
                  </a:cubicBezTo>
                  <a:cubicBezTo>
                    <a:pt x="1" y="2874"/>
                    <a:pt x="937" y="4461"/>
                    <a:pt x="937" y="4461"/>
                  </a:cubicBezTo>
                  <a:cubicBezTo>
                    <a:pt x="2791" y="4378"/>
                    <a:pt x="3175" y="1320"/>
                    <a:pt x="3042" y="869"/>
                  </a:cubicBezTo>
                  <a:cubicBezTo>
                    <a:pt x="2908" y="418"/>
                    <a:pt x="1822" y="0"/>
                    <a:pt x="1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73"/>
            <p:cNvSpPr/>
            <p:nvPr/>
          </p:nvSpPr>
          <p:spPr>
            <a:xfrm>
              <a:off x="4202978" y="3539087"/>
              <a:ext cx="250663" cy="414951"/>
            </a:xfrm>
            <a:custGeom>
              <a:avLst/>
              <a:gdLst/>
              <a:ahLst/>
              <a:cxnLst/>
              <a:rect l="l" t="t" r="r" b="b"/>
              <a:pathLst>
                <a:path w="7821" h="12947" extrusionOk="0">
                  <a:moveTo>
                    <a:pt x="2737" y="0"/>
                  </a:moveTo>
                  <a:cubicBezTo>
                    <a:pt x="2720" y="0"/>
                    <a:pt x="2705" y="2"/>
                    <a:pt x="2691" y="6"/>
                  </a:cubicBezTo>
                  <a:cubicBezTo>
                    <a:pt x="0" y="859"/>
                    <a:pt x="819" y="6155"/>
                    <a:pt x="1604" y="9397"/>
                  </a:cubicBezTo>
                  <a:cubicBezTo>
                    <a:pt x="1671" y="9647"/>
                    <a:pt x="1721" y="9898"/>
                    <a:pt x="1788" y="10115"/>
                  </a:cubicBezTo>
                  <a:cubicBezTo>
                    <a:pt x="2072" y="11201"/>
                    <a:pt x="2306" y="11903"/>
                    <a:pt x="2306" y="11903"/>
                  </a:cubicBezTo>
                  <a:cubicBezTo>
                    <a:pt x="2306" y="11903"/>
                    <a:pt x="3610" y="12237"/>
                    <a:pt x="5163" y="12655"/>
                  </a:cubicBezTo>
                  <a:cubicBezTo>
                    <a:pt x="5644" y="12779"/>
                    <a:pt x="6150" y="12946"/>
                    <a:pt x="6601" y="12946"/>
                  </a:cubicBezTo>
                  <a:cubicBezTo>
                    <a:pt x="7122" y="12946"/>
                    <a:pt x="7569" y="12723"/>
                    <a:pt x="7820" y="11953"/>
                  </a:cubicBezTo>
                  <a:cubicBezTo>
                    <a:pt x="7720" y="11285"/>
                    <a:pt x="7603" y="10616"/>
                    <a:pt x="7469" y="9965"/>
                  </a:cubicBezTo>
                  <a:cubicBezTo>
                    <a:pt x="7452" y="9898"/>
                    <a:pt x="7436" y="9831"/>
                    <a:pt x="7419" y="9764"/>
                  </a:cubicBezTo>
                  <a:cubicBezTo>
                    <a:pt x="6209" y="4434"/>
                    <a:pt x="3479" y="0"/>
                    <a:pt x="27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73"/>
            <p:cNvSpPr/>
            <p:nvPr/>
          </p:nvSpPr>
          <p:spPr>
            <a:xfrm>
              <a:off x="4260283" y="3832376"/>
              <a:ext cx="193358" cy="121662"/>
            </a:xfrm>
            <a:custGeom>
              <a:avLst/>
              <a:gdLst/>
              <a:ahLst/>
              <a:cxnLst/>
              <a:rect l="l" t="t" r="r" b="b"/>
              <a:pathLst>
                <a:path w="6033" h="3796" extrusionOk="0">
                  <a:moveTo>
                    <a:pt x="3692" y="0"/>
                  </a:moveTo>
                  <a:cubicBezTo>
                    <a:pt x="2471" y="0"/>
                    <a:pt x="972" y="602"/>
                    <a:pt x="0" y="964"/>
                  </a:cubicBezTo>
                  <a:cubicBezTo>
                    <a:pt x="284" y="2050"/>
                    <a:pt x="518" y="2752"/>
                    <a:pt x="518" y="2752"/>
                  </a:cubicBezTo>
                  <a:cubicBezTo>
                    <a:pt x="518" y="2752"/>
                    <a:pt x="1822" y="3086"/>
                    <a:pt x="3375" y="3504"/>
                  </a:cubicBezTo>
                  <a:cubicBezTo>
                    <a:pt x="3856" y="3628"/>
                    <a:pt x="4362" y="3795"/>
                    <a:pt x="4813" y="3795"/>
                  </a:cubicBezTo>
                  <a:cubicBezTo>
                    <a:pt x="5334" y="3795"/>
                    <a:pt x="5781" y="3572"/>
                    <a:pt x="6032" y="2802"/>
                  </a:cubicBezTo>
                  <a:cubicBezTo>
                    <a:pt x="5932" y="2134"/>
                    <a:pt x="5815" y="1465"/>
                    <a:pt x="5681" y="814"/>
                  </a:cubicBezTo>
                  <a:cubicBezTo>
                    <a:pt x="5230" y="480"/>
                    <a:pt x="4679" y="129"/>
                    <a:pt x="4228" y="45"/>
                  </a:cubicBezTo>
                  <a:cubicBezTo>
                    <a:pt x="4057" y="14"/>
                    <a:pt x="3878" y="0"/>
                    <a:pt x="369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73"/>
            <p:cNvSpPr/>
            <p:nvPr/>
          </p:nvSpPr>
          <p:spPr>
            <a:xfrm>
              <a:off x="4155864" y="3869330"/>
              <a:ext cx="309539" cy="162814"/>
            </a:xfrm>
            <a:custGeom>
              <a:avLst/>
              <a:gdLst/>
              <a:ahLst/>
              <a:cxnLst/>
              <a:rect l="l" t="t" r="r" b="b"/>
              <a:pathLst>
                <a:path w="9658" h="5080" extrusionOk="0">
                  <a:moveTo>
                    <a:pt x="6370" y="1"/>
                  </a:moveTo>
                  <a:cubicBezTo>
                    <a:pt x="4006" y="1"/>
                    <a:pt x="886" y="296"/>
                    <a:pt x="886" y="296"/>
                  </a:cubicBezTo>
                  <a:cubicBezTo>
                    <a:pt x="886" y="296"/>
                    <a:pt x="1303" y="563"/>
                    <a:pt x="1303" y="1900"/>
                  </a:cubicBezTo>
                  <a:cubicBezTo>
                    <a:pt x="1320" y="2601"/>
                    <a:pt x="468" y="4506"/>
                    <a:pt x="0" y="4757"/>
                  </a:cubicBezTo>
                  <a:cubicBezTo>
                    <a:pt x="1191" y="4982"/>
                    <a:pt x="2269" y="5080"/>
                    <a:pt x="3239" y="5080"/>
                  </a:cubicBezTo>
                  <a:cubicBezTo>
                    <a:pt x="5644" y="5080"/>
                    <a:pt x="7376" y="4481"/>
                    <a:pt x="8471" y="3754"/>
                  </a:cubicBezTo>
                  <a:cubicBezTo>
                    <a:pt x="9390" y="3153"/>
                    <a:pt x="9658" y="1048"/>
                    <a:pt x="8906" y="329"/>
                  </a:cubicBezTo>
                  <a:cubicBezTo>
                    <a:pt x="8641" y="82"/>
                    <a:pt x="7610" y="1"/>
                    <a:pt x="63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73"/>
            <p:cNvSpPr/>
            <p:nvPr/>
          </p:nvSpPr>
          <p:spPr>
            <a:xfrm>
              <a:off x="4070707" y="3781769"/>
              <a:ext cx="94804" cy="328769"/>
            </a:xfrm>
            <a:custGeom>
              <a:avLst/>
              <a:gdLst/>
              <a:ahLst/>
              <a:cxnLst/>
              <a:rect l="l" t="t" r="r" b="b"/>
              <a:pathLst>
                <a:path w="2958" h="10258" extrusionOk="0">
                  <a:moveTo>
                    <a:pt x="642" y="0"/>
                  </a:moveTo>
                  <a:cubicBezTo>
                    <a:pt x="333" y="0"/>
                    <a:pt x="64" y="240"/>
                    <a:pt x="17" y="538"/>
                  </a:cubicBezTo>
                  <a:cubicBezTo>
                    <a:pt x="0" y="822"/>
                    <a:pt x="368" y="4348"/>
                    <a:pt x="435" y="5350"/>
                  </a:cubicBezTo>
                  <a:cubicBezTo>
                    <a:pt x="502" y="6353"/>
                    <a:pt x="401" y="7572"/>
                    <a:pt x="401" y="7973"/>
                  </a:cubicBezTo>
                  <a:cubicBezTo>
                    <a:pt x="401" y="8441"/>
                    <a:pt x="335" y="9494"/>
                    <a:pt x="819" y="9928"/>
                  </a:cubicBezTo>
                  <a:cubicBezTo>
                    <a:pt x="1003" y="10079"/>
                    <a:pt x="1203" y="10179"/>
                    <a:pt x="1437" y="10229"/>
                  </a:cubicBezTo>
                  <a:cubicBezTo>
                    <a:pt x="1529" y="10247"/>
                    <a:pt x="1623" y="10257"/>
                    <a:pt x="1717" y="10257"/>
                  </a:cubicBezTo>
                  <a:cubicBezTo>
                    <a:pt x="2134" y="10257"/>
                    <a:pt x="2540" y="10060"/>
                    <a:pt x="2691" y="9527"/>
                  </a:cubicBezTo>
                  <a:cubicBezTo>
                    <a:pt x="2958" y="8541"/>
                    <a:pt x="2574" y="7940"/>
                    <a:pt x="2306" y="6687"/>
                  </a:cubicBezTo>
                  <a:cubicBezTo>
                    <a:pt x="2173" y="6035"/>
                    <a:pt x="1621" y="805"/>
                    <a:pt x="1471" y="471"/>
                  </a:cubicBezTo>
                  <a:cubicBezTo>
                    <a:pt x="1320" y="120"/>
                    <a:pt x="1153" y="3"/>
                    <a:pt x="736" y="3"/>
                  </a:cubicBezTo>
                  <a:lnTo>
                    <a:pt x="702" y="3"/>
                  </a:lnTo>
                  <a:cubicBezTo>
                    <a:pt x="682" y="1"/>
                    <a:pt x="662" y="0"/>
                    <a:pt x="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73"/>
            <p:cNvSpPr/>
            <p:nvPr/>
          </p:nvSpPr>
          <p:spPr>
            <a:xfrm>
              <a:off x="4036446" y="3848818"/>
              <a:ext cx="74452" cy="107464"/>
            </a:xfrm>
            <a:custGeom>
              <a:avLst/>
              <a:gdLst/>
              <a:ahLst/>
              <a:cxnLst/>
              <a:rect l="l" t="t" r="r" b="b"/>
              <a:pathLst>
                <a:path w="2323" h="3353" extrusionOk="0">
                  <a:moveTo>
                    <a:pt x="2323" y="0"/>
                  </a:moveTo>
                  <a:lnTo>
                    <a:pt x="2323" y="0"/>
                  </a:lnTo>
                  <a:cubicBezTo>
                    <a:pt x="2322" y="0"/>
                    <a:pt x="668" y="368"/>
                    <a:pt x="468" y="535"/>
                  </a:cubicBezTo>
                  <a:cubicBezTo>
                    <a:pt x="267" y="685"/>
                    <a:pt x="34" y="1253"/>
                    <a:pt x="17" y="1404"/>
                  </a:cubicBezTo>
                  <a:cubicBezTo>
                    <a:pt x="0" y="1571"/>
                    <a:pt x="401" y="3258"/>
                    <a:pt x="551" y="3342"/>
                  </a:cubicBezTo>
                  <a:cubicBezTo>
                    <a:pt x="568" y="3349"/>
                    <a:pt x="591" y="3353"/>
                    <a:pt x="618" y="3353"/>
                  </a:cubicBezTo>
                  <a:cubicBezTo>
                    <a:pt x="832" y="3353"/>
                    <a:pt x="1324" y="3130"/>
                    <a:pt x="1353" y="2907"/>
                  </a:cubicBezTo>
                  <a:cubicBezTo>
                    <a:pt x="1404" y="2657"/>
                    <a:pt x="2323" y="0"/>
                    <a:pt x="23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73"/>
            <p:cNvSpPr/>
            <p:nvPr/>
          </p:nvSpPr>
          <p:spPr>
            <a:xfrm>
              <a:off x="4053048" y="3847472"/>
              <a:ext cx="179416" cy="124482"/>
            </a:xfrm>
            <a:custGeom>
              <a:avLst/>
              <a:gdLst/>
              <a:ahLst/>
              <a:cxnLst/>
              <a:rect l="l" t="t" r="r" b="b"/>
              <a:pathLst>
                <a:path w="5598" h="3884" extrusionOk="0">
                  <a:moveTo>
                    <a:pt x="2330" y="0"/>
                  </a:moveTo>
                  <a:cubicBezTo>
                    <a:pt x="2147" y="0"/>
                    <a:pt x="1966" y="13"/>
                    <a:pt x="1805" y="42"/>
                  </a:cubicBezTo>
                  <a:cubicBezTo>
                    <a:pt x="1153" y="142"/>
                    <a:pt x="234" y="978"/>
                    <a:pt x="84" y="1178"/>
                  </a:cubicBezTo>
                  <a:cubicBezTo>
                    <a:pt x="0" y="1278"/>
                    <a:pt x="33" y="1446"/>
                    <a:pt x="100" y="1596"/>
                  </a:cubicBezTo>
                  <a:cubicBezTo>
                    <a:pt x="134" y="1679"/>
                    <a:pt x="184" y="1763"/>
                    <a:pt x="234" y="1847"/>
                  </a:cubicBezTo>
                  <a:cubicBezTo>
                    <a:pt x="167" y="1980"/>
                    <a:pt x="100" y="2114"/>
                    <a:pt x="50" y="2248"/>
                  </a:cubicBezTo>
                  <a:cubicBezTo>
                    <a:pt x="33" y="2348"/>
                    <a:pt x="117" y="2481"/>
                    <a:pt x="217" y="2582"/>
                  </a:cubicBezTo>
                  <a:cubicBezTo>
                    <a:pt x="284" y="2665"/>
                    <a:pt x="368" y="2732"/>
                    <a:pt x="468" y="2799"/>
                  </a:cubicBezTo>
                  <a:cubicBezTo>
                    <a:pt x="501" y="2949"/>
                    <a:pt x="535" y="3100"/>
                    <a:pt x="602" y="3267"/>
                  </a:cubicBezTo>
                  <a:cubicBezTo>
                    <a:pt x="618" y="3317"/>
                    <a:pt x="652" y="3367"/>
                    <a:pt x="685" y="3417"/>
                  </a:cubicBezTo>
                  <a:cubicBezTo>
                    <a:pt x="721" y="3459"/>
                    <a:pt x="776" y="3473"/>
                    <a:pt x="834" y="3473"/>
                  </a:cubicBezTo>
                  <a:cubicBezTo>
                    <a:pt x="937" y="3473"/>
                    <a:pt x="1048" y="3428"/>
                    <a:pt x="1069" y="3417"/>
                  </a:cubicBezTo>
                  <a:cubicBezTo>
                    <a:pt x="1069" y="3417"/>
                    <a:pt x="1103" y="3801"/>
                    <a:pt x="1287" y="3868"/>
                  </a:cubicBezTo>
                  <a:cubicBezTo>
                    <a:pt x="1315" y="3879"/>
                    <a:pt x="1365" y="3884"/>
                    <a:pt x="1431" y="3884"/>
                  </a:cubicBezTo>
                  <a:cubicBezTo>
                    <a:pt x="1788" y="3884"/>
                    <a:pt x="2622" y="3735"/>
                    <a:pt x="3242" y="3467"/>
                  </a:cubicBezTo>
                  <a:cubicBezTo>
                    <a:pt x="3558" y="3588"/>
                    <a:pt x="3859" y="3636"/>
                    <a:pt x="4131" y="3636"/>
                  </a:cubicBezTo>
                  <a:cubicBezTo>
                    <a:pt x="4646" y="3636"/>
                    <a:pt x="5055" y="3464"/>
                    <a:pt x="5263" y="3300"/>
                  </a:cubicBezTo>
                  <a:cubicBezTo>
                    <a:pt x="5564" y="3066"/>
                    <a:pt x="5597" y="2381"/>
                    <a:pt x="5497" y="2181"/>
                  </a:cubicBezTo>
                  <a:cubicBezTo>
                    <a:pt x="5414" y="1980"/>
                    <a:pt x="3876" y="393"/>
                    <a:pt x="3643" y="243"/>
                  </a:cubicBezTo>
                  <a:cubicBezTo>
                    <a:pt x="3479" y="117"/>
                    <a:pt x="2890" y="0"/>
                    <a:pt x="23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73"/>
            <p:cNvSpPr/>
            <p:nvPr/>
          </p:nvSpPr>
          <p:spPr>
            <a:xfrm>
              <a:off x="3172122" y="3792538"/>
              <a:ext cx="230311" cy="204094"/>
            </a:xfrm>
            <a:custGeom>
              <a:avLst/>
              <a:gdLst/>
              <a:ahLst/>
              <a:cxnLst/>
              <a:rect l="l" t="t" r="r" b="b"/>
              <a:pathLst>
                <a:path w="7186" h="6368" extrusionOk="0">
                  <a:moveTo>
                    <a:pt x="5201" y="1"/>
                  </a:moveTo>
                  <a:cubicBezTo>
                    <a:pt x="5194" y="1"/>
                    <a:pt x="5187" y="1"/>
                    <a:pt x="5180" y="2"/>
                  </a:cubicBezTo>
                  <a:cubicBezTo>
                    <a:pt x="5063" y="18"/>
                    <a:pt x="4662" y="336"/>
                    <a:pt x="4261" y="687"/>
                  </a:cubicBezTo>
                  <a:cubicBezTo>
                    <a:pt x="4178" y="754"/>
                    <a:pt x="4094" y="820"/>
                    <a:pt x="4027" y="887"/>
                  </a:cubicBezTo>
                  <a:cubicBezTo>
                    <a:pt x="3944" y="954"/>
                    <a:pt x="3877" y="1021"/>
                    <a:pt x="3810" y="1088"/>
                  </a:cubicBezTo>
                  <a:cubicBezTo>
                    <a:pt x="3559" y="1305"/>
                    <a:pt x="3376" y="1472"/>
                    <a:pt x="3376" y="1489"/>
                  </a:cubicBezTo>
                  <a:lnTo>
                    <a:pt x="3359" y="1489"/>
                  </a:lnTo>
                  <a:cubicBezTo>
                    <a:pt x="3426" y="1205"/>
                    <a:pt x="3476" y="921"/>
                    <a:pt x="3476" y="637"/>
                  </a:cubicBezTo>
                  <a:cubicBezTo>
                    <a:pt x="3476" y="319"/>
                    <a:pt x="3409" y="119"/>
                    <a:pt x="3175" y="119"/>
                  </a:cubicBezTo>
                  <a:cubicBezTo>
                    <a:pt x="2958" y="119"/>
                    <a:pt x="2657" y="1104"/>
                    <a:pt x="2657" y="1104"/>
                  </a:cubicBezTo>
                  <a:cubicBezTo>
                    <a:pt x="2657" y="1104"/>
                    <a:pt x="1688" y="1906"/>
                    <a:pt x="1538" y="2090"/>
                  </a:cubicBezTo>
                  <a:cubicBezTo>
                    <a:pt x="1371" y="2257"/>
                    <a:pt x="1287" y="3009"/>
                    <a:pt x="1287" y="3009"/>
                  </a:cubicBezTo>
                  <a:lnTo>
                    <a:pt x="0" y="4112"/>
                  </a:lnTo>
                  <a:lnTo>
                    <a:pt x="1772" y="6368"/>
                  </a:lnTo>
                  <a:cubicBezTo>
                    <a:pt x="1772" y="6368"/>
                    <a:pt x="2106" y="5950"/>
                    <a:pt x="3259" y="4997"/>
                  </a:cubicBezTo>
                  <a:cubicBezTo>
                    <a:pt x="3325" y="5012"/>
                    <a:pt x="3397" y="5019"/>
                    <a:pt x="3473" y="5019"/>
                  </a:cubicBezTo>
                  <a:cubicBezTo>
                    <a:pt x="4705" y="5019"/>
                    <a:pt x="7022" y="3205"/>
                    <a:pt x="7085" y="3126"/>
                  </a:cubicBezTo>
                  <a:cubicBezTo>
                    <a:pt x="7152" y="3026"/>
                    <a:pt x="7185" y="2658"/>
                    <a:pt x="6951" y="2541"/>
                  </a:cubicBezTo>
                  <a:cubicBezTo>
                    <a:pt x="6935" y="2533"/>
                    <a:pt x="6915" y="2529"/>
                    <a:pt x="6890" y="2529"/>
                  </a:cubicBezTo>
                  <a:cubicBezTo>
                    <a:pt x="6580" y="2529"/>
                    <a:pt x="5645" y="3162"/>
                    <a:pt x="5615" y="3193"/>
                  </a:cubicBezTo>
                  <a:cubicBezTo>
                    <a:pt x="5765" y="2992"/>
                    <a:pt x="5915" y="2792"/>
                    <a:pt x="6049" y="2575"/>
                  </a:cubicBezTo>
                  <a:cubicBezTo>
                    <a:pt x="6099" y="2474"/>
                    <a:pt x="5548" y="2107"/>
                    <a:pt x="5498" y="2073"/>
                  </a:cubicBezTo>
                  <a:cubicBezTo>
                    <a:pt x="5631" y="1940"/>
                    <a:pt x="5748" y="1789"/>
                    <a:pt x="5832" y="1622"/>
                  </a:cubicBezTo>
                  <a:cubicBezTo>
                    <a:pt x="5848" y="1556"/>
                    <a:pt x="5815" y="1489"/>
                    <a:pt x="5765" y="1422"/>
                  </a:cubicBezTo>
                  <a:cubicBezTo>
                    <a:pt x="5665" y="1322"/>
                    <a:pt x="5564" y="1238"/>
                    <a:pt x="5464" y="1155"/>
                  </a:cubicBezTo>
                  <a:cubicBezTo>
                    <a:pt x="5414" y="1121"/>
                    <a:pt x="5381" y="1104"/>
                    <a:pt x="5381" y="1104"/>
                  </a:cubicBezTo>
                  <a:cubicBezTo>
                    <a:pt x="5381" y="1104"/>
                    <a:pt x="5431" y="971"/>
                    <a:pt x="5498" y="837"/>
                  </a:cubicBezTo>
                  <a:cubicBezTo>
                    <a:pt x="5548" y="703"/>
                    <a:pt x="5598" y="586"/>
                    <a:pt x="5631" y="453"/>
                  </a:cubicBezTo>
                  <a:cubicBezTo>
                    <a:pt x="5680" y="274"/>
                    <a:pt x="5445" y="1"/>
                    <a:pt x="52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73"/>
            <p:cNvSpPr/>
            <p:nvPr/>
          </p:nvSpPr>
          <p:spPr>
            <a:xfrm>
              <a:off x="3172122" y="3888976"/>
              <a:ext cx="104451" cy="107656"/>
            </a:xfrm>
            <a:custGeom>
              <a:avLst/>
              <a:gdLst/>
              <a:ahLst/>
              <a:cxnLst/>
              <a:rect l="l" t="t" r="r" b="b"/>
              <a:pathLst>
                <a:path w="3259" h="3359" extrusionOk="0">
                  <a:moveTo>
                    <a:pt x="1287" y="0"/>
                  </a:moveTo>
                  <a:lnTo>
                    <a:pt x="0" y="1103"/>
                  </a:lnTo>
                  <a:lnTo>
                    <a:pt x="1772" y="3359"/>
                  </a:lnTo>
                  <a:cubicBezTo>
                    <a:pt x="1772" y="3359"/>
                    <a:pt x="2106" y="2941"/>
                    <a:pt x="3259" y="1988"/>
                  </a:cubicBezTo>
                  <a:lnTo>
                    <a:pt x="1287" y="0"/>
                  </a:lnTo>
                  <a:close/>
                </a:path>
              </a:pathLst>
            </a:custGeom>
            <a:solidFill>
              <a:srgbClr val="1CA3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73"/>
            <p:cNvSpPr/>
            <p:nvPr/>
          </p:nvSpPr>
          <p:spPr>
            <a:xfrm>
              <a:off x="3258881" y="3827376"/>
              <a:ext cx="49838" cy="95894"/>
            </a:xfrm>
            <a:custGeom>
              <a:avLst/>
              <a:gdLst/>
              <a:ahLst/>
              <a:cxnLst/>
              <a:rect l="l" t="t" r="r" b="b"/>
              <a:pathLst>
                <a:path w="1555" h="2992" extrusionOk="0">
                  <a:moveTo>
                    <a:pt x="1103" y="1"/>
                  </a:moveTo>
                  <a:lnTo>
                    <a:pt x="1103" y="1"/>
                  </a:lnTo>
                  <a:cubicBezTo>
                    <a:pt x="852" y="218"/>
                    <a:pt x="669" y="385"/>
                    <a:pt x="652" y="402"/>
                  </a:cubicBezTo>
                  <a:lnTo>
                    <a:pt x="0" y="1237"/>
                  </a:lnTo>
                  <a:cubicBezTo>
                    <a:pt x="0" y="1237"/>
                    <a:pt x="318" y="1972"/>
                    <a:pt x="284" y="2290"/>
                  </a:cubicBezTo>
                  <a:cubicBezTo>
                    <a:pt x="268" y="2490"/>
                    <a:pt x="234" y="2691"/>
                    <a:pt x="184" y="2875"/>
                  </a:cubicBezTo>
                  <a:cubicBezTo>
                    <a:pt x="368" y="2824"/>
                    <a:pt x="568" y="2774"/>
                    <a:pt x="752" y="2724"/>
                  </a:cubicBezTo>
                  <a:cubicBezTo>
                    <a:pt x="1036" y="2808"/>
                    <a:pt x="1287" y="2891"/>
                    <a:pt x="1554" y="2991"/>
                  </a:cubicBezTo>
                  <a:cubicBezTo>
                    <a:pt x="1471" y="2925"/>
                    <a:pt x="451" y="1254"/>
                    <a:pt x="451" y="1254"/>
                  </a:cubicBezTo>
                  <a:lnTo>
                    <a:pt x="11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73"/>
            <p:cNvSpPr/>
            <p:nvPr/>
          </p:nvSpPr>
          <p:spPr>
            <a:xfrm>
              <a:off x="3308687" y="3923238"/>
              <a:ext cx="32" cy="32"/>
            </a:xfrm>
            <a:custGeom>
              <a:avLst/>
              <a:gdLst/>
              <a:ahLst/>
              <a:cxnLst/>
              <a:rect l="l" t="t" r="r" b="b"/>
              <a:pathLst>
                <a:path w="1" h="1" extrusionOk="0">
                  <a:moveTo>
                    <a:pt x="0" y="0"/>
                  </a:moveTo>
                  <a:lnTo>
                    <a:pt x="0" y="0"/>
                  </a:lnTo>
                  <a:cubicBezTo>
                    <a:pt x="0" y="0"/>
                    <a:pt x="0" y="0"/>
                    <a:pt x="0" y="0"/>
                  </a:cubicBezTo>
                  <a:close/>
                </a:path>
              </a:pathLst>
            </a:custGeom>
            <a:solidFill>
              <a:srgbClr val="2DBD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73"/>
            <p:cNvSpPr/>
            <p:nvPr/>
          </p:nvSpPr>
          <p:spPr>
            <a:xfrm>
              <a:off x="3295290" y="3814524"/>
              <a:ext cx="56793" cy="99067"/>
            </a:xfrm>
            <a:custGeom>
              <a:avLst/>
              <a:gdLst/>
              <a:ahLst/>
              <a:cxnLst/>
              <a:rect l="l" t="t" r="r" b="b"/>
              <a:pathLst>
                <a:path w="1772" h="3091" extrusionOk="0">
                  <a:moveTo>
                    <a:pt x="418" y="1"/>
                  </a:moveTo>
                  <a:cubicBezTo>
                    <a:pt x="335" y="68"/>
                    <a:pt x="251" y="134"/>
                    <a:pt x="184" y="201"/>
                  </a:cubicBezTo>
                  <a:cubicBezTo>
                    <a:pt x="284" y="402"/>
                    <a:pt x="401" y="585"/>
                    <a:pt x="535" y="769"/>
                  </a:cubicBezTo>
                  <a:cubicBezTo>
                    <a:pt x="535" y="769"/>
                    <a:pt x="0" y="1371"/>
                    <a:pt x="51" y="1538"/>
                  </a:cubicBezTo>
                  <a:cubicBezTo>
                    <a:pt x="101" y="1705"/>
                    <a:pt x="518" y="2123"/>
                    <a:pt x="518" y="2123"/>
                  </a:cubicBezTo>
                  <a:cubicBezTo>
                    <a:pt x="418" y="2273"/>
                    <a:pt x="335" y="2440"/>
                    <a:pt x="268" y="2607"/>
                  </a:cubicBezTo>
                  <a:cubicBezTo>
                    <a:pt x="385" y="2824"/>
                    <a:pt x="552" y="2975"/>
                    <a:pt x="752" y="3075"/>
                  </a:cubicBezTo>
                  <a:cubicBezTo>
                    <a:pt x="786" y="3085"/>
                    <a:pt x="820" y="3090"/>
                    <a:pt x="856" y="3090"/>
                  </a:cubicBezTo>
                  <a:cubicBezTo>
                    <a:pt x="1111" y="3090"/>
                    <a:pt x="1435" y="2844"/>
                    <a:pt x="1772" y="2507"/>
                  </a:cubicBezTo>
                  <a:lnTo>
                    <a:pt x="1772" y="2507"/>
                  </a:lnTo>
                  <a:cubicBezTo>
                    <a:pt x="1521" y="2707"/>
                    <a:pt x="1220" y="2824"/>
                    <a:pt x="919" y="2858"/>
                  </a:cubicBezTo>
                  <a:cubicBezTo>
                    <a:pt x="786" y="2841"/>
                    <a:pt x="669" y="2758"/>
                    <a:pt x="619" y="2641"/>
                  </a:cubicBezTo>
                  <a:cubicBezTo>
                    <a:pt x="585" y="2540"/>
                    <a:pt x="970" y="2039"/>
                    <a:pt x="970" y="2039"/>
                  </a:cubicBezTo>
                  <a:cubicBezTo>
                    <a:pt x="853" y="2022"/>
                    <a:pt x="752" y="1989"/>
                    <a:pt x="652" y="1939"/>
                  </a:cubicBezTo>
                  <a:cubicBezTo>
                    <a:pt x="552" y="1872"/>
                    <a:pt x="368" y="1638"/>
                    <a:pt x="385" y="1538"/>
                  </a:cubicBezTo>
                  <a:cubicBezTo>
                    <a:pt x="602" y="1220"/>
                    <a:pt x="819" y="903"/>
                    <a:pt x="1053" y="602"/>
                  </a:cubicBezTo>
                  <a:cubicBezTo>
                    <a:pt x="919" y="552"/>
                    <a:pt x="769" y="485"/>
                    <a:pt x="652" y="402"/>
                  </a:cubicBezTo>
                  <a:cubicBezTo>
                    <a:pt x="535" y="285"/>
                    <a:pt x="452" y="151"/>
                    <a:pt x="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73"/>
            <p:cNvSpPr/>
            <p:nvPr/>
          </p:nvSpPr>
          <p:spPr>
            <a:xfrm>
              <a:off x="3314007" y="3838081"/>
              <a:ext cx="45575" cy="51120"/>
            </a:xfrm>
            <a:custGeom>
              <a:avLst/>
              <a:gdLst/>
              <a:ahLst/>
              <a:cxnLst/>
              <a:rect l="l" t="t" r="r" b="b"/>
              <a:pathLst>
                <a:path w="1422" h="1595" extrusionOk="0">
                  <a:moveTo>
                    <a:pt x="1338" y="1"/>
                  </a:moveTo>
                  <a:cubicBezTo>
                    <a:pt x="1137" y="185"/>
                    <a:pt x="970" y="385"/>
                    <a:pt x="787" y="586"/>
                  </a:cubicBezTo>
                  <a:cubicBezTo>
                    <a:pt x="553" y="853"/>
                    <a:pt x="285" y="1104"/>
                    <a:pt x="68" y="1388"/>
                  </a:cubicBezTo>
                  <a:cubicBezTo>
                    <a:pt x="0" y="1469"/>
                    <a:pt x="75" y="1594"/>
                    <a:pt x="160" y="1594"/>
                  </a:cubicBezTo>
                  <a:cubicBezTo>
                    <a:pt x="179" y="1594"/>
                    <a:pt x="199" y="1587"/>
                    <a:pt x="218" y="1571"/>
                  </a:cubicBezTo>
                  <a:cubicBezTo>
                    <a:pt x="469" y="1338"/>
                    <a:pt x="686" y="1070"/>
                    <a:pt x="920" y="820"/>
                  </a:cubicBezTo>
                  <a:cubicBezTo>
                    <a:pt x="970" y="769"/>
                    <a:pt x="1020" y="703"/>
                    <a:pt x="1071" y="652"/>
                  </a:cubicBezTo>
                  <a:cubicBezTo>
                    <a:pt x="1204" y="519"/>
                    <a:pt x="1321" y="368"/>
                    <a:pt x="1405" y="201"/>
                  </a:cubicBezTo>
                  <a:cubicBezTo>
                    <a:pt x="1421" y="151"/>
                    <a:pt x="1388" y="68"/>
                    <a:pt x="13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73"/>
            <p:cNvSpPr/>
            <p:nvPr/>
          </p:nvSpPr>
          <p:spPr>
            <a:xfrm>
              <a:off x="3314295" y="3819364"/>
              <a:ext cx="34037" cy="26441"/>
            </a:xfrm>
            <a:custGeom>
              <a:avLst/>
              <a:gdLst/>
              <a:ahLst/>
              <a:cxnLst/>
              <a:rect l="l" t="t" r="r" b="b"/>
              <a:pathLst>
                <a:path w="1062" h="825" extrusionOk="0">
                  <a:moveTo>
                    <a:pt x="1062" y="0"/>
                  </a:moveTo>
                  <a:cubicBezTo>
                    <a:pt x="694" y="184"/>
                    <a:pt x="360" y="418"/>
                    <a:pt x="59" y="685"/>
                  </a:cubicBezTo>
                  <a:cubicBezTo>
                    <a:pt x="0" y="729"/>
                    <a:pt x="32" y="825"/>
                    <a:pt x="97" y="825"/>
                  </a:cubicBezTo>
                  <a:cubicBezTo>
                    <a:pt x="106" y="825"/>
                    <a:pt x="116" y="823"/>
                    <a:pt x="126" y="819"/>
                  </a:cubicBezTo>
                  <a:cubicBezTo>
                    <a:pt x="443" y="685"/>
                    <a:pt x="744" y="518"/>
                    <a:pt x="1028" y="318"/>
                  </a:cubicBezTo>
                  <a:cubicBezTo>
                    <a:pt x="978" y="284"/>
                    <a:pt x="945" y="267"/>
                    <a:pt x="945" y="267"/>
                  </a:cubicBezTo>
                  <a:cubicBezTo>
                    <a:pt x="945" y="267"/>
                    <a:pt x="995" y="150"/>
                    <a:pt x="10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73"/>
            <p:cNvSpPr/>
            <p:nvPr/>
          </p:nvSpPr>
          <p:spPr>
            <a:xfrm>
              <a:off x="2592690" y="3780423"/>
              <a:ext cx="673178" cy="425239"/>
            </a:xfrm>
            <a:custGeom>
              <a:avLst/>
              <a:gdLst/>
              <a:ahLst/>
              <a:cxnLst/>
              <a:rect l="l" t="t" r="r" b="b"/>
              <a:pathLst>
                <a:path w="21004" h="13268" extrusionOk="0">
                  <a:moveTo>
                    <a:pt x="2962" y="0"/>
                  </a:moveTo>
                  <a:cubicBezTo>
                    <a:pt x="2451" y="0"/>
                    <a:pt x="1941" y="215"/>
                    <a:pt x="1471" y="781"/>
                  </a:cubicBezTo>
                  <a:cubicBezTo>
                    <a:pt x="1" y="2535"/>
                    <a:pt x="2941" y="6010"/>
                    <a:pt x="3042" y="6161"/>
                  </a:cubicBezTo>
                  <a:cubicBezTo>
                    <a:pt x="3142" y="6311"/>
                    <a:pt x="10143" y="13011"/>
                    <a:pt x="11312" y="13262"/>
                  </a:cubicBezTo>
                  <a:cubicBezTo>
                    <a:pt x="11332" y="13266"/>
                    <a:pt x="11353" y="13268"/>
                    <a:pt x="11376" y="13268"/>
                  </a:cubicBezTo>
                  <a:cubicBezTo>
                    <a:pt x="12772" y="13268"/>
                    <a:pt x="21003" y="6395"/>
                    <a:pt x="21003" y="6395"/>
                  </a:cubicBezTo>
                  <a:lnTo>
                    <a:pt x="18564" y="3705"/>
                  </a:lnTo>
                  <a:lnTo>
                    <a:pt x="12098" y="7330"/>
                  </a:lnTo>
                  <a:cubicBezTo>
                    <a:pt x="12098" y="7330"/>
                    <a:pt x="6868" y="2535"/>
                    <a:pt x="5832" y="1599"/>
                  </a:cubicBezTo>
                  <a:cubicBezTo>
                    <a:pt x="5138" y="974"/>
                    <a:pt x="4050" y="0"/>
                    <a:pt x="296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73"/>
            <p:cNvSpPr/>
            <p:nvPr/>
          </p:nvSpPr>
          <p:spPr>
            <a:xfrm>
              <a:off x="2872230" y="5457023"/>
              <a:ext cx="428444" cy="135411"/>
            </a:xfrm>
            <a:custGeom>
              <a:avLst/>
              <a:gdLst/>
              <a:ahLst/>
              <a:cxnLst/>
              <a:rect l="l" t="t" r="r" b="b"/>
              <a:pathLst>
                <a:path w="13368" h="4225" extrusionOk="0">
                  <a:moveTo>
                    <a:pt x="5211" y="1"/>
                  </a:moveTo>
                  <a:cubicBezTo>
                    <a:pt x="3274" y="1"/>
                    <a:pt x="1003" y="131"/>
                    <a:pt x="1003" y="131"/>
                  </a:cubicBezTo>
                  <a:cubicBezTo>
                    <a:pt x="1003" y="131"/>
                    <a:pt x="1" y="3941"/>
                    <a:pt x="602" y="4225"/>
                  </a:cubicBezTo>
                  <a:lnTo>
                    <a:pt x="13368" y="4225"/>
                  </a:lnTo>
                  <a:cubicBezTo>
                    <a:pt x="13368" y="4225"/>
                    <a:pt x="8723" y="582"/>
                    <a:pt x="7770" y="198"/>
                  </a:cubicBezTo>
                  <a:cubicBezTo>
                    <a:pt x="7413" y="48"/>
                    <a:pt x="6372" y="1"/>
                    <a:pt x="52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73"/>
            <p:cNvSpPr/>
            <p:nvPr/>
          </p:nvSpPr>
          <p:spPr>
            <a:xfrm>
              <a:off x="2877069" y="4689553"/>
              <a:ext cx="312231" cy="818813"/>
            </a:xfrm>
            <a:custGeom>
              <a:avLst/>
              <a:gdLst/>
              <a:ahLst/>
              <a:cxnLst/>
              <a:rect l="l" t="t" r="r" b="b"/>
              <a:pathLst>
                <a:path w="9742" h="25548" extrusionOk="0">
                  <a:moveTo>
                    <a:pt x="9039" y="0"/>
                  </a:moveTo>
                  <a:lnTo>
                    <a:pt x="5213" y="1137"/>
                  </a:lnTo>
                  <a:cubicBezTo>
                    <a:pt x="5414" y="1137"/>
                    <a:pt x="0" y="23392"/>
                    <a:pt x="201" y="25548"/>
                  </a:cubicBezTo>
                  <a:cubicBezTo>
                    <a:pt x="6500" y="24378"/>
                    <a:pt x="9741" y="24127"/>
                    <a:pt x="9741" y="24127"/>
                  </a:cubicBezTo>
                  <a:lnTo>
                    <a:pt x="903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73"/>
            <p:cNvSpPr/>
            <p:nvPr/>
          </p:nvSpPr>
          <p:spPr>
            <a:xfrm>
              <a:off x="3048953" y="5456382"/>
              <a:ext cx="151052" cy="129514"/>
            </a:xfrm>
            <a:custGeom>
              <a:avLst/>
              <a:gdLst/>
              <a:ahLst/>
              <a:cxnLst/>
              <a:rect l="l" t="t" r="r" b="b"/>
              <a:pathLst>
                <a:path w="4713" h="4041" extrusionOk="0">
                  <a:moveTo>
                    <a:pt x="2691" y="1"/>
                  </a:moveTo>
                  <a:cubicBezTo>
                    <a:pt x="903" y="1"/>
                    <a:pt x="0" y="2173"/>
                    <a:pt x="1270" y="3443"/>
                  </a:cubicBezTo>
                  <a:cubicBezTo>
                    <a:pt x="1683" y="3855"/>
                    <a:pt x="2191" y="4040"/>
                    <a:pt x="2688" y="4040"/>
                  </a:cubicBezTo>
                  <a:cubicBezTo>
                    <a:pt x="3722" y="4040"/>
                    <a:pt x="4712" y="3241"/>
                    <a:pt x="4712" y="2023"/>
                  </a:cubicBezTo>
                  <a:cubicBezTo>
                    <a:pt x="4712" y="903"/>
                    <a:pt x="3810" y="1"/>
                    <a:pt x="26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73"/>
            <p:cNvSpPr/>
            <p:nvPr/>
          </p:nvSpPr>
          <p:spPr>
            <a:xfrm>
              <a:off x="2753901" y="3646903"/>
              <a:ext cx="143520" cy="397965"/>
            </a:xfrm>
            <a:custGeom>
              <a:avLst/>
              <a:gdLst/>
              <a:ahLst/>
              <a:cxnLst/>
              <a:rect l="l" t="t" r="r" b="b"/>
              <a:pathLst>
                <a:path w="4478" h="12417" extrusionOk="0">
                  <a:moveTo>
                    <a:pt x="0" y="1"/>
                  </a:moveTo>
                  <a:cubicBezTo>
                    <a:pt x="0" y="1"/>
                    <a:pt x="1888" y="10293"/>
                    <a:pt x="3158" y="12415"/>
                  </a:cubicBezTo>
                  <a:cubicBezTo>
                    <a:pt x="3158" y="12416"/>
                    <a:pt x="3159" y="12416"/>
                    <a:pt x="3160" y="12416"/>
                  </a:cubicBezTo>
                  <a:cubicBezTo>
                    <a:pt x="3232" y="12416"/>
                    <a:pt x="4478" y="8905"/>
                    <a:pt x="4445" y="8790"/>
                  </a:cubicBezTo>
                  <a:cubicBezTo>
                    <a:pt x="4394" y="8673"/>
                    <a:pt x="2874" y="5732"/>
                    <a:pt x="2874" y="5732"/>
                  </a:cubicBezTo>
                  <a:lnTo>
                    <a:pt x="2874" y="5732"/>
                  </a:lnTo>
                  <a:cubicBezTo>
                    <a:pt x="2874" y="5732"/>
                    <a:pt x="3526" y="6123"/>
                    <a:pt x="3670" y="6123"/>
                  </a:cubicBezTo>
                  <a:cubicBezTo>
                    <a:pt x="3680" y="6123"/>
                    <a:pt x="3688" y="6121"/>
                    <a:pt x="3693" y="6116"/>
                  </a:cubicBezTo>
                  <a:cubicBezTo>
                    <a:pt x="3759" y="6049"/>
                    <a:pt x="0" y="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73"/>
            <p:cNvSpPr/>
            <p:nvPr/>
          </p:nvSpPr>
          <p:spPr>
            <a:xfrm>
              <a:off x="2788707" y="3762058"/>
              <a:ext cx="155314" cy="796314"/>
            </a:xfrm>
            <a:custGeom>
              <a:avLst/>
              <a:gdLst/>
              <a:ahLst/>
              <a:cxnLst/>
              <a:rect l="l" t="t" r="r" b="b"/>
              <a:pathLst>
                <a:path w="4846" h="24846" extrusionOk="0">
                  <a:moveTo>
                    <a:pt x="1036" y="0"/>
                  </a:moveTo>
                  <a:lnTo>
                    <a:pt x="0" y="67"/>
                  </a:lnTo>
                  <a:lnTo>
                    <a:pt x="1404" y="24846"/>
                  </a:lnTo>
                  <a:lnTo>
                    <a:pt x="4846" y="24846"/>
                  </a:lnTo>
                  <a:cubicBezTo>
                    <a:pt x="4846" y="24846"/>
                    <a:pt x="3409" y="10593"/>
                    <a:pt x="3158" y="9524"/>
                  </a:cubicBezTo>
                  <a:cubicBezTo>
                    <a:pt x="2907" y="8438"/>
                    <a:pt x="1036" y="0"/>
                    <a:pt x="10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73"/>
            <p:cNvSpPr/>
            <p:nvPr/>
          </p:nvSpPr>
          <p:spPr>
            <a:xfrm>
              <a:off x="2803162" y="3397233"/>
              <a:ext cx="367389" cy="254797"/>
            </a:xfrm>
            <a:custGeom>
              <a:avLst/>
              <a:gdLst/>
              <a:ahLst/>
              <a:cxnLst/>
              <a:rect l="l" t="t" r="r" b="b"/>
              <a:pathLst>
                <a:path w="11463" h="7950" extrusionOk="0">
                  <a:moveTo>
                    <a:pt x="3971" y="0"/>
                  </a:moveTo>
                  <a:cubicBezTo>
                    <a:pt x="3352" y="0"/>
                    <a:pt x="2747" y="199"/>
                    <a:pt x="2072" y="690"/>
                  </a:cubicBezTo>
                  <a:cubicBezTo>
                    <a:pt x="652" y="1726"/>
                    <a:pt x="0" y="5301"/>
                    <a:pt x="0" y="5301"/>
                  </a:cubicBezTo>
                  <a:cubicBezTo>
                    <a:pt x="0" y="5301"/>
                    <a:pt x="4411" y="6822"/>
                    <a:pt x="7051" y="7557"/>
                  </a:cubicBezTo>
                  <a:cubicBezTo>
                    <a:pt x="7619" y="7724"/>
                    <a:pt x="8121" y="7841"/>
                    <a:pt x="8455" y="7908"/>
                  </a:cubicBezTo>
                  <a:cubicBezTo>
                    <a:pt x="8617" y="7936"/>
                    <a:pt x="8772" y="7950"/>
                    <a:pt x="8920" y="7950"/>
                  </a:cubicBezTo>
                  <a:cubicBezTo>
                    <a:pt x="10507" y="7950"/>
                    <a:pt x="11268" y="6427"/>
                    <a:pt x="11329" y="5953"/>
                  </a:cubicBezTo>
                  <a:cubicBezTo>
                    <a:pt x="11395" y="5435"/>
                    <a:pt x="11078" y="4700"/>
                    <a:pt x="11078" y="4700"/>
                  </a:cubicBezTo>
                  <a:cubicBezTo>
                    <a:pt x="11078" y="4700"/>
                    <a:pt x="11462" y="4165"/>
                    <a:pt x="11329" y="3831"/>
                  </a:cubicBezTo>
                  <a:cubicBezTo>
                    <a:pt x="11195" y="3480"/>
                    <a:pt x="8020" y="1392"/>
                    <a:pt x="6350" y="673"/>
                  </a:cubicBezTo>
                  <a:cubicBezTo>
                    <a:pt x="5446" y="276"/>
                    <a:pt x="4699" y="0"/>
                    <a:pt x="39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73"/>
            <p:cNvSpPr/>
            <p:nvPr/>
          </p:nvSpPr>
          <p:spPr>
            <a:xfrm>
              <a:off x="3028057" y="3547836"/>
              <a:ext cx="140347" cy="104195"/>
            </a:xfrm>
            <a:custGeom>
              <a:avLst/>
              <a:gdLst/>
              <a:ahLst/>
              <a:cxnLst/>
              <a:rect l="l" t="t" r="r" b="b"/>
              <a:pathLst>
                <a:path w="4379" h="3251" extrusionOk="0">
                  <a:moveTo>
                    <a:pt x="4061" y="1"/>
                  </a:moveTo>
                  <a:lnTo>
                    <a:pt x="3025" y="419"/>
                  </a:lnTo>
                  <a:cubicBezTo>
                    <a:pt x="3025" y="419"/>
                    <a:pt x="2591" y="1271"/>
                    <a:pt x="2006" y="1622"/>
                  </a:cubicBezTo>
                  <a:cubicBezTo>
                    <a:pt x="1421" y="1956"/>
                    <a:pt x="1" y="1956"/>
                    <a:pt x="1" y="1956"/>
                  </a:cubicBezTo>
                  <a:lnTo>
                    <a:pt x="34" y="2858"/>
                  </a:lnTo>
                  <a:cubicBezTo>
                    <a:pt x="602" y="3025"/>
                    <a:pt x="1104" y="3142"/>
                    <a:pt x="1438" y="3209"/>
                  </a:cubicBezTo>
                  <a:cubicBezTo>
                    <a:pt x="1600" y="3237"/>
                    <a:pt x="1755" y="3251"/>
                    <a:pt x="1903" y="3251"/>
                  </a:cubicBezTo>
                  <a:cubicBezTo>
                    <a:pt x="3490" y="3251"/>
                    <a:pt x="4251" y="1728"/>
                    <a:pt x="4312" y="1254"/>
                  </a:cubicBezTo>
                  <a:cubicBezTo>
                    <a:pt x="4378" y="736"/>
                    <a:pt x="4061" y="1"/>
                    <a:pt x="4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73"/>
            <p:cNvSpPr/>
            <p:nvPr/>
          </p:nvSpPr>
          <p:spPr>
            <a:xfrm>
              <a:off x="2825116" y="3441174"/>
              <a:ext cx="297777" cy="150475"/>
            </a:xfrm>
            <a:custGeom>
              <a:avLst/>
              <a:gdLst/>
              <a:ahLst/>
              <a:cxnLst/>
              <a:rect l="l" t="t" r="r" b="b"/>
              <a:pathLst>
                <a:path w="9291" h="4695" extrusionOk="0">
                  <a:moveTo>
                    <a:pt x="2648" y="1"/>
                  </a:moveTo>
                  <a:cubicBezTo>
                    <a:pt x="2506" y="1"/>
                    <a:pt x="2375" y="12"/>
                    <a:pt x="2256" y="37"/>
                  </a:cubicBezTo>
                  <a:cubicBezTo>
                    <a:pt x="685" y="388"/>
                    <a:pt x="0" y="4148"/>
                    <a:pt x="50" y="4248"/>
                  </a:cubicBezTo>
                  <a:cubicBezTo>
                    <a:pt x="50" y="4248"/>
                    <a:pt x="2802" y="4695"/>
                    <a:pt x="5381" y="4695"/>
                  </a:cubicBezTo>
                  <a:cubicBezTo>
                    <a:pt x="5622" y="4695"/>
                    <a:pt x="5863" y="4691"/>
                    <a:pt x="6099" y="4682"/>
                  </a:cubicBezTo>
                  <a:cubicBezTo>
                    <a:pt x="8856" y="4582"/>
                    <a:pt x="9290" y="2493"/>
                    <a:pt x="8522" y="2126"/>
                  </a:cubicBezTo>
                  <a:cubicBezTo>
                    <a:pt x="7795" y="1786"/>
                    <a:pt x="4407" y="1"/>
                    <a:pt x="26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73"/>
            <p:cNvSpPr/>
            <p:nvPr/>
          </p:nvSpPr>
          <p:spPr>
            <a:xfrm>
              <a:off x="2722813" y="3556137"/>
              <a:ext cx="403830" cy="210761"/>
            </a:xfrm>
            <a:custGeom>
              <a:avLst/>
              <a:gdLst/>
              <a:ahLst/>
              <a:cxnLst/>
              <a:rect l="l" t="t" r="r" b="b"/>
              <a:pathLst>
                <a:path w="12600" h="6576" extrusionOk="0">
                  <a:moveTo>
                    <a:pt x="6320" y="1"/>
                  </a:moveTo>
                  <a:cubicBezTo>
                    <a:pt x="6225" y="1"/>
                    <a:pt x="6150" y="14"/>
                    <a:pt x="6100" y="43"/>
                  </a:cubicBezTo>
                  <a:cubicBezTo>
                    <a:pt x="6033" y="59"/>
                    <a:pt x="5966" y="93"/>
                    <a:pt x="5916" y="126"/>
                  </a:cubicBezTo>
                  <a:cubicBezTo>
                    <a:pt x="5532" y="293"/>
                    <a:pt x="5231" y="427"/>
                    <a:pt x="4913" y="544"/>
                  </a:cubicBezTo>
                  <a:cubicBezTo>
                    <a:pt x="4631" y="638"/>
                    <a:pt x="4336" y="684"/>
                    <a:pt x="4038" y="684"/>
                  </a:cubicBezTo>
                  <a:cubicBezTo>
                    <a:pt x="3755" y="684"/>
                    <a:pt x="3470" y="642"/>
                    <a:pt x="3192" y="561"/>
                  </a:cubicBezTo>
                  <a:cubicBezTo>
                    <a:pt x="2958" y="494"/>
                    <a:pt x="2741" y="427"/>
                    <a:pt x="2507" y="343"/>
                  </a:cubicBezTo>
                  <a:cubicBezTo>
                    <a:pt x="1722" y="1379"/>
                    <a:pt x="1104" y="2415"/>
                    <a:pt x="1" y="2816"/>
                  </a:cubicBezTo>
                  <a:cubicBezTo>
                    <a:pt x="1421" y="5322"/>
                    <a:pt x="2841" y="6576"/>
                    <a:pt x="2841" y="6576"/>
                  </a:cubicBezTo>
                  <a:cubicBezTo>
                    <a:pt x="2841" y="6576"/>
                    <a:pt x="3811" y="5038"/>
                    <a:pt x="4646" y="4671"/>
                  </a:cubicBezTo>
                  <a:cubicBezTo>
                    <a:pt x="4663" y="4654"/>
                    <a:pt x="4696" y="4654"/>
                    <a:pt x="4713" y="4637"/>
                  </a:cubicBezTo>
                  <a:lnTo>
                    <a:pt x="4746" y="4637"/>
                  </a:lnTo>
                  <a:cubicBezTo>
                    <a:pt x="4763" y="4621"/>
                    <a:pt x="4780" y="4621"/>
                    <a:pt x="4780" y="4621"/>
                  </a:cubicBezTo>
                  <a:lnTo>
                    <a:pt x="4813" y="4604"/>
                  </a:lnTo>
                  <a:lnTo>
                    <a:pt x="4880" y="4604"/>
                  </a:lnTo>
                  <a:cubicBezTo>
                    <a:pt x="4930" y="4587"/>
                    <a:pt x="4963" y="4587"/>
                    <a:pt x="5014" y="4587"/>
                  </a:cubicBezTo>
                  <a:cubicBezTo>
                    <a:pt x="5899" y="4654"/>
                    <a:pt x="6618" y="5573"/>
                    <a:pt x="7386" y="5891"/>
                  </a:cubicBezTo>
                  <a:cubicBezTo>
                    <a:pt x="7618" y="5986"/>
                    <a:pt x="7820" y="6023"/>
                    <a:pt x="7994" y="6023"/>
                  </a:cubicBezTo>
                  <a:cubicBezTo>
                    <a:pt x="8394" y="6023"/>
                    <a:pt x="8645" y="5828"/>
                    <a:pt x="8773" y="5723"/>
                  </a:cubicBezTo>
                  <a:cubicBezTo>
                    <a:pt x="8973" y="5573"/>
                    <a:pt x="9809" y="4520"/>
                    <a:pt x="10043" y="4504"/>
                  </a:cubicBezTo>
                  <a:cubicBezTo>
                    <a:pt x="10050" y="4503"/>
                    <a:pt x="10057" y="4503"/>
                    <a:pt x="10064" y="4503"/>
                  </a:cubicBezTo>
                  <a:cubicBezTo>
                    <a:pt x="10256" y="4503"/>
                    <a:pt x="10501" y="4671"/>
                    <a:pt x="10654" y="4671"/>
                  </a:cubicBezTo>
                  <a:cubicBezTo>
                    <a:pt x="10699" y="4671"/>
                    <a:pt x="10736" y="4657"/>
                    <a:pt x="10761" y="4621"/>
                  </a:cubicBezTo>
                  <a:cubicBezTo>
                    <a:pt x="10878" y="4454"/>
                    <a:pt x="10761" y="3735"/>
                    <a:pt x="10878" y="3334"/>
                  </a:cubicBezTo>
                  <a:cubicBezTo>
                    <a:pt x="10995" y="2933"/>
                    <a:pt x="11380" y="2749"/>
                    <a:pt x="11998" y="2081"/>
                  </a:cubicBezTo>
                  <a:cubicBezTo>
                    <a:pt x="12599" y="1429"/>
                    <a:pt x="12599" y="544"/>
                    <a:pt x="12549" y="160"/>
                  </a:cubicBezTo>
                  <a:lnTo>
                    <a:pt x="12549" y="160"/>
                  </a:lnTo>
                  <a:cubicBezTo>
                    <a:pt x="11803" y="610"/>
                    <a:pt x="10998" y="930"/>
                    <a:pt x="10214" y="930"/>
                  </a:cubicBezTo>
                  <a:cubicBezTo>
                    <a:pt x="10067" y="930"/>
                    <a:pt x="9921" y="918"/>
                    <a:pt x="9775" y="895"/>
                  </a:cubicBezTo>
                  <a:cubicBezTo>
                    <a:pt x="8962" y="762"/>
                    <a:pt x="7051" y="1"/>
                    <a:pt x="632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73"/>
            <p:cNvSpPr/>
            <p:nvPr/>
          </p:nvSpPr>
          <p:spPr>
            <a:xfrm>
              <a:off x="3039082" y="3684305"/>
              <a:ext cx="14455" cy="9807"/>
            </a:xfrm>
            <a:custGeom>
              <a:avLst/>
              <a:gdLst/>
              <a:ahLst/>
              <a:cxnLst/>
              <a:rect l="l" t="t" r="r" b="b"/>
              <a:pathLst>
                <a:path w="451" h="306" extrusionOk="0">
                  <a:moveTo>
                    <a:pt x="131" y="0"/>
                  </a:moveTo>
                  <a:cubicBezTo>
                    <a:pt x="21" y="0"/>
                    <a:pt x="1" y="188"/>
                    <a:pt x="125" y="204"/>
                  </a:cubicBezTo>
                  <a:cubicBezTo>
                    <a:pt x="158" y="221"/>
                    <a:pt x="192" y="221"/>
                    <a:pt x="242" y="237"/>
                  </a:cubicBezTo>
                  <a:cubicBezTo>
                    <a:pt x="275" y="254"/>
                    <a:pt x="308" y="254"/>
                    <a:pt x="342" y="288"/>
                  </a:cubicBezTo>
                  <a:cubicBezTo>
                    <a:pt x="354" y="300"/>
                    <a:pt x="368" y="305"/>
                    <a:pt x="381" y="305"/>
                  </a:cubicBezTo>
                  <a:cubicBezTo>
                    <a:pt x="419" y="305"/>
                    <a:pt x="451" y="258"/>
                    <a:pt x="425" y="221"/>
                  </a:cubicBezTo>
                  <a:cubicBezTo>
                    <a:pt x="409" y="154"/>
                    <a:pt x="375" y="104"/>
                    <a:pt x="342" y="70"/>
                  </a:cubicBezTo>
                  <a:cubicBezTo>
                    <a:pt x="292" y="37"/>
                    <a:pt x="225" y="4"/>
                    <a:pt x="158" y="4"/>
                  </a:cubicBezTo>
                  <a:cubicBezTo>
                    <a:pt x="149" y="1"/>
                    <a:pt x="140" y="0"/>
                    <a:pt x="1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73"/>
            <p:cNvSpPr/>
            <p:nvPr/>
          </p:nvSpPr>
          <p:spPr>
            <a:xfrm>
              <a:off x="2973989" y="3675844"/>
              <a:ext cx="44485" cy="36377"/>
            </a:xfrm>
            <a:custGeom>
              <a:avLst/>
              <a:gdLst/>
              <a:ahLst/>
              <a:cxnLst/>
              <a:rect l="l" t="t" r="r" b="b"/>
              <a:pathLst>
                <a:path w="1388" h="1135" extrusionOk="0">
                  <a:moveTo>
                    <a:pt x="84" y="0"/>
                  </a:moveTo>
                  <a:cubicBezTo>
                    <a:pt x="84" y="0"/>
                    <a:pt x="0" y="836"/>
                    <a:pt x="401" y="1053"/>
                  </a:cubicBezTo>
                  <a:cubicBezTo>
                    <a:pt x="513" y="1114"/>
                    <a:pt x="659" y="1134"/>
                    <a:pt x="805" y="1134"/>
                  </a:cubicBezTo>
                  <a:cubicBezTo>
                    <a:pt x="1097" y="1134"/>
                    <a:pt x="1387" y="1053"/>
                    <a:pt x="1387" y="1053"/>
                  </a:cubicBezTo>
                  <a:lnTo>
                    <a:pt x="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73"/>
            <p:cNvSpPr/>
            <p:nvPr/>
          </p:nvSpPr>
          <p:spPr>
            <a:xfrm>
              <a:off x="2859506" y="3501428"/>
              <a:ext cx="64004" cy="88458"/>
            </a:xfrm>
            <a:custGeom>
              <a:avLst/>
              <a:gdLst/>
              <a:ahLst/>
              <a:cxnLst/>
              <a:rect l="l" t="t" r="r" b="b"/>
              <a:pathLst>
                <a:path w="1997" h="2760" extrusionOk="0">
                  <a:moveTo>
                    <a:pt x="1191" y="1"/>
                  </a:moveTo>
                  <a:cubicBezTo>
                    <a:pt x="1137" y="1"/>
                    <a:pt x="1078" y="4"/>
                    <a:pt x="1016" y="12"/>
                  </a:cubicBezTo>
                  <a:cubicBezTo>
                    <a:pt x="197" y="129"/>
                    <a:pt x="297" y="1031"/>
                    <a:pt x="130" y="1783"/>
                  </a:cubicBezTo>
                  <a:cubicBezTo>
                    <a:pt x="1" y="2445"/>
                    <a:pt x="181" y="2760"/>
                    <a:pt x="607" y="2760"/>
                  </a:cubicBezTo>
                  <a:cubicBezTo>
                    <a:pt x="676" y="2760"/>
                    <a:pt x="751" y="2752"/>
                    <a:pt x="832" y="2735"/>
                  </a:cubicBezTo>
                  <a:cubicBezTo>
                    <a:pt x="1751" y="2552"/>
                    <a:pt x="1885" y="1683"/>
                    <a:pt x="1935" y="1098"/>
                  </a:cubicBezTo>
                  <a:cubicBezTo>
                    <a:pt x="1997" y="542"/>
                    <a:pt x="1859" y="1"/>
                    <a:pt x="11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73"/>
            <p:cNvSpPr/>
            <p:nvPr/>
          </p:nvSpPr>
          <p:spPr>
            <a:xfrm>
              <a:off x="2873319" y="3515113"/>
              <a:ext cx="40703" cy="63491"/>
            </a:xfrm>
            <a:custGeom>
              <a:avLst/>
              <a:gdLst/>
              <a:ahLst/>
              <a:cxnLst/>
              <a:rect l="l" t="t" r="r" b="b"/>
              <a:pathLst>
                <a:path w="1270" h="1981" extrusionOk="0">
                  <a:moveTo>
                    <a:pt x="873" y="1"/>
                  </a:moveTo>
                  <a:cubicBezTo>
                    <a:pt x="641" y="1"/>
                    <a:pt x="351" y="86"/>
                    <a:pt x="351" y="86"/>
                  </a:cubicBezTo>
                  <a:cubicBezTo>
                    <a:pt x="351" y="86"/>
                    <a:pt x="802" y="136"/>
                    <a:pt x="869" y="220"/>
                  </a:cubicBezTo>
                  <a:cubicBezTo>
                    <a:pt x="952" y="320"/>
                    <a:pt x="936" y="871"/>
                    <a:pt x="936" y="871"/>
                  </a:cubicBezTo>
                  <a:cubicBezTo>
                    <a:pt x="936" y="871"/>
                    <a:pt x="788" y="758"/>
                    <a:pt x="617" y="758"/>
                  </a:cubicBezTo>
                  <a:cubicBezTo>
                    <a:pt x="552" y="758"/>
                    <a:pt x="483" y="775"/>
                    <a:pt x="418" y="821"/>
                  </a:cubicBezTo>
                  <a:cubicBezTo>
                    <a:pt x="201" y="988"/>
                    <a:pt x="217" y="1506"/>
                    <a:pt x="217" y="1506"/>
                  </a:cubicBezTo>
                  <a:lnTo>
                    <a:pt x="17" y="1239"/>
                  </a:lnTo>
                  <a:lnTo>
                    <a:pt x="17" y="1239"/>
                  </a:lnTo>
                  <a:cubicBezTo>
                    <a:pt x="17" y="1239"/>
                    <a:pt x="0" y="1824"/>
                    <a:pt x="234" y="1958"/>
                  </a:cubicBezTo>
                  <a:cubicBezTo>
                    <a:pt x="262" y="1974"/>
                    <a:pt x="295" y="1981"/>
                    <a:pt x="329" y="1981"/>
                  </a:cubicBezTo>
                  <a:cubicBezTo>
                    <a:pt x="582" y="1981"/>
                    <a:pt x="969" y="1607"/>
                    <a:pt x="969" y="1607"/>
                  </a:cubicBezTo>
                  <a:lnTo>
                    <a:pt x="969" y="1607"/>
                  </a:lnTo>
                  <a:cubicBezTo>
                    <a:pt x="969" y="1607"/>
                    <a:pt x="822" y="1626"/>
                    <a:pt x="674" y="1626"/>
                  </a:cubicBezTo>
                  <a:cubicBezTo>
                    <a:pt x="545" y="1626"/>
                    <a:pt x="416" y="1611"/>
                    <a:pt x="384" y="1557"/>
                  </a:cubicBezTo>
                  <a:cubicBezTo>
                    <a:pt x="335" y="1442"/>
                    <a:pt x="752" y="1021"/>
                    <a:pt x="816" y="1021"/>
                  </a:cubicBezTo>
                  <a:cubicBezTo>
                    <a:pt x="817" y="1021"/>
                    <a:pt x="818" y="1022"/>
                    <a:pt x="819" y="1022"/>
                  </a:cubicBezTo>
                  <a:cubicBezTo>
                    <a:pt x="919" y="1089"/>
                    <a:pt x="1019" y="1172"/>
                    <a:pt x="1103" y="1272"/>
                  </a:cubicBezTo>
                  <a:cubicBezTo>
                    <a:pt x="1103" y="1272"/>
                    <a:pt x="1270" y="186"/>
                    <a:pt x="1103" y="53"/>
                  </a:cubicBezTo>
                  <a:cubicBezTo>
                    <a:pt x="1050" y="15"/>
                    <a:pt x="966" y="1"/>
                    <a:pt x="8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73"/>
            <p:cNvSpPr/>
            <p:nvPr/>
          </p:nvSpPr>
          <p:spPr>
            <a:xfrm>
              <a:off x="3028602" y="3628186"/>
              <a:ext cx="33236" cy="26249"/>
            </a:xfrm>
            <a:custGeom>
              <a:avLst/>
              <a:gdLst/>
              <a:ahLst/>
              <a:cxnLst/>
              <a:rect l="l" t="t" r="r" b="b"/>
              <a:pathLst>
                <a:path w="1037" h="819" extrusionOk="0">
                  <a:moveTo>
                    <a:pt x="1" y="0"/>
                  </a:moveTo>
                  <a:lnTo>
                    <a:pt x="903" y="819"/>
                  </a:lnTo>
                  <a:cubicBezTo>
                    <a:pt x="1003" y="652"/>
                    <a:pt x="1036" y="468"/>
                    <a:pt x="1003" y="301"/>
                  </a:cubicBezTo>
                  <a:cubicBezTo>
                    <a:pt x="920" y="50"/>
                    <a:pt x="1" y="0"/>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73"/>
            <p:cNvSpPr/>
            <p:nvPr/>
          </p:nvSpPr>
          <p:spPr>
            <a:xfrm>
              <a:off x="3040909" y="3601872"/>
              <a:ext cx="45030" cy="34358"/>
            </a:xfrm>
            <a:custGeom>
              <a:avLst/>
              <a:gdLst/>
              <a:ahLst/>
              <a:cxnLst/>
              <a:rect l="l" t="t" r="r" b="b"/>
              <a:pathLst>
                <a:path w="1405" h="1072" extrusionOk="0">
                  <a:moveTo>
                    <a:pt x="138" y="1"/>
                  </a:moveTo>
                  <a:cubicBezTo>
                    <a:pt x="54" y="1"/>
                    <a:pt x="1" y="2"/>
                    <a:pt x="1" y="2"/>
                  </a:cubicBezTo>
                  <a:cubicBezTo>
                    <a:pt x="285" y="103"/>
                    <a:pt x="536" y="236"/>
                    <a:pt x="753" y="420"/>
                  </a:cubicBezTo>
                  <a:cubicBezTo>
                    <a:pt x="920" y="621"/>
                    <a:pt x="1053" y="838"/>
                    <a:pt x="1137" y="1072"/>
                  </a:cubicBezTo>
                  <a:cubicBezTo>
                    <a:pt x="1137" y="1072"/>
                    <a:pt x="1404" y="437"/>
                    <a:pt x="1237" y="203"/>
                  </a:cubicBezTo>
                  <a:cubicBezTo>
                    <a:pt x="1107" y="21"/>
                    <a:pt x="432" y="1"/>
                    <a:pt x="1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73"/>
            <p:cNvSpPr/>
            <p:nvPr/>
          </p:nvSpPr>
          <p:spPr>
            <a:xfrm>
              <a:off x="2722300" y="4065155"/>
              <a:ext cx="79292" cy="53075"/>
            </a:xfrm>
            <a:custGeom>
              <a:avLst/>
              <a:gdLst/>
              <a:ahLst/>
              <a:cxnLst/>
              <a:rect l="l" t="t" r="r" b="b"/>
              <a:pathLst>
                <a:path w="2474" h="1656" extrusionOk="0">
                  <a:moveTo>
                    <a:pt x="2473" y="0"/>
                  </a:moveTo>
                  <a:cubicBezTo>
                    <a:pt x="2473" y="0"/>
                    <a:pt x="0" y="786"/>
                    <a:pt x="251" y="1404"/>
                  </a:cubicBezTo>
                  <a:cubicBezTo>
                    <a:pt x="314" y="1574"/>
                    <a:pt x="446" y="1656"/>
                    <a:pt x="622" y="1656"/>
                  </a:cubicBezTo>
                  <a:cubicBezTo>
                    <a:pt x="1101" y="1656"/>
                    <a:pt x="1899" y="1051"/>
                    <a:pt x="2473" y="0"/>
                  </a:cubicBezTo>
                  <a:close/>
                </a:path>
              </a:pathLst>
            </a:custGeom>
            <a:solidFill>
              <a:srgbClr val="FBF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73"/>
            <p:cNvSpPr/>
            <p:nvPr/>
          </p:nvSpPr>
          <p:spPr>
            <a:xfrm>
              <a:off x="2724896" y="4037656"/>
              <a:ext cx="76728" cy="21890"/>
            </a:xfrm>
            <a:custGeom>
              <a:avLst/>
              <a:gdLst/>
              <a:ahLst/>
              <a:cxnLst/>
              <a:rect l="l" t="t" r="r" b="b"/>
              <a:pathLst>
                <a:path w="2394" h="683" extrusionOk="0">
                  <a:moveTo>
                    <a:pt x="2383" y="51"/>
                  </a:moveTo>
                  <a:cubicBezTo>
                    <a:pt x="2372" y="51"/>
                    <a:pt x="2353" y="58"/>
                    <a:pt x="2326" y="70"/>
                  </a:cubicBezTo>
                  <a:lnTo>
                    <a:pt x="2326" y="70"/>
                  </a:lnTo>
                  <a:cubicBezTo>
                    <a:pt x="2370" y="70"/>
                    <a:pt x="2394" y="66"/>
                    <a:pt x="2392" y="56"/>
                  </a:cubicBezTo>
                  <a:cubicBezTo>
                    <a:pt x="2391" y="53"/>
                    <a:pt x="2388" y="51"/>
                    <a:pt x="2383" y="51"/>
                  </a:cubicBezTo>
                  <a:close/>
                  <a:moveTo>
                    <a:pt x="1051" y="1"/>
                  </a:moveTo>
                  <a:cubicBezTo>
                    <a:pt x="629" y="1"/>
                    <a:pt x="251" y="49"/>
                    <a:pt x="170" y="223"/>
                  </a:cubicBezTo>
                  <a:cubicBezTo>
                    <a:pt x="1" y="590"/>
                    <a:pt x="438" y="683"/>
                    <a:pt x="810" y="683"/>
                  </a:cubicBezTo>
                  <a:cubicBezTo>
                    <a:pt x="879" y="683"/>
                    <a:pt x="945" y="680"/>
                    <a:pt x="1005" y="674"/>
                  </a:cubicBezTo>
                  <a:cubicBezTo>
                    <a:pt x="1332" y="646"/>
                    <a:pt x="2096" y="169"/>
                    <a:pt x="2326" y="70"/>
                  </a:cubicBezTo>
                  <a:lnTo>
                    <a:pt x="2326" y="70"/>
                  </a:lnTo>
                  <a:cubicBezTo>
                    <a:pt x="2325" y="70"/>
                    <a:pt x="2324" y="70"/>
                    <a:pt x="2323" y="70"/>
                  </a:cubicBezTo>
                  <a:cubicBezTo>
                    <a:pt x="2128" y="70"/>
                    <a:pt x="1558" y="1"/>
                    <a:pt x="1051" y="1"/>
                  </a:cubicBezTo>
                  <a:close/>
                </a:path>
              </a:pathLst>
            </a:custGeom>
            <a:solidFill>
              <a:srgbClr val="FBF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73"/>
            <p:cNvSpPr/>
            <p:nvPr/>
          </p:nvSpPr>
          <p:spPr>
            <a:xfrm>
              <a:off x="2767266" y="4069963"/>
              <a:ext cx="50543" cy="79035"/>
            </a:xfrm>
            <a:custGeom>
              <a:avLst/>
              <a:gdLst/>
              <a:ahLst/>
              <a:cxnLst/>
              <a:rect l="l" t="t" r="r" b="b"/>
              <a:pathLst>
                <a:path w="1577" h="2466" extrusionOk="0">
                  <a:moveTo>
                    <a:pt x="1454" y="1"/>
                  </a:moveTo>
                  <a:cubicBezTo>
                    <a:pt x="1454" y="1"/>
                    <a:pt x="1" y="1722"/>
                    <a:pt x="803" y="2373"/>
                  </a:cubicBezTo>
                  <a:cubicBezTo>
                    <a:pt x="881" y="2437"/>
                    <a:pt x="950" y="2465"/>
                    <a:pt x="1011" y="2465"/>
                  </a:cubicBezTo>
                  <a:cubicBezTo>
                    <a:pt x="1577" y="2465"/>
                    <a:pt x="1454" y="1"/>
                    <a:pt x="1454" y="1"/>
                  </a:cubicBezTo>
                  <a:close/>
                </a:path>
              </a:pathLst>
            </a:custGeom>
            <a:solidFill>
              <a:srgbClr val="FBF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73"/>
            <p:cNvSpPr/>
            <p:nvPr/>
          </p:nvSpPr>
          <p:spPr>
            <a:xfrm>
              <a:off x="3200518" y="5445164"/>
              <a:ext cx="452514" cy="155314"/>
            </a:xfrm>
            <a:custGeom>
              <a:avLst/>
              <a:gdLst/>
              <a:ahLst/>
              <a:cxnLst/>
              <a:rect l="l" t="t" r="r" b="b"/>
              <a:pathLst>
                <a:path w="14119" h="4846" extrusionOk="0">
                  <a:moveTo>
                    <a:pt x="6099" y="0"/>
                  </a:moveTo>
                  <a:cubicBezTo>
                    <a:pt x="2323" y="652"/>
                    <a:pt x="0" y="2272"/>
                    <a:pt x="0" y="2272"/>
                  </a:cubicBezTo>
                  <a:cubicBezTo>
                    <a:pt x="0" y="2272"/>
                    <a:pt x="401" y="4645"/>
                    <a:pt x="551" y="4846"/>
                  </a:cubicBezTo>
                  <a:lnTo>
                    <a:pt x="14119" y="4846"/>
                  </a:lnTo>
                  <a:cubicBezTo>
                    <a:pt x="14019" y="4444"/>
                    <a:pt x="13785" y="4094"/>
                    <a:pt x="13467" y="3843"/>
                  </a:cubicBezTo>
                  <a:cubicBezTo>
                    <a:pt x="12949" y="3475"/>
                    <a:pt x="7619" y="1420"/>
                    <a:pt x="60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73"/>
            <p:cNvSpPr/>
            <p:nvPr/>
          </p:nvSpPr>
          <p:spPr>
            <a:xfrm>
              <a:off x="2362955" y="4508022"/>
              <a:ext cx="1082841" cy="1094059"/>
            </a:xfrm>
            <a:custGeom>
              <a:avLst/>
              <a:gdLst/>
              <a:ahLst/>
              <a:cxnLst/>
              <a:rect l="l" t="t" r="r" b="b"/>
              <a:pathLst>
                <a:path w="33786" h="34136" extrusionOk="0">
                  <a:moveTo>
                    <a:pt x="10327" y="0"/>
                  </a:moveTo>
                  <a:lnTo>
                    <a:pt x="7603" y="1955"/>
                  </a:lnTo>
                  <a:lnTo>
                    <a:pt x="6935" y="2423"/>
                  </a:lnTo>
                  <a:lnTo>
                    <a:pt x="1" y="7385"/>
                  </a:lnTo>
                  <a:lnTo>
                    <a:pt x="21588" y="7385"/>
                  </a:lnTo>
                  <a:cubicBezTo>
                    <a:pt x="21588" y="7385"/>
                    <a:pt x="21655" y="7853"/>
                    <a:pt x="21772" y="8672"/>
                  </a:cubicBezTo>
                  <a:cubicBezTo>
                    <a:pt x="22457" y="13434"/>
                    <a:pt x="25080" y="31780"/>
                    <a:pt x="25882" y="34136"/>
                  </a:cubicBezTo>
                  <a:cubicBezTo>
                    <a:pt x="27503" y="33250"/>
                    <a:pt x="28873" y="32481"/>
                    <a:pt x="29993" y="31830"/>
                  </a:cubicBezTo>
                  <a:cubicBezTo>
                    <a:pt x="30427" y="31596"/>
                    <a:pt x="30811" y="31362"/>
                    <a:pt x="31162" y="31162"/>
                  </a:cubicBezTo>
                  <a:cubicBezTo>
                    <a:pt x="32917" y="30142"/>
                    <a:pt x="33786" y="29574"/>
                    <a:pt x="33786" y="29574"/>
                  </a:cubicBezTo>
                  <a:cubicBezTo>
                    <a:pt x="33786" y="29574"/>
                    <a:pt x="30243" y="4244"/>
                    <a:pt x="28656" y="2974"/>
                  </a:cubicBezTo>
                  <a:cubicBezTo>
                    <a:pt x="27052" y="1704"/>
                    <a:pt x="10327" y="0"/>
                    <a:pt x="10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73"/>
            <p:cNvSpPr/>
            <p:nvPr/>
          </p:nvSpPr>
          <p:spPr>
            <a:xfrm>
              <a:off x="2325489" y="3646390"/>
              <a:ext cx="540363" cy="993390"/>
            </a:xfrm>
            <a:custGeom>
              <a:avLst/>
              <a:gdLst/>
              <a:ahLst/>
              <a:cxnLst/>
              <a:rect l="l" t="t" r="r" b="b"/>
              <a:pathLst>
                <a:path w="16860" h="30995" extrusionOk="0">
                  <a:moveTo>
                    <a:pt x="12398" y="0"/>
                  </a:moveTo>
                  <a:cubicBezTo>
                    <a:pt x="12398" y="0"/>
                    <a:pt x="7018" y="1704"/>
                    <a:pt x="6450" y="2222"/>
                  </a:cubicBezTo>
                  <a:cubicBezTo>
                    <a:pt x="5882" y="2724"/>
                    <a:pt x="4495" y="3927"/>
                    <a:pt x="2557" y="11963"/>
                  </a:cubicBezTo>
                  <a:cubicBezTo>
                    <a:pt x="602" y="20000"/>
                    <a:pt x="0" y="30994"/>
                    <a:pt x="0" y="30994"/>
                  </a:cubicBezTo>
                  <a:cubicBezTo>
                    <a:pt x="0" y="30994"/>
                    <a:pt x="7920" y="29424"/>
                    <a:pt x="16859" y="27469"/>
                  </a:cubicBezTo>
                  <a:cubicBezTo>
                    <a:pt x="16408" y="19014"/>
                    <a:pt x="16007" y="9106"/>
                    <a:pt x="15890" y="6132"/>
                  </a:cubicBezTo>
                  <a:cubicBezTo>
                    <a:pt x="15857" y="5564"/>
                    <a:pt x="15690" y="4996"/>
                    <a:pt x="15372" y="4511"/>
                  </a:cubicBezTo>
                  <a:lnTo>
                    <a:pt x="123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73"/>
            <p:cNvSpPr/>
            <p:nvPr/>
          </p:nvSpPr>
          <p:spPr>
            <a:xfrm>
              <a:off x="2266036" y="3646390"/>
              <a:ext cx="561772" cy="1108706"/>
            </a:xfrm>
            <a:custGeom>
              <a:avLst/>
              <a:gdLst/>
              <a:ahLst/>
              <a:cxnLst/>
              <a:rect l="l" t="t" r="r" b="b"/>
              <a:pathLst>
                <a:path w="17528" h="34593" extrusionOk="0">
                  <a:moveTo>
                    <a:pt x="14253" y="0"/>
                  </a:moveTo>
                  <a:cubicBezTo>
                    <a:pt x="14253" y="0"/>
                    <a:pt x="13317" y="184"/>
                    <a:pt x="12081" y="518"/>
                  </a:cubicBezTo>
                  <a:cubicBezTo>
                    <a:pt x="10427" y="969"/>
                    <a:pt x="8238" y="1704"/>
                    <a:pt x="7169" y="2674"/>
                  </a:cubicBezTo>
                  <a:cubicBezTo>
                    <a:pt x="5297" y="4328"/>
                    <a:pt x="803" y="23342"/>
                    <a:pt x="502" y="25414"/>
                  </a:cubicBezTo>
                  <a:cubicBezTo>
                    <a:pt x="201" y="27486"/>
                    <a:pt x="1" y="34086"/>
                    <a:pt x="1" y="34436"/>
                  </a:cubicBezTo>
                  <a:cubicBezTo>
                    <a:pt x="1" y="34553"/>
                    <a:pt x="275" y="34592"/>
                    <a:pt x="806" y="34592"/>
                  </a:cubicBezTo>
                  <a:cubicBezTo>
                    <a:pt x="1868" y="34592"/>
                    <a:pt x="3955" y="34436"/>
                    <a:pt x="6918" y="34436"/>
                  </a:cubicBezTo>
                  <a:cubicBezTo>
                    <a:pt x="8422" y="34236"/>
                    <a:pt x="16241" y="31061"/>
                    <a:pt x="16241" y="31061"/>
                  </a:cubicBezTo>
                  <a:cubicBezTo>
                    <a:pt x="16241" y="31061"/>
                    <a:pt x="16542" y="26784"/>
                    <a:pt x="16843" y="21705"/>
                  </a:cubicBezTo>
                  <a:cubicBezTo>
                    <a:pt x="16976" y="19282"/>
                    <a:pt x="17127" y="16675"/>
                    <a:pt x="17244" y="14253"/>
                  </a:cubicBezTo>
                  <a:cubicBezTo>
                    <a:pt x="17277" y="13534"/>
                    <a:pt x="17311" y="12832"/>
                    <a:pt x="17327" y="12147"/>
                  </a:cubicBezTo>
                  <a:cubicBezTo>
                    <a:pt x="17478" y="8572"/>
                    <a:pt x="17528" y="5781"/>
                    <a:pt x="17344" y="5297"/>
                  </a:cubicBezTo>
                  <a:cubicBezTo>
                    <a:pt x="16793" y="3726"/>
                    <a:pt x="14253" y="0"/>
                    <a:pt x="1425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73"/>
            <p:cNvSpPr/>
            <p:nvPr/>
          </p:nvSpPr>
          <p:spPr>
            <a:xfrm>
              <a:off x="2473816" y="3765263"/>
              <a:ext cx="344890" cy="580041"/>
            </a:xfrm>
            <a:custGeom>
              <a:avLst/>
              <a:gdLst/>
              <a:ahLst/>
              <a:cxnLst/>
              <a:rect l="l" t="t" r="r" b="b"/>
              <a:pathLst>
                <a:path w="10761" h="18098" extrusionOk="0">
                  <a:moveTo>
                    <a:pt x="1304" y="0"/>
                  </a:moveTo>
                  <a:cubicBezTo>
                    <a:pt x="1304" y="1"/>
                    <a:pt x="1" y="13568"/>
                    <a:pt x="5464" y="17528"/>
                  </a:cubicBezTo>
                  <a:cubicBezTo>
                    <a:pt x="6359" y="17948"/>
                    <a:pt x="7480" y="18097"/>
                    <a:pt x="8621" y="18097"/>
                  </a:cubicBezTo>
                  <a:cubicBezTo>
                    <a:pt x="9205" y="18097"/>
                    <a:pt x="9794" y="18058"/>
                    <a:pt x="10360" y="17996"/>
                  </a:cubicBezTo>
                  <a:cubicBezTo>
                    <a:pt x="10493" y="15573"/>
                    <a:pt x="10644" y="12966"/>
                    <a:pt x="10761" y="10544"/>
                  </a:cubicBezTo>
                  <a:cubicBezTo>
                    <a:pt x="7486" y="9207"/>
                    <a:pt x="2791" y="6233"/>
                    <a:pt x="13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73"/>
            <p:cNvSpPr/>
            <p:nvPr/>
          </p:nvSpPr>
          <p:spPr>
            <a:xfrm>
              <a:off x="2715858" y="3619596"/>
              <a:ext cx="125348" cy="178358"/>
            </a:xfrm>
            <a:custGeom>
              <a:avLst/>
              <a:gdLst/>
              <a:ahLst/>
              <a:cxnLst/>
              <a:rect l="l" t="t" r="r" b="b"/>
              <a:pathLst>
                <a:path w="3911" h="5565" extrusionOk="0">
                  <a:moveTo>
                    <a:pt x="1321" y="1"/>
                  </a:moveTo>
                  <a:lnTo>
                    <a:pt x="1" y="853"/>
                  </a:lnTo>
                  <a:cubicBezTo>
                    <a:pt x="17" y="903"/>
                    <a:pt x="2474" y="5347"/>
                    <a:pt x="2724" y="5565"/>
                  </a:cubicBezTo>
                  <a:cubicBezTo>
                    <a:pt x="3075" y="5097"/>
                    <a:pt x="3476" y="4646"/>
                    <a:pt x="3911" y="4245"/>
                  </a:cubicBezTo>
                  <a:lnTo>
                    <a:pt x="13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73"/>
            <p:cNvSpPr/>
            <p:nvPr/>
          </p:nvSpPr>
          <p:spPr>
            <a:xfrm>
              <a:off x="2653200" y="3646390"/>
              <a:ext cx="174608" cy="389343"/>
            </a:xfrm>
            <a:custGeom>
              <a:avLst/>
              <a:gdLst/>
              <a:ahLst/>
              <a:cxnLst/>
              <a:rect l="l" t="t" r="r" b="b"/>
              <a:pathLst>
                <a:path w="5448" h="12148" extrusionOk="0">
                  <a:moveTo>
                    <a:pt x="2173" y="0"/>
                  </a:moveTo>
                  <a:cubicBezTo>
                    <a:pt x="2173" y="0"/>
                    <a:pt x="1237" y="184"/>
                    <a:pt x="1" y="518"/>
                  </a:cubicBezTo>
                  <a:cubicBezTo>
                    <a:pt x="552" y="1838"/>
                    <a:pt x="2624" y="6851"/>
                    <a:pt x="2758" y="6851"/>
                  </a:cubicBezTo>
                  <a:cubicBezTo>
                    <a:pt x="2891" y="6851"/>
                    <a:pt x="4880" y="5815"/>
                    <a:pt x="4913" y="5798"/>
                  </a:cubicBezTo>
                  <a:lnTo>
                    <a:pt x="4913" y="5798"/>
                  </a:lnTo>
                  <a:cubicBezTo>
                    <a:pt x="4896" y="5865"/>
                    <a:pt x="3209" y="10075"/>
                    <a:pt x="3309" y="10226"/>
                  </a:cubicBezTo>
                  <a:cubicBezTo>
                    <a:pt x="3359" y="10309"/>
                    <a:pt x="4278" y="11212"/>
                    <a:pt x="5247" y="12147"/>
                  </a:cubicBezTo>
                  <a:cubicBezTo>
                    <a:pt x="5398" y="8572"/>
                    <a:pt x="5448" y="5781"/>
                    <a:pt x="5264" y="5297"/>
                  </a:cubicBezTo>
                  <a:cubicBezTo>
                    <a:pt x="4713" y="3726"/>
                    <a:pt x="2173" y="0"/>
                    <a:pt x="217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73"/>
            <p:cNvSpPr/>
            <p:nvPr/>
          </p:nvSpPr>
          <p:spPr>
            <a:xfrm>
              <a:off x="2482918" y="4486581"/>
              <a:ext cx="214767" cy="89163"/>
            </a:xfrm>
            <a:custGeom>
              <a:avLst/>
              <a:gdLst/>
              <a:ahLst/>
              <a:cxnLst/>
              <a:rect l="l" t="t" r="r" b="b"/>
              <a:pathLst>
                <a:path w="6701" h="2782" extrusionOk="0">
                  <a:moveTo>
                    <a:pt x="201" y="1"/>
                  </a:moveTo>
                  <a:cubicBezTo>
                    <a:pt x="201" y="1"/>
                    <a:pt x="1" y="1070"/>
                    <a:pt x="151" y="1421"/>
                  </a:cubicBezTo>
                  <a:cubicBezTo>
                    <a:pt x="301" y="1772"/>
                    <a:pt x="3125" y="2674"/>
                    <a:pt x="3526" y="2774"/>
                  </a:cubicBezTo>
                  <a:cubicBezTo>
                    <a:pt x="3544" y="2779"/>
                    <a:pt x="3565" y="2781"/>
                    <a:pt x="3588" y="2781"/>
                  </a:cubicBezTo>
                  <a:cubicBezTo>
                    <a:pt x="4084" y="2781"/>
                    <a:pt x="5721" y="1804"/>
                    <a:pt x="6199" y="1421"/>
                  </a:cubicBezTo>
                  <a:cubicBezTo>
                    <a:pt x="6701" y="1020"/>
                    <a:pt x="6651" y="1"/>
                    <a:pt x="66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73"/>
            <p:cNvSpPr/>
            <p:nvPr/>
          </p:nvSpPr>
          <p:spPr>
            <a:xfrm>
              <a:off x="2579325" y="4812177"/>
              <a:ext cx="137655" cy="607828"/>
            </a:xfrm>
            <a:custGeom>
              <a:avLst/>
              <a:gdLst/>
              <a:ahLst/>
              <a:cxnLst/>
              <a:rect l="l" t="t" r="r" b="b"/>
              <a:pathLst>
                <a:path w="4295" h="18965" extrusionOk="0">
                  <a:moveTo>
                    <a:pt x="201" y="1"/>
                  </a:moveTo>
                  <a:lnTo>
                    <a:pt x="0" y="18965"/>
                  </a:lnTo>
                  <a:lnTo>
                    <a:pt x="4294" y="18965"/>
                  </a:lnTo>
                  <a:lnTo>
                    <a:pt x="3225" y="134"/>
                  </a:lnTo>
                  <a:lnTo>
                    <a:pt x="2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73"/>
            <p:cNvSpPr/>
            <p:nvPr/>
          </p:nvSpPr>
          <p:spPr>
            <a:xfrm>
              <a:off x="2528974" y="4840573"/>
              <a:ext cx="212107" cy="68042"/>
            </a:xfrm>
            <a:custGeom>
              <a:avLst/>
              <a:gdLst/>
              <a:ahLst/>
              <a:cxnLst/>
              <a:rect l="l" t="t" r="r" b="b"/>
              <a:pathLst>
                <a:path w="6618" h="2123" extrusionOk="0">
                  <a:moveTo>
                    <a:pt x="6617" y="0"/>
                  </a:moveTo>
                  <a:lnTo>
                    <a:pt x="0" y="50"/>
                  </a:lnTo>
                  <a:lnTo>
                    <a:pt x="619" y="2122"/>
                  </a:lnTo>
                  <a:lnTo>
                    <a:pt x="5949" y="2122"/>
                  </a:lnTo>
                  <a:lnTo>
                    <a:pt x="66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73"/>
            <p:cNvSpPr/>
            <p:nvPr/>
          </p:nvSpPr>
          <p:spPr>
            <a:xfrm>
              <a:off x="2569678" y="5125978"/>
              <a:ext cx="156917" cy="307968"/>
            </a:xfrm>
            <a:custGeom>
              <a:avLst/>
              <a:gdLst/>
              <a:ahLst/>
              <a:cxnLst/>
              <a:rect l="l" t="t" r="r" b="b"/>
              <a:pathLst>
                <a:path w="4896" h="9609" extrusionOk="0">
                  <a:moveTo>
                    <a:pt x="4411" y="1"/>
                  </a:moveTo>
                  <a:lnTo>
                    <a:pt x="84" y="68"/>
                  </a:lnTo>
                  <a:lnTo>
                    <a:pt x="0" y="9541"/>
                  </a:lnTo>
                  <a:lnTo>
                    <a:pt x="4896" y="9608"/>
                  </a:lnTo>
                  <a:lnTo>
                    <a:pt x="441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73"/>
            <p:cNvSpPr/>
            <p:nvPr/>
          </p:nvSpPr>
          <p:spPr>
            <a:xfrm>
              <a:off x="1925986" y="3720329"/>
              <a:ext cx="422355" cy="1149890"/>
            </a:xfrm>
            <a:custGeom>
              <a:avLst/>
              <a:gdLst/>
              <a:ahLst/>
              <a:cxnLst/>
              <a:rect l="l" t="t" r="r" b="b"/>
              <a:pathLst>
                <a:path w="13178" h="35878" extrusionOk="0">
                  <a:moveTo>
                    <a:pt x="4863" y="0"/>
                  </a:moveTo>
                  <a:cubicBezTo>
                    <a:pt x="4626" y="0"/>
                    <a:pt x="4341" y="24"/>
                    <a:pt x="3977" y="49"/>
                  </a:cubicBezTo>
                  <a:cubicBezTo>
                    <a:pt x="2774" y="116"/>
                    <a:pt x="752" y="651"/>
                    <a:pt x="752" y="651"/>
                  </a:cubicBezTo>
                  <a:cubicBezTo>
                    <a:pt x="1" y="1185"/>
                    <a:pt x="485" y="2589"/>
                    <a:pt x="619" y="3341"/>
                  </a:cubicBezTo>
                  <a:cubicBezTo>
                    <a:pt x="752" y="4076"/>
                    <a:pt x="7135" y="35404"/>
                    <a:pt x="7603" y="35822"/>
                  </a:cubicBezTo>
                  <a:cubicBezTo>
                    <a:pt x="7647" y="35860"/>
                    <a:pt x="7733" y="35877"/>
                    <a:pt x="7851" y="35877"/>
                  </a:cubicBezTo>
                  <a:cubicBezTo>
                    <a:pt x="8989" y="35877"/>
                    <a:pt x="13177" y="34266"/>
                    <a:pt x="13117" y="33600"/>
                  </a:cubicBezTo>
                  <a:cubicBezTo>
                    <a:pt x="13050" y="32848"/>
                    <a:pt x="6734" y="1386"/>
                    <a:pt x="6133" y="651"/>
                  </a:cubicBezTo>
                  <a:cubicBezTo>
                    <a:pt x="5702" y="126"/>
                    <a:pt x="5409" y="0"/>
                    <a:pt x="48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73"/>
            <p:cNvSpPr/>
            <p:nvPr/>
          </p:nvSpPr>
          <p:spPr>
            <a:xfrm>
              <a:off x="2143958" y="4723943"/>
              <a:ext cx="913585" cy="153936"/>
            </a:xfrm>
            <a:custGeom>
              <a:avLst/>
              <a:gdLst/>
              <a:ahLst/>
              <a:cxnLst/>
              <a:rect l="l" t="t" r="r" b="b"/>
              <a:pathLst>
                <a:path w="28505" h="4803" extrusionOk="0">
                  <a:moveTo>
                    <a:pt x="18881" y="0"/>
                  </a:moveTo>
                  <a:cubicBezTo>
                    <a:pt x="11014" y="0"/>
                    <a:pt x="924" y="142"/>
                    <a:pt x="618" y="264"/>
                  </a:cubicBezTo>
                  <a:cubicBezTo>
                    <a:pt x="117" y="465"/>
                    <a:pt x="0" y="4007"/>
                    <a:pt x="802" y="4508"/>
                  </a:cubicBezTo>
                  <a:cubicBezTo>
                    <a:pt x="1164" y="4725"/>
                    <a:pt x="7403" y="4803"/>
                    <a:pt x="13826" y="4803"/>
                  </a:cubicBezTo>
                  <a:cubicBezTo>
                    <a:pt x="20754" y="4803"/>
                    <a:pt x="27896" y="4712"/>
                    <a:pt x="28104" y="4608"/>
                  </a:cubicBezTo>
                  <a:cubicBezTo>
                    <a:pt x="28505" y="4408"/>
                    <a:pt x="28354" y="615"/>
                    <a:pt x="28104" y="214"/>
                  </a:cubicBezTo>
                  <a:cubicBezTo>
                    <a:pt x="28006" y="58"/>
                    <a:pt x="23895" y="0"/>
                    <a:pt x="188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73"/>
            <p:cNvSpPr/>
            <p:nvPr/>
          </p:nvSpPr>
          <p:spPr>
            <a:xfrm>
              <a:off x="2231230" y="4329151"/>
              <a:ext cx="673691" cy="484147"/>
            </a:xfrm>
            <a:custGeom>
              <a:avLst/>
              <a:gdLst/>
              <a:ahLst/>
              <a:cxnLst/>
              <a:rect l="l" t="t" r="r" b="b"/>
              <a:pathLst>
                <a:path w="21020" h="15106" extrusionOk="0">
                  <a:moveTo>
                    <a:pt x="4345" y="1"/>
                  </a:moveTo>
                  <a:cubicBezTo>
                    <a:pt x="3125" y="1"/>
                    <a:pt x="2924" y="1"/>
                    <a:pt x="2323" y="886"/>
                  </a:cubicBezTo>
                  <a:cubicBezTo>
                    <a:pt x="1838" y="1571"/>
                    <a:pt x="635" y="9892"/>
                    <a:pt x="117" y="13451"/>
                  </a:cubicBezTo>
                  <a:cubicBezTo>
                    <a:pt x="0" y="14320"/>
                    <a:pt x="652" y="15088"/>
                    <a:pt x="1521" y="15105"/>
                  </a:cubicBezTo>
                  <a:cubicBezTo>
                    <a:pt x="1533" y="15105"/>
                    <a:pt x="1544" y="15105"/>
                    <a:pt x="1556" y="15105"/>
                  </a:cubicBezTo>
                  <a:cubicBezTo>
                    <a:pt x="2275" y="15105"/>
                    <a:pt x="2876" y="14592"/>
                    <a:pt x="2991" y="13885"/>
                  </a:cubicBezTo>
                  <a:lnTo>
                    <a:pt x="4813" y="2356"/>
                  </a:lnTo>
                  <a:cubicBezTo>
                    <a:pt x="4813" y="2356"/>
                    <a:pt x="17645" y="2290"/>
                    <a:pt x="19332" y="2290"/>
                  </a:cubicBezTo>
                  <a:cubicBezTo>
                    <a:pt x="21020" y="2290"/>
                    <a:pt x="20134" y="1"/>
                    <a:pt x="193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73"/>
            <p:cNvSpPr/>
            <p:nvPr/>
          </p:nvSpPr>
          <p:spPr>
            <a:xfrm>
              <a:off x="2549326" y="5105114"/>
              <a:ext cx="183166" cy="43396"/>
            </a:xfrm>
            <a:custGeom>
              <a:avLst/>
              <a:gdLst/>
              <a:ahLst/>
              <a:cxnLst/>
              <a:rect l="l" t="t" r="r" b="b"/>
              <a:pathLst>
                <a:path w="5715" h="1354" extrusionOk="0">
                  <a:moveTo>
                    <a:pt x="0" y="0"/>
                  </a:moveTo>
                  <a:lnTo>
                    <a:pt x="0" y="1354"/>
                  </a:lnTo>
                  <a:lnTo>
                    <a:pt x="5715" y="1354"/>
                  </a:lnTo>
                  <a:lnTo>
                    <a:pt x="57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73"/>
            <p:cNvSpPr/>
            <p:nvPr/>
          </p:nvSpPr>
          <p:spPr>
            <a:xfrm>
              <a:off x="2082902" y="5387314"/>
              <a:ext cx="1051753" cy="75542"/>
            </a:xfrm>
            <a:custGeom>
              <a:avLst/>
              <a:gdLst/>
              <a:ahLst/>
              <a:cxnLst/>
              <a:rect l="l" t="t" r="r" b="b"/>
              <a:pathLst>
                <a:path w="32816" h="2357" extrusionOk="0">
                  <a:moveTo>
                    <a:pt x="2343" y="0"/>
                  </a:moveTo>
                  <a:cubicBezTo>
                    <a:pt x="1053" y="0"/>
                    <a:pt x="0" y="1063"/>
                    <a:pt x="0" y="2356"/>
                  </a:cubicBezTo>
                  <a:lnTo>
                    <a:pt x="32816" y="2356"/>
                  </a:lnTo>
                  <a:cubicBezTo>
                    <a:pt x="32816" y="1063"/>
                    <a:pt x="31763" y="0"/>
                    <a:pt x="30473" y="0"/>
                  </a:cubicBezTo>
                  <a:cubicBezTo>
                    <a:pt x="30463" y="0"/>
                    <a:pt x="30453" y="0"/>
                    <a:pt x="30443" y="1"/>
                  </a:cubicBezTo>
                  <a:lnTo>
                    <a:pt x="2373" y="1"/>
                  </a:lnTo>
                  <a:cubicBezTo>
                    <a:pt x="2363" y="0"/>
                    <a:pt x="2353" y="0"/>
                    <a:pt x="23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73"/>
            <p:cNvSpPr/>
            <p:nvPr/>
          </p:nvSpPr>
          <p:spPr>
            <a:xfrm>
              <a:off x="2004700" y="5456382"/>
              <a:ext cx="151052" cy="129514"/>
            </a:xfrm>
            <a:custGeom>
              <a:avLst/>
              <a:gdLst/>
              <a:ahLst/>
              <a:cxnLst/>
              <a:rect l="l" t="t" r="r" b="b"/>
              <a:pathLst>
                <a:path w="4713" h="4041" extrusionOk="0">
                  <a:moveTo>
                    <a:pt x="2691" y="1"/>
                  </a:moveTo>
                  <a:cubicBezTo>
                    <a:pt x="903" y="1"/>
                    <a:pt x="1" y="2173"/>
                    <a:pt x="1271" y="3443"/>
                  </a:cubicBezTo>
                  <a:cubicBezTo>
                    <a:pt x="1683" y="3855"/>
                    <a:pt x="2191" y="4040"/>
                    <a:pt x="2688" y="4040"/>
                  </a:cubicBezTo>
                  <a:cubicBezTo>
                    <a:pt x="3722" y="4040"/>
                    <a:pt x="4713" y="3241"/>
                    <a:pt x="4713" y="2023"/>
                  </a:cubicBezTo>
                  <a:cubicBezTo>
                    <a:pt x="4713" y="903"/>
                    <a:pt x="3810" y="1"/>
                    <a:pt x="26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73"/>
            <p:cNvSpPr/>
            <p:nvPr/>
          </p:nvSpPr>
          <p:spPr>
            <a:xfrm>
              <a:off x="2557371" y="5456382"/>
              <a:ext cx="151020" cy="129514"/>
            </a:xfrm>
            <a:custGeom>
              <a:avLst/>
              <a:gdLst/>
              <a:ahLst/>
              <a:cxnLst/>
              <a:rect l="l" t="t" r="r" b="b"/>
              <a:pathLst>
                <a:path w="4712" h="4041" extrusionOk="0">
                  <a:moveTo>
                    <a:pt x="2707" y="1"/>
                  </a:moveTo>
                  <a:cubicBezTo>
                    <a:pt x="902" y="1"/>
                    <a:pt x="0" y="2173"/>
                    <a:pt x="1270" y="3443"/>
                  </a:cubicBezTo>
                  <a:cubicBezTo>
                    <a:pt x="1682" y="3855"/>
                    <a:pt x="2190" y="4040"/>
                    <a:pt x="2688" y="4040"/>
                  </a:cubicBezTo>
                  <a:cubicBezTo>
                    <a:pt x="3722" y="4040"/>
                    <a:pt x="4712" y="3241"/>
                    <a:pt x="4712" y="2023"/>
                  </a:cubicBezTo>
                  <a:cubicBezTo>
                    <a:pt x="4712" y="903"/>
                    <a:pt x="3810" y="1"/>
                    <a:pt x="27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73"/>
            <p:cNvSpPr/>
            <p:nvPr/>
          </p:nvSpPr>
          <p:spPr>
            <a:xfrm>
              <a:off x="3267983" y="3987498"/>
              <a:ext cx="82497" cy="86791"/>
            </a:xfrm>
            <a:custGeom>
              <a:avLst/>
              <a:gdLst/>
              <a:ahLst/>
              <a:cxnLst/>
              <a:rect l="l" t="t" r="r" b="b"/>
              <a:pathLst>
                <a:path w="2574" h="2708" extrusionOk="0">
                  <a:moveTo>
                    <a:pt x="1270" y="1"/>
                  </a:moveTo>
                  <a:lnTo>
                    <a:pt x="0" y="919"/>
                  </a:lnTo>
                  <a:lnTo>
                    <a:pt x="919" y="2156"/>
                  </a:lnTo>
                  <a:lnTo>
                    <a:pt x="1320" y="2707"/>
                  </a:lnTo>
                  <a:lnTo>
                    <a:pt x="2573" y="1755"/>
                  </a:lnTo>
                  <a:lnTo>
                    <a:pt x="2223" y="1287"/>
                  </a:lnTo>
                  <a:lnTo>
                    <a:pt x="1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73"/>
            <p:cNvSpPr/>
            <p:nvPr/>
          </p:nvSpPr>
          <p:spPr>
            <a:xfrm>
              <a:off x="3142123" y="4057111"/>
              <a:ext cx="266720" cy="133905"/>
            </a:xfrm>
            <a:custGeom>
              <a:avLst/>
              <a:gdLst/>
              <a:ahLst/>
              <a:cxnLst/>
              <a:rect l="l" t="t" r="r" b="b"/>
              <a:pathLst>
                <a:path w="8322" h="4178" extrusionOk="0">
                  <a:moveTo>
                    <a:pt x="7570" y="1"/>
                  </a:moveTo>
                  <a:lnTo>
                    <a:pt x="3627" y="2958"/>
                  </a:lnTo>
                  <a:lnTo>
                    <a:pt x="1" y="2958"/>
                  </a:lnTo>
                  <a:lnTo>
                    <a:pt x="1" y="4061"/>
                  </a:lnTo>
                  <a:lnTo>
                    <a:pt x="4061" y="4178"/>
                  </a:lnTo>
                  <a:lnTo>
                    <a:pt x="8322" y="920"/>
                  </a:lnTo>
                  <a:lnTo>
                    <a:pt x="75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73"/>
            <p:cNvSpPr/>
            <p:nvPr/>
          </p:nvSpPr>
          <p:spPr>
            <a:xfrm>
              <a:off x="3260483" y="3982691"/>
              <a:ext cx="66440" cy="54100"/>
            </a:xfrm>
            <a:custGeom>
              <a:avLst/>
              <a:gdLst/>
              <a:ahLst/>
              <a:cxnLst/>
              <a:rect l="l" t="t" r="r" b="b"/>
              <a:pathLst>
                <a:path w="2073" h="1688" extrusionOk="0">
                  <a:moveTo>
                    <a:pt x="1738" y="0"/>
                  </a:moveTo>
                  <a:lnTo>
                    <a:pt x="0" y="1270"/>
                  </a:lnTo>
                  <a:lnTo>
                    <a:pt x="401" y="1688"/>
                  </a:lnTo>
                  <a:lnTo>
                    <a:pt x="2072" y="501"/>
                  </a:lnTo>
                  <a:lnTo>
                    <a:pt x="173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73"/>
            <p:cNvSpPr/>
            <p:nvPr/>
          </p:nvSpPr>
          <p:spPr>
            <a:xfrm>
              <a:off x="3071965" y="3713855"/>
              <a:ext cx="145699" cy="172461"/>
            </a:xfrm>
            <a:custGeom>
              <a:avLst/>
              <a:gdLst/>
              <a:ahLst/>
              <a:cxnLst/>
              <a:rect l="l" t="t" r="r" b="b"/>
              <a:pathLst>
                <a:path w="4546" h="5381" extrusionOk="0">
                  <a:moveTo>
                    <a:pt x="1622" y="0"/>
                  </a:moveTo>
                  <a:lnTo>
                    <a:pt x="1" y="1137"/>
                  </a:lnTo>
                  <a:lnTo>
                    <a:pt x="385" y="1671"/>
                  </a:lnTo>
                  <a:lnTo>
                    <a:pt x="2073" y="4044"/>
                  </a:lnTo>
                  <a:lnTo>
                    <a:pt x="3042" y="5381"/>
                  </a:lnTo>
                  <a:lnTo>
                    <a:pt x="4546" y="4244"/>
                  </a:lnTo>
                  <a:lnTo>
                    <a:pt x="3677" y="2991"/>
                  </a:lnTo>
                  <a:lnTo>
                    <a:pt x="2039" y="602"/>
                  </a:lnTo>
                  <a:lnTo>
                    <a:pt x="162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73"/>
            <p:cNvSpPr/>
            <p:nvPr/>
          </p:nvSpPr>
          <p:spPr>
            <a:xfrm>
              <a:off x="3138373" y="3809717"/>
              <a:ext cx="79292" cy="76600"/>
            </a:xfrm>
            <a:custGeom>
              <a:avLst/>
              <a:gdLst/>
              <a:ahLst/>
              <a:cxnLst/>
              <a:rect l="l" t="t" r="r" b="b"/>
              <a:pathLst>
                <a:path w="2474" h="2390" extrusionOk="0">
                  <a:moveTo>
                    <a:pt x="1605" y="0"/>
                  </a:moveTo>
                  <a:lnTo>
                    <a:pt x="1" y="1053"/>
                  </a:lnTo>
                  <a:lnTo>
                    <a:pt x="970" y="2390"/>
                  </a:lnTo>
                  <a:lnTo>
                    <a:pt x="2474" y="1253"/>
                  </a:lnTo>
                  <a:lnTo>
                    <a:pt x="16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73"/>
            <p:cNvSpPr/>
            <p:nvPr/>
          </p:nvSpPr>
          <p:spPr>
            <a:xfrm>
              <a:off x="3144815" y="3825774"/>
              <a:ext cx="182108" cy="206210"/>
            </a:xfrm>
            <a:custGeom>
              <a:avLst/>
              <a:gdLst/>
              <a:ahLst/>
              <a:cxnLst/>
              <a:rect l="l" t="t" r="r" b="b"/>
              <a:pathLst>
                <a:path w="5682" h="6434" extrusionOk="0">
                  <a:moveTo>
                    <a:pt x="2139" y="1"/>
                  </a:moveTo>
                  <a:lnTo>
                    <a:pt x="0" y="1504"/>
                  </a:lnTo>
                  <a:lnTo>
                    <a:pt x="3576" y="6433"/>
                  </a:lnTo>
                  <a:lnTo>
                    <a:pt x="5681" y="4946"/>
                  </a:lnTo>
                  <a:lnTo>
                    <a:pt x="213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73"/>
            <p:cNvSpPr/>
            <p:nvPr/>
          </p:nvSpPr>
          <p:spPr>
            <a:xfrm>
              <a:off x="3071965" y="3713855"/>
              <a:ext cx="65382" cy="53588"/>
            </a:xfrm>
            <a:custGeom>
              <a:avLst/>
              <a:gdLst/>
              <a:ahLst/>
              <a:cxnLst/>
              <a:rect l="l" t="t" r="r" b="b"/>
              <a:pathLst>
                <a:path w="2040" h="1672" extrusionOk="0">
                  <a:moveTo>
                    <a:pt x="1622" y="0"/>
                  </a:moveTo>
                  <a:lnTo>
                    <a:pt x="1" y="1137"/>
                  </a:lnTo>
                  <a:lnTo>
                    <a:pt x="385" y="1671"/>
                  </a:lnTo>
                  <a:lnTo>
                    <a:pt x="2039" y="602"/>
                  </a:lnTo>
                  <a:lnTo>
                    <a:pt x="16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73"/>
            <p:cNvSpPr/>
            <p:nvPr/>
          </p:nvSpPr>
          <p:spPr>
            <a:xfrm>
              <a:off x="3101419" y="3885739"/>
              <a:ext cx="168198" cy="446649"/>
            </a:xfrm>
            <a:custGeom>
              <a:avLst/>
              <a:gdLst/>
              <a:ahLst/>
              <a:cxnLst/>
              <a:rect l="l" t="t" r="r" b="b"/>
              <a:pathLst>
                <a:path w="5248" h="13936" extrusionOk="0">
                  <a:moveTo>
                    <a:pt x="4011" y="1"/>
                  </a:moveTo>
                  <a:lnTo>
                    <a:pt x="1" y="2791"/>
                  </a:lnTo>
                  <a:lnTo>
                    <a:pt x="1" y="13936"/>
                  </a:lnTo>
                  <a:lnTo>
                    <a:pt x="2273" y="13936"/>
                  </a:lnTo>
                  <a:lnTo>
                    <a:pt x="2273" y="3744"/>
                  </a:lnTo>
                  <a:lnTo>
                    <a:pt x="5247" y="1588"/>
                  </a:lnTo>
                  <a:lnTo>
                    <a:pt x="4696" y="870"/>
                  </a:lnTo>
                  <a:lnTo>
                    <a:pt x="401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73"/>
            <p:cNvSpPr/>
            <p:nvPr/>
          </p:nvSpPr>
          <p:spPr>
            <a:xfrm>
              <a:off x="3135713" y="3913591"/>
              <a:ext cx="133905" cy="418797"/>
            </a:xfrm>
            <a:custGeom>
              <a:avLst/>
              <a:gdLst/>
              <a:ahLst/>
              <a:cxnLst/>
              <a:rect l="l" t="t" r="r" b="b"/>
              <a:pathLst>
                <a:path w="4178" h="13067" extrusionOk="0">
                  <a:moveTo>
                    <a:pt x="3626" y="1"/>
                  </a:moveTo>
                  <a:lnTo>
                    <a:pt x="0" y="2540"/>
                  </a:lnTo>
                  <a:lnTo>
                    <a:pt x="0" y="13067"/>
                  </a:lnTo>
                  <a:lnTo>
                    <a:pt x="1203" y="13067"/>
                  </a:lnTo>
                  <a:lnTo>
                    <a:pt x="1203" y="2875"/>
                  </a:lnTo>
                  <a:lnTo>
                    <a:pt x="4177" y="719"/>
                  </a:lnTo>
                  <a:lnTo>
                    <a:pt x="36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73"/>
            <p:cNvSpPr/>
            <p:nvPr/>
          </p:nvSpPr>
          <p:spPr>
            <a:xfrm>
              <a:off x="3168917" y="3879329"/>
              <a:ext cx="104996" cy="89836"/>
            </a:xfrm>
            <a:custGeom>
              <a:avLst/>
              <a:gdLst/>
              <a:ahLst/>
              <a:cxnLst/>
              <a:rect l="l" t="t" r="r" b="b"/>
              <a:pathLst>
                <a:path w="3276" h="2803" extrusionOk="0">
                  <a:moveTo>
                    <a:pt x="1872" y="0"/>
                  </a:moveTo>
                  <a:cubicBezTo>
                    <a:pt x="635" y="0"/>
                    <a:pt x="0" y="1504"/>
                    <a:pt x="886" y="2390"/>
                  </a:cubicBezTo>
                  <a:cubicBezTo>
                    <a:pt x="1172" y="2675"/>
                    <a:pt x="1522" y="2803"/>
                    <a:pt x="1865" y="2803"/>
                  </a:cubicBezTo>
                  <a:cubicBezTo>
                    <a:pt x="2585" y="2803"/>
                    <a:pt x="3275" y="2241"/>
                    <a:pt x="3275" y="1404"/>
                  </a:cubicBezTo>
                  <a:cubicBezTo>
                    <a:pt x="3275" y="619"/>
                    <a:pt x="2657" y="0"/>
                    <a:pt x="18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73"/>
            <p:cNvSpPr/>
            <p:nvPr/>
          </p:nvSpPr>
          <p:spPr>
            <a:xfrm>
              <a:off x="3205325" y="3906636"/>
              <a:ext cx="41248" cy="35287"/>
            </a:xfrm>
            <a:custGeom>
              <a:avLst/>
              <a:gdLst/>
              <a:ahLst/>
              <a:cxnLst/>
              <a:rect l="l" t="t" r="r" b="b"/>
              <a:pathLst>
                <a:path w="1287" h="1101" extrusionOk="0">
                  <a:moveTo>
                    <a:pt x="736" y="1"/>
                  </a:moveTo>
                  <a:cubicBezTo>
                    <a:pt x="251" y="1"/>
                    <a:pt x="0" y="585"/>
                    <a:pt x="351" y="936"/>
                  </a:cubicBezTo>
                  <a:cubicBezTo>
                    <a:pt x="465" y="1050"/>
                    <a:pt x="603" y="1100"/>
                    <a:pt x="738" y="1100"/>
                  </a:cubicBezTo>
                  <a:cubicBezTo>
                    <a:pt x="1019" y="1100"/>
                    <a:pt x="1287" y="880"/>
                    <a:pt x="1287" y="552"/>
                  </a:cubicBezTo>
                  <a:cubicBezTo>
                    <a:pt x="1287" y="234"/>
                    <a:pt x="1036" y="1"/>
                    <a:pt x="7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73"/>
            <p:cNvSpPr/>
            <p:nvPr/>
          </p:nvSpPr>
          <p:spPr>
            <a:xfrm>
              <a:off x="3082157" y="4125121"/>
              <a:ext cx="104996" cy="89612"/>
            </a:xfrm>
            <a:custGeom>
              <a:avLst/>
              <a:gdLst/>
              <a:ahLst/>
              <a:cxnLst/>
              <a:rect l="l" t="t" r="r" b="b"/>
              <a:pathLst>
                <a:path w="3276" h="2796" extrusionOk="0">
                  <a:moveTo>
                    <a:pt x="1872" y="1"/>
                  </a:moveTo>
                  <a:cubicBezTo>
                    <a:pt x="619" y="1"/>
                    <a:pt x="0" y="1504"/>
                    <a:pt x="886" y="2390"/>
                  </a:cubicBezTo>
                  <a:cubicBezTo>
                    <a:pt x="1166" y="2670"/>
                    <a:pt x="1513" y="2795"/>
                    <a:pt x="1855" y="2795"/>
                  </a:cubicBezTo>
                  <a:cubicBezTo>
                    <a:pt x="2576" y="2795"/>
                    <a:pt x="3275" y="2237"/>
                    <a:pt x="3275" y="1387"/>
                  </a:cubicBezTo>
                  <a:cubicBezTo>
                    <a:pt x="3275" y="619"/>
                    <a:pt x="2640" y="1"/>
                    <a:pt x="18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73"/>
            <p:cNvSpPr/>
            <p:nvPr/>
          </p:nvSpPr>
          <p:spPr>
            <a:xfrm>
              <a:off x="3118566" y="4151915"/>
              <a:ext cx="41280" cy="35543"/>
            </a:xfrm>
            <a:custGeom>
              <a:avLst/>
              <a:gdLst/>
              <a:ahLst/>
              <a:cxnLst/>
              <a:rect l="l" t="t" r="r" b="b"/>
              <a:pathLst>
                <a:path w="1288" h="1109" extrusionOk="0">
                  <a:moveTo>
                    <a:pt x="736" y="0"/>
                  </a:moveTo>
                  <a:cubicBezTo>
                    <a:pt x="251" y="0"/>
                    <a:pt x="1" y="602"/>
                    <a:pt x="351" y="952"/>
                  </a:cubicBezTo>
                  <a:cubicBezTo>
                    <a:pt x="459" y="1060"/>
                    <a:pt x="594" y="1109"/>
                    <a:pt x="728" y="1109"/>
                  </a:cubicBezTo>
                  <a:cubicBezTo>
                    <a:pt x="1010" y="1109"/>
                    <a:pt x="1287" y="892"/>
                    <a:pt x="1287" y="551"/>
                  </a:cubicBezTo>
                  <a:cubicBezTo>
                    <a:pt x="1287" y="251"/>
                    <a:pt x="1037" y="0"/>
                    <a:pt x="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73"/>
            <p:cNvSpPr/>
            <p:nvPr/>
          </p:nvSpPr>
          <p:spPr>
            <a:xfrm>
              <a:off x="3297437" y="4028746"/>
              <a:ext cx="53043" cy="45543"/>
            </a:xfrm>
            <a:custGeom>
              <a:avLst/>
              <a:gdLst/>
              <a:ahLst/>
              <a:cxnLst/>
              <a:rect l="l" t="t" r="r" b="b"/>
              <a:pathLst>
                <a:path w="1655" h="1421" extrusionOk="0">
                  <a:moveTo>
                    <a:pt x="1304" y="0"/>
                  </a:moveTo>
                  <a:lnTo>
                    <a:pt x="0" y="869"/>
                  </a:lnTo>
                  <a:lnTo>
                    <a:pt x="401" y="1420"/>
                  </a:lnTo>
                  <a:lnTo>
                    <a:pt x="1654" y="468"/>
                  </a:lnTo>
                  <a:lnTo>
                    <a:pt x="13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73"/>
            <p:cNvSpPr/>
            <p:nvPr/>
          </p:nvSpPr>
          <p:spPr>
            <a:xfrm>
              <a:off x="3098759" y="4265948"/>
              <a:ext cx="32" cy="32"/>
            </a:xfrm>
            <a:custGeom>
              <a:avLst/>
              <a:gdLst/>
              <a:ahLst/>
              <a:cxnLst/>
              <a:rect l="l" t="t" r="r" b="b"/>
              <a:pathLst>
                <a:path w="1" h="1" extrusionOk="0">
                  <a:moveTo>
                    <a:pt x="0" y="1"/>
                  </a:moveTo>
                  <a:lnTo>
                    <a:pt x="0" y="1"/>
                  </a:lnTo>
                  <a:cubicBezTo>
                    <a:pt x="0" y="1"/>
                    <a:pt x="0" y="1"/>
                    <a:pt x="0" y="1"/>
                  </a:cubicBez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73"/>
            <p:cNvSpPr/>
            <p:nvPr/>
          </p:nvSpPr>
          <p:spPr>
            <a:xfrm>
              <a:off x="3098759" y="4265948"/>
              <a:ext cx="347037" cy="90541"/>
            </a:xfrm>
            <a:custGeom>
              <a:avLst/>
              <a:gdLst/>
              <a:ahLst/>
              <a:cxnLst/>
              <a:rect l="l" t="t" r="r" b="b"/>
              <a:pathLst>
                <a:path w="10828" h="2825" extrusionOk="0">
                  <a:moveTo>
                    <a:pt x="0" y="1"/>
                  </a:moveTo>
                  <a:cubicBezTo>
                    <a:pt x="51" y="51"/>
                    <a:pt x="51" y="770"/>
                    <a:pt x="51" y="1488"/>
                  </a:cubicBezTo>
                  <a:cubicBezTo>
                    <a:pt x="51" y="2173"/>
                    <a:pt x="34" y="2825"/>
                    <a:pt x="34" y="2825"/>
                  </a:cubicBezTo>
                  <a:lnTo>
                    <a:pt x="10828" y="2825"/>
                  </a:lnTo>
                  <a:lnTo>
                    <a:pt x="108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73"/>
            <p:cNvSpPr/>
            <p:nvPr/>
          </p:nvSpPr>
          <p:spPr>
            <a:xfrm>
              <a:off x="3099817" y="4313607"/>
              <a:ext cx="345980" cy="42883"/>
            </a:xfrm>
            <a:custGeom>
              <a:avLst/>
              <a:gdLst/>
              <a:ahLst/>
              <a:cxnLst/>
              <a:rect l="l" t="t" r="r" b="b"/>
              <a:pathLst>
                <a:path w="10795" h="1338" extrusionOk="0">
                  <a:moveTo>
                    <a:pt x="18" y="1"/>
                  </a:moveTo>
                  <a:cubicBezTo>
                    <a:pt x="18" y="686"/>
                    <a:pt x="1" y="1338"/>
                    <a:pt x="1" y="1338"/>
                  </a:cubicBezTo>
                  <a:lnTo>
                    <a:pt x="10795" y="1338"/>
                  </a:lnTo>
                  <a:lnTo>
                    <a:pt x="107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73"/>
            <p:cNvSpPr/>
            <p:nvPr/>
          </p:nvSpPr>
          <p:spPr>
            <a:xfrm>
              <a:off x="3314039" y="4161530"/>
              <a:ext cx="103906" cy="47178"/>
            </a:xfrm>
            <a:custGeom>
              <a:avLst/>
              <a:gdLst/>
              <a:ahLst/>
              <a:cxnLst/>
              <a:rect l="l" t="t" r="r" b="b"/>
              <a:pathLst>
                <a:path w="3242" h="1472" extrusionOk="0">
                  <a:moveTo>
                    <a:pt x="3024" y="1"/>
                  </a:moveTo>
                  <a:lnTo>
                    <a:pt x="0" y="920"/>
                  </a:lnTo>
                  <a:lnTo>
                    <a:pt x="251" y="1471"/>
                  </a:lnTo>
                  <a:lnTo>
                    <a:pt x="3242" y="586"/>
                  </a:lnTo>
                  <a:lnTo>
                    <a:pt x="302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73"/>
            <p:cNvSpPr/>
            <p:nvPr/>
          </p:nvSpPr>
          <p:spPr>
            <a:xfrm>
              <a:off x="3359133" y="4205214"/>
              <a:ext cx="30447" cy="25993"/>
            </a:xfrm>
            <a:custGeom>
              <a:avLst/>
              <a:gdLst/>
              <a:ahLst/>
              <a:cxnLst/>
              <a:rect l="l" t="t" r="r" b="b"/>
              <a:pathLst>
                <a:path w="950" h="811" extrusionOk="0">
                  <a:moveTo>
                    <a:pt x="494" y="1"/>
                  </a:moveTo>
                  <a:cubicBezTo>
                    <a:pt x="218" y="1"/>
                    <a:pt x="1" y="288"/>
                    <a:pt x="130" y="576"/>
                  </a:cubicBezTo>
                  <a:cubicBezTo>
                    <a:pt x="202" y="735"/>
                    <a:pt x="345" y="811"/>
                    <a:pt x="488" y="811"/>
                  </a:cubicBezTo>
                  <a:cubicBezTo>
                    <a:pt x="646" y="811"/>
                    <a:pt x="804" y="718"/>
                    <a:pt x="866" y="543"/>
                  </a:cubicBezTo>
                  <a:cubicBezTo>
                    <a:pt x="949" y="342"/>
                    <a:pt x="849" y="108"/>
                    <a:pt x="632" y="25"/>
                  </a:cubicBezTo>
                  <a:cubicBezTo>
                    <a:pt x="585" y="8"/>
                    <a:pt x="539" y="1"/>
                    <a:pt x="4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73"/>
            <p:cNvSpPr/>
            <p:nvPr/>
          </p:nvSpPr>
          <p:spPr>
            <a:xfrm>
              <a:off x="3370800" y="4212970"/>
              <a:ext cx="10192" cy="63010"/>
            </a:xfrm>
            <a:custGeom>
              <a:avLst/>
              <a:gdLst/>
              <a:ahLst/>
              <a:cxnLst/>
              <a:rect l="l" t="t" r="r" b="b"/>
              <a:pathLst>
                <a:path w="318" h="1966" extrusionOk="0">
                  <a:moveTo>
                    <a:pt x="168" y="0"/>
                  </a:moveTo>
                  <a:cubicBezTo>
                    <a:pt x="131" y="0"/>
                    <a:pt x="94" y="28"/>
                    <a:pt x="84" y="67"/>
                  </a:cubicBezTo>
                  <a:cubicBezTo>
                    <a:pt x="17" y="351"/>
                    <a:pt x="0" y="635"/>
                    <a:pt x="17" y="935"/>
                  </a:cubicBezTo>
                  <a:cubicBezTo>
                    <a:pt x="0" y="1236"/>
                    <a:pt x="0" y="1554"/>
                    <a:pt x="50" y="1871"/>
                  </a:cubicBezTo>
                  <a:cubicBezTo>
                    <a:pt x="59" y="1932"/>
                    <a:pt x="112" y="1965"/>
                    <a:pt x="164" y="1965"/>
                  </a:cubicBezTo>
                  <a:cubicBezTo>
                    <a:pt x="212" y="1965"/>
                    <a:pt x="260" y="1936"/>
                    <a:pt x="268" y="1871"/>
                  </a:cubicBezTo>
                  <a:cubicBezTo>
                    <a:pt x="318" y="1570"/>
                    <a:pt x="318" y="1253"/>
                    <a:pt x="301" y="952"/>
                  </a:cubicBezTo>
                  <a:cubicBezTo>
                    <a:pt x="318" y="651"/>
                    <a:pt x="301" y="351"/>
                    <a:pt x="234" y="50"/>
                  </a:cubicBezTo>
                  <a:cubicBezTo>
                    <a:pt x="220" y="15"/>
                    <a:pt x="194" y="0"/>
                    <a:pt x="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73"/>
            <p:cNvSpPr/>
            <p:nvPr/>
          </p:nvSpPr>
          <p:spPr>
            <a:xfrm>
              <a:off x="3371184" y="4174670"/>
              <a:ext cx="40992" cy="47658"/>
            </a:xfrm>
            <a:custGeom>
              <a:avLst/>
              <a:gdLst/>
              <a:ahLst/>
              <a:cxnLst/>
              <a:rect l="l" t="t" r="r" b="b"/>
              <a:pathLst>
                <a:path w="1279" h="1487" extrusionOk="0">
                  <a:moveTo>
                    <a:pt x="1173" y="1"/>
                  </a:moveTo>
                  <a:cubicBezTo>
                    <a:pt x="1155" y="1"/>
                    <a:pt x="1138" y="8"/>
                    <a:pt x="1125" y="25"/>
                  </a:cubicBezTo>
                  <a:cubicBezTo>
                    <a:pt x="924" y="242"/>
                    <a:pt x="740" y="476"/>
                    <a:pt x="540" y="694"/>
                  </a:cubicBezTo>
                  <a:cubicBezTo>
                    <a:pt x="356" y="911"/>
                    <a:pt x="189" y="1128"/>
                    <a:pt x="38" y="1345"/>
                  </a:cubicBezTo>
                  <a:cubicBezTo>
                    <a:pt x="1" y="1420"/>
                    <a:pt x="48" y="1486"/>
                    <a:pt x="109" y="1486"/>
                  </a:cubicBezTo>
                  <a:cubicBezTo>
                    <a:pt x="129" y="1486"/>
                    <a:pt x="151" y="1479"/>
                    <a:pt x="172" y="1462"/>
                  </a:cubicBezTo>
                  <a:cubicBezTo>
                    <a:pt x="373" y="1245"/>
                    <a:pt x="573" y="1011"/>
                    <a:pt x="740" y="760"/>
                  </a:cubicBezTo>
                  <a:cubicBezTo>
                    <a:pt x="907" y="543"/>
                    <a:pt x="1074" y="326"/>
                    <a:pt x="1241" y="109"/>
                  </a:cubicBezTo>
                  <a:cubicBezTo>
                    <a:pt x="1279" y="59"/>
                    <a:pt x="1224" y="1"/>
                    <a:pt x="11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73"/>
            <p:cNvSpPr/>
            <p:nvPr/>
          </p:nvSpPr>
          <p:spPr>
            <a:xfrm>
              <a:off x="3326346" y="4197938"/>
              <a:ext cx="54902" cy="22691"/>
            </a:xfrm>
            <a:custGeom>
              <a:avLst/>
              <a:gdLst/>
              <a:ahLst/>
              <a:cxnLst/>
              <a:rect l="l" t="t" r="r" b="b"/>
              <a:pathLst>
                <a:path w="1713" h="708" extrusionOk="0">
                  <a:moveTo>
                    <a:pt x="101" y="1"/>
                  </a:moveTo>
                  <a:cubicBezTo>
                    <a:pt x="17" y="1"/>
                    <a:pt x="1" y="118"/>
                    <a:pt x="67" y="151"/>
                  </a:cubicBezTo>
                  <a:cubicBezTo>
                    <a:pt x="285" y="285"/>
                    <a:pt x="518" y="385"/>
                    <a:pt x="769" y="452"/>
                  </a:cubicBezTo>
                  <a:cubicBezTo>
                    <a:pt x="1036" y="519"/>
                    <a:pt x="1304" y="653"/>
                    <a:pt x="1571" y="703"/>
                  </a:cubicBezTo>
                  <a:cubicBezTo>
                    <a:pt x="1580" y="706"/>
                    <a:pt x="1589" y="708"/>
                    <a:pt x="1598" y="708"/>
                  </a:cubicBezTo>
                  <a:cubicBezTo>
                    <a:pt x="1667" y="708"/>
                    <a:pt x="1712" y="597"/>
                    <a:pt x="1638" y="552"/>
                  </a:cubicBezTo>
                  <a:cubicBezTo>
                    <a:pt x="1371" y="419"/>
                    <a:pt x="1087" y="335"/>
                    <a:pt x="803" y="218"/>
                  </a:cubicBezTo>
                  <a:cubicBezTo>
                    <a:pt x="585" y="118"/>
                    <a:pt x="351" y="34"/>
                    <a:pt x="1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73"/>
            <p:cNvSpPr/>
            <p:nvPr/>
          </p:nvSpPr>
          <p:spPr>
            <a:xfrm>
              <a:off x="3051101" y="3809685"/>
              <a:ext cx="233516" cy="248548"/>
            </a:xfrm>
            <a:custGeom>
              <a:avLst/>
              <a:gdLst/>
              <a:ahLst/>
              <a:cxnLst/>
              <a:rect l="l" t="t" r="r" b="b"/>
              <a:pathLst>
                <a:path w="7286" h="7755" extrusionOk="0">
                  <a:moveTo>
                    <a:pt x="5245" y="0"/>
                  </a:moveTo>
                  <a:cubicBezTo>
                    <a:pt x="4899" y="0"/>
                    <a:pt x="2962" y="746"/>
                    <a:pt x="2624" y="1054"/>
                  </a:cubicBezTo>
                  <a:cubicBezTo>
                    <a:pt x="2273" y="1388"/>
                    <a:pt x="1471" y="4462"/>
                    <a:pt x="1471" y="4462"/>
                  </a:cubicBezTo>
                  <a:lnTo>
                    <a:pt x="0" y="5599"/>
                  </a:lnTo>
                  <a:lnTo>
                    <a:pt x="1604" y="7754"/>
                  </a:lnTo>
                  <a:cubicBezTo>
                    <a:pt x="1604" y="7754"/>
                    <a:pt x="3275" y="6234"/>
                    <a:pt x="3927" y="5782"/>
                  </a:cubicBezTo>
                  <a:cubicBezTo>
                    <a:pt x="4578" y="5331"/>
                    <a:pt x="4979" y="4279"/>
                    <a:pt x="4979" y="4279"/>
                  </a:cubicBezTo>
                  <a:cubicBezTo>
                    <a:pt x="4979" y="4279"/>
                    <a:pt x="7018" y="3243"/>
                    <a:pt x="7135" y="3142"/>
                  </a:cubicBezTo>
                  <a:cubicBezTo>
                    <a:pt x="7252" y="3026"/>
                    <a:pt x="7285" y="2892"/>
                    <a:pt x="7085" y="2741"/>
                  </a:cubicBezTo>
                  <a:cubicBezTo>
                    <a:pt x="7035" y="2704"/>
                    <a:pt x="6985" y="2685"/>
                    <a:pt x="6927" y="2685"/>
                  </a:cubicBezTo>
                  <a:cubicBezTo>
                    <a:pt x="6908" y="2685"/>
                    <a:pt x="6888" y="2687"/>
                    <a:pt x="6868" y="2691"/>
                  </a:cubicBezTo>
                  <a:cubicBezTo>
                    <a:pt x="6467" y="2708"/>
                    <a:pt x="6049" y="2775"/>
                    <a:pt x="5648" y="2875"/>
                  </a:cubicBezTo>
                  <a:cubicBezTo>
                    <a:pt x="5631" y="2725"/>
                    <a:pt x="5598" y="2591"/>
                    <a:pt x="5548" y="2457"/>
                  </a:cubicBezTo>
                  <a:cubicBezTo>
                    <a:pt x="5514" y="2374"/>
                    <a:pt x="5364" y="2353"/>
                    <a:pt x="5222" y="2353"/>
                  </a:cubicBezTo>
                  <a:cubicBezTo>
                    <a:pt x="5080" y="2353"/>
                    <a:pt x="4946" y="2374"/>
                    <a:pt x="4946" y="2374"/>
                  </a:cubicBezTo>
                  <a:cubicBezTo>
                    <a:pt x="4863" y="2290"/>
                    <a:pt x="4796" y="2190"/>
                    <a:pt x="4712" y="2123"/>
                  </a:cubicBezTo>
                  <a:cubicBezTo>
                    <a:pt x="4612" y="2006"/>
                    <a:pt x="4478" y="1923"/>
                    <a:pt x="4328" y="1906"/>
                  </a:cubicBezTo>
                  <a:cubicBezTo>
                    <a:pt x="4061" y="1906"/>
                    <a:pt x="3192" y="2391"/>
                    <a:pt x="3192" y="2391"/>
                  </a:cubicBezTo>
                  <a:lnTo>
                    <a:pt x="3476" y="1388"/>
                  </a:lnTo>
                  <a:cubicBezTo>
                    <a:pt x="3476" y="1388"/>
                    <a:pt x="5013" y="620"/>
                    <a:pt x="5163" y="469"/>
                  </a:cubicBezTo>
                  <a:cubicBezTo>
                    <a:pt x="5297" y="369"/>
                    <a:pt x="5347" y="185"/>
                    <a:pt x="5297" y="18"/>
                  </a:cubicBezTo>
                  <a:cubicBezTo>
                    <a:pt x="5293" y="6"/>
                    <a:pt x="5275" y="0"/>
                    <a:pt x="52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73"/>
            <p:cNvSpPr/>
            <p:nvPr/>
          </p:nvSpPr>
          <p:spPr>
            <a:xfrm>
              <a:off x="3193531" y="3895931"/>
              <a:ext cx="77689" cy="32691"/>
            </a:xfrm>
            <a:custGeom>
              <a:avLst/>
              <a:gdLst/>
              <a:ahLst/>
              <a:cxnLst/>
              <a:rect l="l" t="t" r="r" b="b"/>
              <a:pathLst>
                <a:path w="2424" h="1020" extrusionOk="0">
                  <a:moveTo>
                    <a:pt x="2424" y="0"/>
                  </a:moveTo>
                  <a:cubicBezTo>
                    <a:pt x="2006" y="17"/>
                    <a:pt x="1605" y="84"/>
                    <a:pt x="1204" y="184"/>
                  </a:cubicBezTo>
                  <a:cubicBezTo>
                    <a:pt x="1204" y="184"/>
                    <a:pt x="235" y="552"/>
                    <a:pt x="1" y="1020"/>
                  </a:cubicBezTo>
                  <a:cubicBezTo>
                    <a:pt x="753" y="552"/>
                    <a:pt x="1571" y="218"/>
                    <a:pt x="24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73"/>
            <p:cNvSpPr/>
            <p:nvPr/>
          </p:nvSpPr>
          <p:spPr>
            <a:xfrm>
              <a:off x="3159814" y="3877727"/>
              <a:ext cx="49838" cy="25736"/>
            </a:xfrm>
            <a:custGeom>
              <a:avLst/>
              <a:gdLst/>
              <a:ahLst/>
              <a:cxnLst/>
              <a:rect l="l" t="t" r="r" b="b"/>
              <a:pathLst>
                <a:path w="1555" h="803" extrusionOk="0">
                  <a:moveTo>
                    <a:pt x="1320" y="0"/>
                  </a:moveTo>
                  <a:cubicBezTo>
                    <a:pt x="836" y="167"/>
                    <a:pt x="0" y="618"/>
                    <a:pt x="0" y="618"/>
                  </a:cubicBezTo>
                  <a:lnTo>
                    <a:pt x="318" y="802"/>
                  </a:lnTo>
                  <a:cubicBezTo>
                    <a:pt x="468" y="635"/>
                    <a:pt x="1554" y="251"/>
                    <a:pt x="1554" y="251"/>
                  </a:cubicBezTo>
                  <a:cubicBezTo>
                    <a:pt x="1471" y="167"/>
                    <a:pt x="1404" y="67"/>
                    <a:pt x="13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73"/>
            <p:cNvSpPr/>
            <p:nvPr/>
          </p:nvSpPr>
          <p:spPr>
            <a:xfrm>
              <a:off x="2510225" y="3699401"/>
              <a:ext cx="646384" cy="577317"/>
            </a:xfrm>
            <a:custGeom>
              <a:avLst/>
              <a:gdLst/>
              <a:ahLst/>
              <a:cxnLst/>
              <a:rect l="l" t="t" r="r" b="b"/>
              <a:pathLst>
                <a:path w="20168" h="18013" extrusionOk="0">
                  <a:moveTo>
                    <a:pt x="2436" y="0"/>
                  </a:moveTo>
                  <a:cubicBezTo>
                    <a:pt x="2432" y="0"/>
                    <a:pt x="2428" y="0"/>
                    <a:pt x="2423" y="0"/>
                  </a:cubicBezTo>
                  <a:cubicBezTo>
                    <a:pt x="1605" y="34"/>
                    <a:pt x="1" y="769"/>
                    <a:pt x="1" y="2473"/>
                  </a:cubicBezTo>
                  <a:cubicBezTo>
                    <a:pt x="1" y="3392"/>
                    <a:pt x="1822" y="16442"/>
                    <a:pt x="6049" y="18012"/>
                  </a:cubicBezTo>
                  <a:cubicBezTo>
                    <a:pt x="9525" y="17962"/>
                    <a:pt x="15490" y="16542"/>
                    <a:pt x="20168" y="12465"/>
                  </a:cubicBezTo>
                  <a:cubicBezTo>
                    <a:pt x="19600" y="10811"/>
                    <a:pt x="18748" y="9257"/>
                    <a:pt x="17645" y="7870"/>
                  </a:cubicBezTo>
                  <a:lnTo>
                    <a:pt x="9575" y="11195"/>
                  </a:lnTo>
                  <a:cubicBezTo>
                    <a:pt x="9575" y="11195"/>
                    <a:pt x="9675" y="10142"/>
                    <a:pt x="9474" y="10092"/>
                  </a:cubicBezTo>
                  <a:cubicBezTo>
                    <a:pt x="9174" y="10059"/>
                    <a:pt x="8873" y="10042"/>
                    <a:pt x="8572" y="10042"/>
                  </a:cubicBezTo>
                  <a:cubicBezTo>
                    <a:pt x="8572" y="10042"/>
                    <a:pt x="4100" y="0"/>
                    <a:pt x="2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73"/>
            <p:cNvSpPr/>
            <p:nvPr/>
          </p:nvSpPr>
          <p:spPr>
            <a:xfrm>
              <a:off x="4461621" y="3319352"/>
              <a:ext cx="177301" cy="74580"/>
            </a:xfrm>
            <a:custGeom>
              <a:avLst/>
              <a:gdLst/>
              <a:ahLst/>
              <a:cxnLst/>
              <a:rect l="l" t="t" r="r" b="b"/>
              <a:pathLst>
                <a:path w="5532" h="2327" extrusionOk="0">
                  <a:moveTo>
                    <a:pt x="3026" y="0"/>
                  </a:moveTo>
                  <a:cubicBezTo>
                    <a:pt x="2800" y="0"/>
                    <a:pt x="2569" y="14"/>
                    <a:pt x="2340" y="45"/>
                  </a:cubicBezTo>
                  <a:cubicBezTo>
                    <a:pt x="1404" y="179"/>
                    <a:pt x="552" y="680"/>
                    <a:pt x="1" y="1449"/>
                  </a:cubicBezTo>
                  <a:cubicBezTo>
                    <a:pt x="805" y="2026"/>
                    <a:pt x="1776" y="2327"/>
                    <a:pt x="2774" y="2327"/>
                  </a:cubicBezTo>
                  <a:cubicBezTo>
                    <a:pt x="2874" y="2327"/>
                    <a:pt x="2974" y="2324"/>
                    <a:pt x="3075" y="2318"/>
                  </a:cubicBezTo>
                  <a:cubicBezTo>
                    <a:pt x="4913" y="2201"/>
                    <a:pt x="5531" y="463"/>
                    <a:pt x="5531" y="463"/>
                  </a:cubicBezTo>
                  <a:cubicBezTo>
                    <a:pt x="5531" y="463"/>
                    <a:pt x="4349" y="0"/>
                    <a:pt x="30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73"/>
            <p:cNvSpPr/>
            <p:nvPr/>
          </p:nvSpPr>
          <p:spPr>
            <a:xfrm>
              <a:off x="4475563" y="3219772"/>
              <a:ext cx="133360" cy="164352"/>
            </a:xfrm>
            <a:custGeom>
              <a:avLst/>
              <a:gdLst/>
              <a:ahLst/>
              <a:cxnLst/>
              <a:rect l="l" t="t" r="r" b="b"/>
              <a:pathLst>
                <a:path w="4161" h="5128" extrusionOk="0">
                  <a:moveTo>
                    <a:pt x="664" y="0"/>
                  </a:moveTo>
                  <a:cubicBezTo>
                    <a:pt x="474" y="0"/>
                    <a:pt x="319" y="33"/>
                    <a:pt x="217" y="111"/>
                  </a:cubicBezTo>
                  <a:lnTo>
                    <a:pt x="217" y="128"/>
                  </a:lnTo>
                  <a:cubicBezTo>
                    <a:pt x="0" y="279"/>
                    <a:pt x="1237" y="4690"/>
                    <a:pt x="1554" y="4957"/>
                  </a:cubicBezTo>
                  <a:cubicBezTo>
                    <a:pt x="1682" y="5071"/>
                    <a:pt x="2080" y="5127"/>
                    <a:pt x="2515" y="5127"/>
                  </a:cubicBezTo>
                  <a:cubicBezTo>
                    <a:pt x="3102" y="5127"/>
                    <a:pt x="3756" y="5025"/>
                    <a:pt x="3910" y="4823"/>
                  </a:cubicBezTo>
                  <a:cubicBezTo>
                    <a:pt x="4161" y="4472"/>
                    <a:pt x="3709" y="964"/>
                    <a:pt x="3709" y="964"/>
                  </a:cubicBezTo>
                  <a:cubicBezTo>
                    <a:pt x="3709" y="964"/>
                    <a:pt x="1687" y="0"/>
                    <a:pt x="6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73"/>
            <p:cNvSpPr/>
            <p:nvPr/>
          </p:nvSpPr>
          <p:spPr>
            <a:xfrm>
              <a:off x="4461621" y="3143846"/>
              <a:ext cx="533953" cy="683178"/>
            </a:xfrm>
            <a:custGeom>
              <a:avLst/>
              <a:gdLst/>
              <a:ahLst/>
              <a:cxnLst/>
              <a:rect l="l" t="t" r="r" b="b"/>
              <a:pathLst>
                <a:path w="16660" h="21316" extrusionOk="0">
                  <a:moveTo>
                    <a:pt x="13454" y="1"/>
                  </a:moveTo>
                  <a:cubicBezTo>
                    <a:pt x="13435" y="1"/>
                    <a:pt x="13417" y="3"/>
                    <a:pt x="13401" y="8"/>
                  </a:cubicBezTo>
                  <a:cubicBezTo>
                    <a:pt x="13117" y="91"/>
                    <a:pt x="9107" y="7810"/>
                    <a:pt x="7820" y="10317"/>
                  </a:cubicBezTo>
                  <a:cubicBezTo>
                    <a:pt x="7570" y="10801"/>
                    <a:pt x="7436" y="11085"/>
                    <a:pt x="7436" y="11085"/>
                  </a:cubicBezTo>
                  <a:lnTo>
                    <a:pt x="6935" y="9732"/>
                  </a:lnTo>
                  <a:lnTo>
                    <a:pt x="5531" y="5939"/>
                  </a:lnTo>
                  <a:cubicBezTo>
                    <a:pt x="5531" y="5939"/>
                    <a:pt x="4779" y="6858"/>
                    <a:pt x="3927" y="7125"/>
                  </a:cubicBezTo>
                  <a:cubicBezTo>
                    <a:pt x="3681" y="7196"/>
                    <a:pt x="3316" y="7225"/>
                    <a:pt x="2902" y="7225"/>
                  </a:cubicBezTo>
                  <a:cubicBezTo>
                    <a:pt x="1856" y="7225"/>
                    <a:pt x="504" y="7045"/>
                    <a:pt x="1" y="6925"/>
                  </a:cubicBezTo>
                  <a:lnTo>
                    <a:pt x="1" y="6925"/>
                  </a:lnTo>
                  <a:cubicBezTo>
                    <a:pt x="268" y="8212"/>
                    <a:pt x="652" y="9448"/>
                    <a:pt x="1137" y="10668"/>
                  </a:cubicBezTo>
                  <a:cubicBezTo>
                    <a:pt x="2707" y="14811"/>
                    <a:pt x="5314" y="20108"/>
                    <a:pt x="5565" y="20509"/>
                  </a:cubicBezTo>
                  <a:cubicBezTo>
                    <a:pt x="5792" y="20904"/>
                    <a:pt x="6584" y="21315"/>
                    <a:pt x="7512" y="21315"/>
                  </a:cubicBezTo>
                  <a:cubicBezTo>
                    <a:pt x="7881" y="21315"/>
                    <a:pt x="8271" y="21250"/>
                    <a:pt x="8656" y="21094"/>
                  </a:cubicBezTo>
                  <a:cubicBezTo>
                    <a:pt x="10009" y="20542"/>
                    <a:pt x="15506" y="10785"/>
                    <a:pt x="15857" y="9949"/>
                  </a:cubicBezTo>
                  <a:cubicBezTo>
                    <a:pt x="16208" y="9114"/>
                    <a:pt x="16659" y="4419"/>
                    <a:pt x="15824" y="2648"/>
                  </a:cubicBezTo>
                  <a:cubicBezTo>
                    <a:pt x="15028" y="960"/>
                    <a:pt x="13852" y="1"/>
                    <a:pt x="134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73"/>
            <p:cNvSpPr/>
            <p:nvPr/>
          </p:nvSpPr>
          <p:spPr>
            <a:xfrm>
              <a:off x="4461621" y="3334191"/>
              <a:ext cx="222267" cy="171339"/>
            </a:xfrm>
            <a:custGeom>
              <a:avLst/>
              <a:gdLst/>
              <a:ahLst/>
              <a:cxnLst/>
              <a:rect l="l" t="t" r="r" b="b"/>
              <a:pathLst>
                <a:path w="6935" h="5346" extrusionOk="0">
                  <a:moveTo>
                    <a:pt x="5531" y="0"/>
                  </a:moveTo>
                  <a:cubicBezTo>
                    <a:pt x="5531" y="0"/>
                    <a:pt x="4796" y="919"/>
                    <a:pt x="3927" y="1186"/>
                  </a:cubicBezTo>
                  <a:cubicBezTo>
                    <a:pt x="3681" y="1257"/>
                    <a:pt x="3316" y="1286"/>
                    <a:pt x="2902" y="1286"/>
                  </a:cubicBezTo>
                  <a:cubicBezTo>
                    <a:pt x="1856" y="1286"/>
                    <a:pt x="504" y="1106"/>
                    <a:pt x="1" y="986"/>
                  </a:cubicBezTo>
                  <a:lnTo>
                    <a:pt x="1" y="986"/>
                  </a:lnTo>
                  <a:cubicBezTo>
                    <a:pt x="268" y="2273"/>
                    <a:pt x="652" y="3509"/>
                    <a:pt x="1137" y="4729"/>
                  </a:cubicBezTo>
                  <a:cubicBezTo>
                    <a:pt x="1940" y="5065"/>
                    <a:pt x="2880" y="5346"/>
                    <a:pt x="3820" y="5346"/>
                  </a:cubicBezTo>
                  <a:cubicBezTo>
                    <a:pt x="4933" y="5346"/>
                    <a:pt x="6047" y="4952"/>
                    <a:pt x="6935" y="3793"/>
                  </a:cubicBezTo>
                  <a:lnTo>
                    <a:pt x="553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73"/>
            <p:cNvSpPr/>
            <p:nvPr/>
          </p:nvSpPr>
          <p:spPr>
            <a:xfrm>
              <a:off x="4523734" y="3129616"/>
              <a:ext cx="108746" cy="316205"/>
            </a:xfrm>
            <a:custGeom>
              <a:avLst/>
              <a:gdLst/>
              <a:ahLst/>
              <a:cxnLst/>
              <a:rect l="l" t="t" r="r" b="b"/>
              <a:pathLst>
                <a:path w="3393" h="9866" extrusionOk="0">
                  <a:moveTo>
                    <a:pt x="1622" y="0"/>
                  </a:moveTo>
                  <a:lnTo>
                    <a:pt x="1" y="318"/>
                  </a:lnTo>
                  <a:cubicBezTo>
                    <a:pt x="1" y="318"/>
                    <a:pt x="34" y="552"/>
                    <a:pt x="118" y="953"/>
                  </a:cubicBezTo>
                  <a:cubicBezTo>
                    <a:pt x="502" y="2958"/>
                    <a:pt x="1688" y="9123"/>
                    <a:pt x="1755" y="9374"/>
                  </a:cubicBezTo>
                  <a:cubicBezTo>
                    <a:pt x="1831" y="9647"/>
                    <a:pt x="2183" y="9865"/>
                    <a:pt x="2547" y="9865"/>
                  </a:cubicBezTo>
                  <a:cubicBezTo>
                    <a:pt x="2584" y="9865"/>
                    <a:pt x="2621" y="9863"/>
                    <a:pt x="2658" y="9859"/>
                  </a:cubicBezTo>
                  <a:cubicBezTo>
                    <a:pt x="3059" y="9859"/>
                    <a:pt x="3376" y="9524"/>
                    <a:pt x="3393" y="9140"/>
                  </a:cubicBezTo>
                  <a:cubicBezTo>
                    <a:pt x="3393" y="8806"/>
                    <a:pt x="2190" y="2824"/>
                    <a:pt x="1772" y="719"/>
                  </a:cubicBezTo>
                  <a:cubicBezTo>
                    <a:pt x="1688" y="268"/>
                    <a:pt x="1622" y="0"/>
                    <a:pt x="16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73"/>
            <p:cNvSpPr/>
            <p:nvPr/>
          </p:nvSpPr>
          <p:spPr>
            <a:xfrm>
              <a:off x="4599789" y="3193716"/>
              <a:ext cx="60542" cy="101663"/>
            </a:xfrm>
            <a:custGeom>
              <a:avLst/>
              <a:gdLst/>
              <a:ahLst/>
              <a:cxnLst/>
              <a:rect l="l" t="t" r="r" b="b"/>
              <a:pathLst>
                <a:path w="1889" h="3172" extrusionOk="0">
                  <a:moveTo>
                    <a:pt x="877" y="1"/>
                  </a:moveTo>
                  <a:cubicBezTo>
                    <a:pt x="529" y="1"/>
                    <a:pt x="1" y="306"/>
                    <a:pt x="1" y="306"/>
                  </a:cubicBezTo>
                  <a:cubicBezTo>
                    <a:pt x="1" y="306"/>
                    <a:pt x="351" y="2144"/>
                    <a:pt x="635" y="2662"/>
                  </a:cubicBezTo>
                  <a:cubicBezTo>
                    <a:pt x="781" y="2979"/>
                    <a:pt x="1094" y="3171"/>
                    <a:pt x="1425" y="3171"/>
                  </a:cubicBezTo>
                  <a:cubicBezTo>
                    <a:pt x="1512" y="3171"/>
                    <a:pt x="1601" y="3158"/>
                    <a:pt x="1688" y="3130"/>
                  </a:cubicBezTo>
                  <a:cubicBezTo>
                    <a:pt x="1889" y="3030"/>
                    <a:pt x="1488" y="2361"/>
                    <a:pt x="1488" y="2361"/>
                  </a:cubicBezTo>
                  <a:cubicBezTo>
                    <a:pt x="1488" y="2361"/>
                    <a:pt x="1354" y="206"/>
                    <a:pt x="1053" y="39"/>
                  </a:cubicBezTo>
                  <a:cubicBezTo>
                    <a:pt x="1005" y="12"/>
                    <a:pt x="944" y="1"/>
                    <a:pt x="8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73"/>
            <p:cNvSpPr/>
            <p:nvPr/>
          </p:nvSpPr>
          <p:spPr>
            <a:xfrm>
              <a:off x="4476076" y="3187690"/>
              <a:ext cx="163904" cy="125989"/>
            </a:xfrm>
            <a:custGeom>
              <a:avLst/>
              <a:gdLst/>
              <a:ahLst/>
              <a:cxnLst/>
              <a:rect l="l" t="t" r="r" b="b"/>
              <a:pathLst>
                <a:path w="5114" h="3931" extrusionOk="0">
                  <a:moveTo>
                    <a:pt x="3281" y="0"/>
                  </a:moveTo>
                  <a:cubicBezTo>
                    <a:pt x="3162" y="0"/>
                    <a:pt x="3043" y="9"/>
                    <a:pt x="2925" y="26"/>
                  </a:cubicBezTo>
                  <a:cubicBezTo>
                    <a:pt x="2390" y="127"/>
                    <a:pt x="402" y="728"/>
                    <a:pt x="201" y="1112"/>
                  </a:cubicBezTo>
                  <a:cubicBezTo>
                    <a:pt x="1" y="1513"/>
                    <a:pt x="953" y="3652"/>
                    <a:pt x="1154" y="3869"/>
                  </a:cubicBezTo>
                  <a:cubicBezTo>
                    <a:pt x="1193" y="3912"/>
                    <a:pt x="1347" y="3930"/>
                    <a:pt x="1569" y="3930"/>
                  </a:cubicBezTo>
                  <a:cubicBezTo>
                    <a:pt x="2475" y="3930"/>
                    <a:pt x="4518" y="3629"/>
                    <a:pt x="4612" y="3468"/>
                  </a:cubicBezTo>
                  <a:cubicBezTo>
                    <a:pt x="4663" y="3301"/>
                    <a:pt x="4679" y="3134"/>
                    <a:pt x="4629" y="2967"/>
                  </a:cubicBezTo>
                  <a:cubicBezTo>
                    <a:pt x="4612" y="2817"/>
                    <a:pt x="4579" y="2683"/>
                    <a:pt x="4579" y="2683"/>
                  </a:cubicBezTo>
                  <a:cubicBezTo>
                    <a:pt x="4579" y="2683"/>
                    <a:pt x="5080" y="2516"/>
                    <a:pt x="5114" y="2399"/>
                  </a:cubicBezTo>
                  <a:cubicBezTo>
                    <a:pt x="5080" y="2182"/>
                    <a:pt x="4980" y="1981"/>
                    <a:pt x="4863" y="1798"/>
                  </a:cubicBezTo>
                  <a:cubicBezTo>
                    <a:pt x="4796" y="1664"/>
                    <a:pt x="4746" y="1564"/>
                    <a:pt x="4746" y="1564"/>
                  </a:cubicBezTo>
                  <a:cubicBezTo>
                    <a:pt x="4746" y="1564"/>
                    <a:pt x="4963" y="1280"/>
                    <a:pt x="4880" y="1112"/>
                  </a:cubicBezTo>
                  <a:cubicBezTo>
                    <a:pt x="4763" y="979"/>
                    <a:pt x="4629" y="862"/>
                    <a:pt x="4479" y="795"/>
                  </a:cubicBezTo>
                  <a:cubicBezTo>
                    <a:pt x="4479" y="795"/>
                    <a:pt x="4529" y="595"/>
                    <a:pt x="4546" y="377"/>
                  </a:cubicBezTo>
                  <a:cubicBezTo>
                    <a:pt x="4175" y="126"/>
                    <a:pt x="3732" y="0"/>
                    <a:pt x="32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73"/>
            <p:cNvSpPr/>
            <p:nvPr/>
          </p:nvSpPr>
          <p:spPr>
            <a:xfrm>
              <a:off x="4516235" y="3120834"/>
              <a:ext cx="68459" cy="26025"/>
            </a:xfrm>
            <a:custGeom>
              <a:avLst/>
              <a:gdLst/>
              <a:ahLst/>
              <a:cxnLst/>
              <a:rect l="l" t="t" r="r" b="b"/>
              <a:pathLst>
                <a:path w="2136" h="812" extrusionOk="0">
                  <a:moveTo>
                    <a:pt x="1799" y="1"/>
                  </a:moveTo>
                  <a:cubicBezTo>
                    <a:pt x="1780" y="1"/>
                    <a:pt x="1760" y="3"/>
                    <a:pt x="1739" y="7"/>
                  </a:cubicBezTo>
                  <a:lnTo>
                    <a:pt x="235" y="291"/>
                  </a:lnTo>
                  <a:cubicBezTo>
                    <a:pt x="85" y="325"/>
                    <a:pt x="1" y="475"/>
                    <a:pt x="51" y="609"/>
                  </a:cubicBezTo>
                  <a:lnTo>
                    <a:pt x="51" y="625"/>
                  </a:lnTo>
                  <a:cubicBezTo>
                    <a:pt x="81" y="746"/>
                    <a:pt x="192" y="812"/>
                    <a:pt x="299" y="812"/>
                  </a:cubicBezTo>
                  <a:cubicBezTo>
                    <a:pt x="311" y="812"/>
                    <a:pt x="323" y="811"/>
                    <a:pt x="335" y="809"/>
                  </a:cubicBezTo>
                  <a:lnTo>
                    <a:pt x="1839" y="492"/>
                  </a:lnTo>
                  <a:cubicBezTo>
                    <a:pt x="2135" y="414"/>
                    <a:pt x="2068" y="1"/>
                    <a:pt x="17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73"/>
            <p:cNvSpPr/>
            <p:nvPr/>
          </p:nvSpPr>
          <p:spPr>
            <a:xfrm>
              <a:off x="4578892" y="3380247"/>
              <a:ext cx="42338" cy="50703"/>
            </a:xfrm>
            <a:custGeom>
              <a:avLst/>
              <a:gdLst/>
              <a:ahLst/>
              <a:cxnLst/>
              <a:rect l="l" t="t" r="r" b="b"/>
              <a:pathLst>
                <a:path w="1321" h="1582" extrusionOk="0">
                  <a:moveTo>
                    <a:pt x="1" y="0"/>
                  </a:moveTo>
                  <a:lnTo>
                    <a:pt x="1" y="0"/>
                  </a:lnTo>
                  <a:cubicBezTo>
                    <a:pt x="1" y="0"/>
                    <a:pt x="168" y="1237"/>
                    <a:pt x="419" y="1454"/>
                  </a:cubicBezTo>
                  <a:cubicBezTo>
                    <a:pt x="516" y="1538"/>
                    <a:pt x="673" y="1582"/>
                    <a:pt x="829" y="1582"/>
                  </a:cubicBezTo>
                  <a:cubicBezTo>
                    <a:pt x="1076" y="1582"/>
                    <a:pt x="1321" y="1472"/>
                    <a:pt x="1321" y="1237"/>
                  </a:cubicBezTo>
                  <a:cubicBezTo>
                    <a:pt x="1304" y="919"/>
                    <a:pt x="1237" y="618"/>
                    <a:pt x="1170" y="318"/>
                  </a:cubicBezTo>
                  <a:cubicBezTo>
                    <a:pt x="1126" y="172"/>
                    <a:pt x="990" y="79"/>
                    <a:pt x="851" y="79"/>
                  </a:cubicBezTo>
                  <a:cubicBezTo>
                    <a:pt x="782" y="79"/>
                    <a:pt x="713" y="101"/>
                    <a:pt x="653" y="150"/>
                  </a:cubicBezTo>
                  <a:cubicBezTo>
                    <a:pt x="578" y="210"/>
                    <a:pt x="491" y="253"/>
                    <a:pt x="395" y="253"/>
                  </a:cubicBezTo>
                  <a:cubicBezTo>
                    <a:pt x="274" y="253"/>
                    <a:pt x="140" y="186"/>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73"/>
            <p:cNvSpPr/>
            <p:nvPr/>
          </p:nvSpPr>
          <p:spPr>
            <a:xfrm>
              <a:off x="4699945" y="3474474"/>
              <a:ext cx="77978" cy="133905"/>
            </a:xfrm>
            <a:custGeom>
              <a:avLst/>
              <a:gdLst/>
              <a:ahLst/>
              <a:cxnLst/>
              <a:rect l="l" t="t" r="r" b="b"/>
              <a:pathLst>
                <a:path w="2433" h="4178" extrusionOk="0">
                  <a:moveTo>
                    <a:pt x="384" y="1"/>
                  </a:moveTo>
                  <a:lnTo>
                    <a:pt x="0" y="769"/>
                  </a:lnTo>
                  <a:lnTo>
                    <a:pt x="1153" y="4178"/>
                  </a:lnTo>
                  <a:cubicBezTo>
                    <a:pt x="1153" y="4178"/>
                    <a:pt x="1571" y="2674"/>
                    <a:pt x="1537" y="2307"/>
                  </a:cubicBezTo>
                  <a:cubicBezTo>
                    <a:pt x="1504" y="1956"/>
                    <a:pt x="886" y="1170"/>
                    <a:pt x="869" y="1154"/>
                  </a:cubicBezTo>
                  <a:lnTo>
                    <a:pt x="869" y="1154"/>
                  </a:lnTo>
                  <a:cubicBezTo>
                    <a:pt x="893" y="1166"/>
                    <a:pt x="1765" y="1467"/>
                    <a:pt x="2187" y="1467"/>
                  </a:cubicBezTo>
                  <a:cubicBezTo>
                    <a:pt x="2339" y="1467"/>
                    <a:pt x="2433" y="1427"/>
                    <a:pt x="2406" y="1321"/>
                  </a:cubicBezTo>
                  <a:cubicBezTo>
                    <a:pt x="2339" y="1003"/>
                    <a:pt x="1019" y="302"/>
                    <a:pt x="38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73"/>
            <p:cNvSpPr/>
            <p:nvPr/>
          </p:nvSpPr>
          <p:spPr>
            <a:xfrm>
              <a:off x="5367707" y="2798667"/>
              <a:ext cx="585361" cy="597124"/>
            </a:xfrm>
            <a:custGeom>
              <a:avLst/>
              <a:gdLst/>
              <a:ahLst/>
              <a:cxnLst/>
              <a:rect l="l" t="t" r="r" b="b"/>
              <a:pathLst>
                <a:path w="18264" h="18631" extrusionOk="0">
                  <a:moveTo>
                    <a:pt x="12983" y="1"/>
                  </a:moveTo>
                  <a:lnTo>
                    <a:pt x="8672" y="2006"/>
                  </a:lnTo>
                  <a:lnTo>
                    <a:pt x="9825" y="11179"/>
                  </a:lnTo>
                  <a:cubicBezTo>
                    <a:pt x="9825" y="11179"/>
                    <a:pt x="8590" y="11170"/>
                    <a:pt x="7007" y="11170"/>
                  </a:cubicBezTo>
                  <a:cubicBezTo>
                    <a:pt x="4237" y="11170"/>
                    <a:pt x="400" y="11197"/>
                    <a:pt x="251" y="11346"/>
                  </a:cubicBezTo>
                  <a:cubicBezTo>
                    <a:pt x="1" y="11596"/>
                    <a:pt x="1889" y="17912"/>
                    <a:pt x="3760" y="18631"/>
                  </a:cubicBezTo>
                  <a:cubicBezTo>
                    <a:pt x="3760" y="18631"/>
                    <a:pt x="17177" y="17778"/>
                    <a:pt x="17712" y="16993"/>
                  </a:cubicBezTo>
                  <a:cubicBezTo>
                    <a:pt x="18263" y="16208"/>
                    <a:pt x="12983" y="1"/>
                    <a:pt x="1298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73"/>
            <p:cNvSpPr/>
            <p:nvPr/>
          </p:nvSpPr>
          <p:spPr>
            <a:xfrm>
              <a:off x="5509079" y="2628386"/>
              <a:ext cx="248163" cy="360370"/>
            </a:xfrm>
            <a:custGeom>
              <a:avLst/>
              <a:gdLst/>
              <a:ahLst/>
              <a:cxnLst/>
              <a:rect l="l" t="t" r="r" b="b"/>
              <a:pathLst>
                <a:path w="7743" h="11244" extrusionOk="0">
                  <a:moveTo>
                    <a:pt x="3242" y="0"/>
                  </a:moveTo>
                  <a:lnTo>
                    <a:pt x="3242" y="1070"/>
                  </a:lnTo>
                  <a:lnTo>
                    <a:pt x="3209" y="4411"/>
                  </a:lnTo>
                  <a:cubicBezTo>
                    <a:pt x="2022" y="4746"/>
                    <a:pt x="1070" y="5648"/>
                    <a:pt x="669" y="6817"/>
                  </a:cubicBezTo>
                  <a:cubicBezTo>
                    <a:pt x="1" y="8856"/>
                    <a:pt x="1087" y="10777"/>
                    <a:pt x="3794" y="11195"/>
                  </a:cubicBezTo>
                  <a:cubicBezTo>
                    <a:pt x="4007" y="11228"/>
                    <a:pt x="4211" y="11244"/>
                    <a:pt x="4406" y="11244"/>
                  </a:cubicBezTo>
                  <a:cubicBezTo>
                    <a:pt x="6689" y="11244"/>
                    <a:pt x="7743" y="9109"/>
                    <a:pt x="7620" y="7569"/>
                  </a:cubicBezTo>
                  <a:cubicBezTo>
                    <a:pt x="7486" y="5898"/>
                    <a:pt x="6584" y="4796"/>
                    <a:pt x="5013" y="4345"/>
                  </a:cubicBezTo>
                  <a:cubicBezTo>
                    <a:pt x="4963" y="2924"/>
                    <a:pt x="4963" y="1822"/>
                    <a:pt x="4963" y="1070"/>
                  </a:cubicBezTo>
                  <a:cubicBezTo>
                    <a:pt x="4963" y="401"/>
                    <a:pt x="4980" y="34"/>
                    <a:pt x="4980" y="34"/>
                  </a:cubicBezTo>
                  <a:lnTo>
                    <a:pt x="324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73"/>
            <p:cNvSpPr/>
            <p:nvPr/>
          </p:nvSpPr>
          <p:spPr>
            <a:xfrm>
              <a:off x="5551930" y="2894529"/>
              <a:ext cx="175666" cy="70222"/>
            </a:xfrm>
            <a:custGeom>
              <a:avLst/>
              <a:gdLst/>
              <a:ahLst/>
              <a:cxnLst/>
              <a:rect l="l" t="t" r="r" b="b"/>
              <a:pathLst>
                <a:path w="5481" h="2191" extrusionOk="0">
                  <a:moveTo>
                    <a:pt x="5481" y="0"/>
                  </a:moveTo>
                  <a:lnTo>
                    <a:pt x="0" y="67"/>
                  </a:lnTo>
                  <a:cubicBezTo>
                    <a:pt x="351" y="1320"/>
                    <a:pt x="1504" y="2189"/>
                    <a:pt x="2807" y="2189"/>
                  </a:cubicBezTo>
                  <a:cubicBezTo>
                    <a:pt x="2841" y="2190"/>
                    <a:pt x="2875" y="2191"/>
                    <a:pt x="2908" y="2191"/>
                  </a:cubicBezTo>
                  <a:cubicBezTo>
                    <a:pt x="5140" y="2191"/>
                    <a:pt x="5481" y="0"/>
                    <a:pt x="54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73"/>
            <p:cNvSpPr/>
            <p:nvPr/>
          </p:nvSpPr>
          <p:spPr>
            <a:xfrm>
              <a:off x="5615101" y="2647135"/>
              <a:ext cx="133392" cy="134546"/>
            </a:xfrm>
            <a:custGeom>
              <a:avLst/>
              <a:gdLst/>
              <a:ahLst/>
              <a:cxnLst/>
              <a:rect l="l" t="t" r="r" b="b"/>
              <a:pathLst>
                <a:path w="4162" h="4198" extrusionOk="0">
                  <a:moveTo>
                    <a:pt x="1822" y="0"/>
                  </a:moveTo>
                  <a:cubicBezTo>
                    <a:pt x="1438" y="0"/>
                    <a:pt x="1" y="953"/>
                    <a:pt x="1" y="1136"/>
                  </a:cubicBezTo>
                  <a:cubicBezTo>
                    <a:pt x="1" y="1332"/>
                    <a:pt x="149" y="1379"/>
                    <a:pt x="308" y="1379"/>
                  </a:cubicBezTo>
                  <a:cubicBezTo>
                    <a:pt x="393" y="1379"/>
                    <a:pt x="482" y="1365"/>
                    <a:pt x="552" y="1354"/>
                  </a:cubicBezTo>
                  <a:cubicBezTo>
                    <a:pt x="736" y="1320"/>
                    <a:pt x="1739" y="902"/>
                    <a:pt x="1739" y="902"/>
                  </a:cubicBezTo>
                  <a:lnTo>
                    <a:pt x="2557" y="1387"/>
                  </a:lnTo>
                  <a:cubicBezTo>
                    <a:pt x="2557" y="1387"/>
                    <a:pt x="987" y="1738"/>
                    <a:pt x="820" y="2055"/>
                  </a:cubicBezTo>
                  <a:cubicBezTo>
                    <a:pt x="753" y="2189"/>
                    <a:pt x="753" y="2323"/>
                    <a:pt x="803" y="2473"/>
                  </a:cubicBezTo>
                  <a:cubicBezTo>
                    <a:pt x="820" y="2607"/>
                    <a:pt x="853" y="2707"/>
                    <a:pt x="853" y="2707"/>
                  </a:cubicBezTo>
                  <a:cubicBezTo>
                    <a:pt x="753" y="2807"/>
                    <a:pt x="686" y="2941"/>
                    <a:pt x="653" y="3075"/>
                  </a:cubicBezTo>
                  <a:cubicBezTo>
                    <a:pt x="686" y="3242"/>
                    <a:pt x="753" y="3409"/>
                    <a:pt x="836" y="3542"/>
                  </a:cubicBezTo>
                  <a:cubicBezTo>
                    <a:pt x="836" y="3542"/>
                    <a:pt x="736" y="3977"/>
                    <a:pt x="820" y="4094"/>
                  </a:cubicBezTo>
                  <a:cubicBezTo>
                    <a:pt x="875" y="4183"/>
                    <a:pt x="1703" y="4198"/>
                    <a:pt x="2249" y="4198"/>
                  </a:cubicBezTo>
                  <a:cubicBezTo>
                    <a:pt x="2522" y="4198"/>
                    <a:pt x="2724" y="4194"/>
                    <a:pt x="2724" y="4194"/>
                  </a:cubicBezTo>
                  <a:cubicBezTo>
                    <a:pt x="2724" y="4194"/>
                    <a:pt x="2757" y="4195"/>
                    <a:pt x="2810" y="4195"/>
                  </a:cubicBezTo>
                  <a:cubicBezTo>
                    <a:pt x="3048" y="4195"/>
                    <a:pt x="3712" y="4183"/>
                    <a:pt x="3794" y="4060"/>
                  </a:cubicBezTo>
                  <a:cubicBezTo>
                    <a:pt x="3911" y="3910"/>
                    <a:pt x="4161" y="1320"/>
                    <a:pt x="4128" y="1186"/>
                  </a:cubicBezTo>
                  <a:cubicBezTo>
                    <a:pt x="4078" y="1053"/>
                    <a:pt x="2207" y="0"/>
                    <a:pt x="18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73"/>
            <p:cNvSpPr/>
            <p:nvPr/>
          </p:nvSpPr>
          <p:spPr>
            <a:xfrm>
              <a:off x="5599044" y="2618194"/>
              <a:ext cx="82497" cy="21986"/>
            </a:xfrm>
            <a:custGeom>
              <a:avLst/>
              <a:gdLst/>
              <a:ahLst/>
              <a:cxnLst/>
              <a:rect l="l" t="t" r="r" b="b"/>
              <a:pathLst>
                <a:path w="2574" h="686" extrusionOk="0">
                  <a:moveTo>
                    <a:pt x="2223" y="1"/>
                  </a:moveTo>
                  <a:lnTo>
                    <a:pt x="452" y="18"/>
                  </a:lnTo>
                  <a:cubicBezTo>
                    <a:pt x="1" y="18"/>
                    <a:pt x="1" y="686"/>
                    <a:pt x="452" y="686"/>
                  </a:cubicBezTo>
                  <a:lnTo>
                    <a:pt x="2223" y="686"/>
                  </a:lnTo>
                  <a:cubicBezTo>
                    <a:pt x="2407" y="686"/>
                    <a:pt x="2557" y="552"/>
                    <a:pt x="2557" y="385"/>
                  </a:cubicBezTo>
                  <a:lnTo>
                    <a:pt x="2574" y="352"/>
                  </a:lnTo>
                  <a:cubicBezTo>
                    <a:pt x="2574" y="168"/>
                    <a:pt x="2423" y="1"/>
                    <a:pt x="22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73"/>
            <p:cNvSpPr/>
            <p:nvPr/>
          </p:nvSpPr>
          <p:spPr>
            <a:xfrm>
              <a:off x="5586352" y="2682166"/>
              <a:ext cx="40575" cy="64645"/>
            </a:xfrm>
            <a:custGeom>
              <a:avLst/>
              <a:gdLst/>
              <a:ahLst/>
              <a:cxnLst/>
              <a:rect l="l" t="t" r="r" b="b"/>
              <a:pathLst>
                <a:path w="1266" h="2017" extrusionOk="0">
                  <a:moveTo>
                    <a:pt x="479" y="0"/>
                  </a:moveTo>
                  <a:cubicBezTo>
                    <a:pt x="413" y="0"/>
                    <a:pt x="341" y="19"/>
                    <a:pt x="263" y="60"/>
                  </a:cubicBezTo>
                  <a:cubicBezTo>
                    <a:pt x="0" y="208"/>
                    <a:pt x="415" y="2017"/>
                    <a:pt x="826" y="2017"/>
                  </a:cubicBezTo>
                  <a:cubicBezTo>
                    <a:pt x="833" y="2017"/>
                    <a:pt x="841" y="2016"/>
                    <a:pt x="848" y="2015"/>
                  </a:cubicBezTo>
                  <a:cubicBezTo>
                    <a:pt x="1266" y="1965"/>
                    <a:pt x="1266" y="1280"/>
                    <a:pt x="1149" y="929"/>
                  </a:cubicBezTo>
                  <a:cubicBezTo>
                    <a:pt x="1063" y="629"/>
                    <a:pt x="868" y="0"/>
                    <a:pt x="4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73"/>
            <p:cNvSpPr/>
            <p:nvPr/>
          </p:nvSpPr>
          <p:spPr>
            <a:xfrm>
              <a:off x="5365560" y="5440325"/>
              <a:ext cx="466456" cy="148904"/>
            </a:xfrm>
            <a:custGeom>
              <a:avLst/>
              <a:gdLst/>
              <a:ahLst/>
              <a:cxnLst/>
              <a:rect l="l" t="t" r="r" b="b"/>
              <a:pathLst>
                <a:path w="14554" h="4646" extrusionOk="0">
                  <a:moveTo>
                    <a:pt x="7603" y="1"/>
                  </a:moveTo>
                  <a:cubicBezTo>
                    <a:pt x="7603" y="1"/>
                    <a:pt x="1237" y="2089"/>
                    <a:pt x="1" y="3810"/>
                  </a:cubicBezTo>
                  <a:lnTo>
                    <a:pt x="17" y="4646"/>
                  </a:lnTo>
                  <a:lnTo>
                    <a:pt x="14504" y="4595"/>
                  </a:lnTo>
                  <a:cubicBezTo>
                    <a:pt x="14554" y="3877"/>
                    <a:pt x="14170" y="3209"/>
                    <a:pt x="13535" y="2908"/>
                  </a:cubicBezTo>
                  <a:cubicBezTo>
                    <a:pt x="12432" y="2323"/>
                    <a:pt x="7603" y="1"/>
                    <a:pt x="76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73"/>
            <p:cNvSpPr/>
            <p:nvPr/>
          </p:nvSpPr>
          <p:spPr>
            <a:xfrm>
              <a:off x="4718150" y="5466574"/>
              <a:ext cx="478218" cy="121598"/>
            </a:xfrm>
            <a:custGeom>
              <a:avLst/>
              <a:gdLst/>
              <a:ahLst/>
              <a:cxnLst/>
              <a:rect l="l" t="t" r="r" b="b"/>
              <a:pathLst>
                <a:path w="14921" h="3794" extrusionOk="0">
                  <a:moveTo>
                    <a:pt x="6032" y="0"/>
                  </a:moveTo>
                  <a:cubicBezTo>
                    <a:pt x="6032" y="0"/>
                    <a:pt x="2841" y="1538"/>
                    <a:pt x="1621" y="2189"/>
                  </a:cubicBezTo>
                  <a:cubicBezTo>
                    <a:pt x="936" y="2557"/>
                    <a:pt x="384" y="3108"/>
                    <a:pt x="0" y="3793"/>
                  </a:cubicBezTo>
                  <a:lnTo>
                    <a:pt x="14921" y="3793"/>
                  </a:lnTo>
                  <a:lnTo>
                    <a:pt x="14921" y="3242"/>
                  </a:lnTo>
                  <a:cubicBezTo>
                    <a:pt x="12398" y="969"/>
                    <a:pt x="6032" y="0"/>
                    <a:pt x="60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73"/>
            <p:cNvSpPr/>
            <p:nvPr/>
          </p:nvSpPr>
          <p:spPr>
            <a:xfrm>
              <a:off x="4911443" y="3861606"/>
              <a:ext cx="728881" cy="1708874"/>
            </a:xfrm>
            <a:custGeom>
              <a:avLst/>
              <a:gdLst/>
              <a:ahLst/>
              <a:cxnLst/>
              <a:rect l="l" t="t" r="r" b="b"/>
              <a:pathLst>
                <a:path w="22742" h="53319" extrusionOk="0">
                  <a:moveTo>
                    <a:pt x="13188" y="0"/>
                  </a:moveTo>
                  <a:cubicBezTo>
                    <a:pt x="8866" y="0"/>
                    <a:pt x="4061" y="119"/>
                    <a:pt x="4061" y="119"/>
                  </a:cubicBezTo>
                  <a:lnTo>
                    <a:pt x="3476" y="7187"/>
                  </a:lnTo>
                  <a:lnTo>
                    <a:pt x="1" y="50077"/>
                  </a:lnTo>
                  <a:cubicBezTo>
                    <a:pt x="1" y="50077"/>
                    <a:pt x="2123" y="50696"/>
                    <a:pt x="4312" y="51414"/>
                  </a:cubicBezTo>
                  <a:cubicBezTo>
                    <a:pt x="4663" y="51531"/>
                    <a:pt x="4997" y="51648"/>
                    <a:pt x="5348" y="51782"/>
                  </a:cubicBezTo>
                  <a:cubicBezTo>
                    <a:pt x="6985" y="52350"/>
                    <a:pt x="8472" y="52935"/>
                    <a:pt x="8890" y="53319"/>
                  </a:cubicBezTo>
                  <a:cubicBezTo>
                    <a:pt x="9391" y="45850"/>
                    <a:pt x="11062" y="10946"/>
                    <a:pt x="11246" y="7137"/>
                  </a:cubicBezTo>
                  <a:cubicBezTo>
                    <a:pt x="11262" y="6919"/>
                    <a:pt x="11262" y="6802"/>
                    <a:pt x="11262" y="6802"/>
                  </a:cubicBezTo>
                  <a:lnTo>
                    <a:pt x="12048" y="6802"/>
                  </a:lnTo>
                  <a:lnTo>
                    <a:pt x="12064" y="7137"/>
                  </a:lnTo>
                  <a:lnTo>
                    <a:pt x="14170" y="53068"/>
                  </a:lnTo>
                  <a:cubicBezTo>
                    <a:pt x="14170" y="53068"/>
                    <a:pt x="15523" y="52417"/>
                    <a:pt x="17311" y="51665"/>
                  </a:cubicBezTo>
                  <a:cubicBezTo>
                    <a:pt x="17612" y="51531"/>
                    <a:pt x="17929" y="51397"/>
                    <a:pt x="18263" y="51264"/>
                  </a:cubicBezTo>
                  <a:cubicBezTo>
                    <a:pt x="19734" y="50662"/>
                    <a:pt x="21221" y="50128"/>
                    <a:pt x="22741" y="49676"/>
                  </a:cubicBezTo>
                  <a:cubicBezTo>
                    <a:pt x="21705" y="37462"/>
                    <a:pt x="20419" y="17646"/>
                    <a:pt x="19483" y="7103"/>
                  </a:cubicBezTo>
                  <a:cubicBezTo>
                    <a:pt x="19149" y="3310"/>
                    <a:pt x="18865" y="737"/>
                    <a:pt x="18648" y="119"/>
                  </a:cubicBezTo>
                  <a:cubicBezTo>
                    <a:pt x="17389" y="30"/>
                    <a:pt x="15349" y="0"/>
                    <a:pt x="131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73"/>
            <p:cNvSpPr/>
            <p:nvPr/>
          </p:nvSpPr>
          <p:spPr>
            <a:xfrm>
              <a:off x="4985350" y="3142468"/>
              <a:ext cx="510909" cy="750803"/>
            </a:xfrm>
            <a:custGeom>
              <a:avLst/>
              <a:gdLst/>
              <a:ahLst/>
              <a:cxnLst/>
              <a:rect l="l" t="t" r="r" b="b"/>
              <a:pathLst>
                <a:path w="15941" h="23426" extrusionOk="0">
                  <a:moveTo>
                    <a:pt x="4295" y="1"/>
                  </a:moveTo>
                  <a:lnTo>
                    <a:pt x="2707" y="84"/>
                  </a:lnTo>
                  <a:lnTo>
                    <a:pt x="1" y="201"/>
                  </a:lnTo>
                  <a:lnTo>
                    <a:pt x="1688" y="23426"/>
                  </a:lnTo>
                  <a:lnTo>
                    <a:pt x="15941" y="23426"/>
                  </a:lnTo>
                  <a:lnTo>
                    <a:pt x="12649" y="1404"/>
                  </a:lnTo>
                  <a:lnTo>
                    <a:pt x="11279" y="1170"/>
                  </a:lnTo>
                  <a:lnTo>
                    <a:pt x="429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73"/>
            <p:cNvSpPr/>
            <p:nvPr/>
          </p:nvSpPr>
          <p:spPr>
            <a:xfrm>
              <a:off x="5226879" y="3193331"/>
              <a:ext cx="65895" cy="69645"/>
            </a:xfrm>
            <a:custGeom>
              <a:avLst/>
              <a:gdLst/>
              <a:ahLst/>
              <a:cxnLst/>
              <a:rect l="l" t="t" r="r" b="b"/>
              <a:pathLst>
                <a:path w="2056" h="2173" extrusionOk="0">
                  <a:moveTo>
                    <a:pt x="1287" y="1"/>
                  </a:moveTo>
                  <a:cubicBezTo>
                    <a:pt x="1287" y="1"/>
                    <a:pt x="134" y="151"/>
                    <a:pt x="0" y="1187"/>
                  </a:cubicBezTo>
                  <a:lnTo>
                    <a:pt x="1003" y="2173"/>
                  </a:lnTo>
                  <a:lnTo>
                    <a:pt x="1855" y="2139"/>
                  </a:lnTo>
                  <a:lnTo>
                    <a:pt x="2055" y="769"/>
                  </a:lnTo>
                  <a:lnTo>
                    <a:pt x="12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73"/>
            <p:cNvSpPr/>
            <p:nvPr/>
          </p:nvSpPr>
          <p:spPr>
            <a:xfrm>
              <a:off x="5240244" y="3261886"/>
              <a:ext cx="128040" cy="601418"/>
            </a:xfrm>
            <a:custGeom>
              <a:avLst/>
              <a:gdLst/>
              <a:ahLst/>
              <a:cxnLst/>
              <a:rect l="l" t="t" r="r" b="b"/>
              <a:pathLst>
                <a:path w="3995" h="18765" extrusionOk="0">
                  <a:moveTo>
                    <a:pt x="1438" y="0"/>
                  </a:moveTo>
                  <a:lnTo>
                    <a:pt x="586" y="34"/>
                  </a:lnTo>
                  <a:lnTo>
                    <a:pt x="569" y="569"/>
                  </a:lnTo>
                  <a:lnTo>
                    <a:pt x="1" y="16759"/>
                  </a:lnTo>
                  <a:lnTo>
                    <a:pt x="2608" y="18764"/>
                  </a:lnTo>
                  <a:lnTo>
                    <a:pt x="3994" y="16575"/>
                  </a:lnTo>
                  <a:lnTo>
                    <a:pt x="1521" y="602"/>
                  </a:lnTo>
                  <a:lnTo>
                    <a:pt x="143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73"/>
            <p:cNvSpPr/>
            <p:nvPr/>
          </p:nvSpPr>
          <p:spPr>
            <a:xfrm>
              <a:off x="5258480" y="3261886"/>
              <a:ext cx="30544" cy="19294"/>
            </a:xfrm>
            <a:custGeom>
              <a:avLst/>
              <a:gdLst/>
              <a:ahLst/>
              <a:cxnLst/>
              <a:rect l="l" t="t" r="r" b="b"/>
              <a:pathLst>
                <a:path w="953" h="602" extrusionOk="0">
                  <a:moveTo>
                    <a:pt x="869" y="0"/>
                  </a:moveTo>
                  <a:lnTo>
                    <a:pt x="17" y="34"/>
                  </a:lnTo>
                  <a:lnTo>
                    <a:pt x="0" y="569"/>
                  </a:lnTo>
                  <a:lnTo>
                    <a:pt x="952" y="602"/>
                  </a:lnTo>
                  <a:lnTo>
                    <a:pt x="869" y="0"/>
                  </a:lnTo>
                  <a:close/>
                </a:path>
              </a:pathLst>
            </a:custGeom>
            <a:solidFill>
              <a:srgbClr val="2334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73"/>
            <p:cNvSpPr/>
            <p:nvPr/>
          </p:nvSpPr>
          <p:spPr>
            <a:xfrm>
              <a:off x="4884681" y="3122661"/>
              <a:ext cx="390433" cy="1088162"/>
            </a:xfrm>
            <a:custGeom>
              <a:avLst/>
              <a:gdLst/>
              <a:ahLst/>
              <a:cxnLst/>
              <a:rect l="l" t="t" r="r" b="b"/>
              <a:pathLst>
                <a:path w="12182" h="33952" extrusionOk="0">
                  <a:moveTo>
                    <a:pt x="6534" y="0"/>
                  </a:moveTo>
                  <a:cubicBezTo>
                    <a:pt x="6534" y="0"/>
                    <a:pt x="6032" y="0"/>
                    <a:pt x="5347" y="17"/>
                  </a:cubicBezTo>
                  <a:cubicBezTo>
                    <a:pt x="3960" y="34"/>
                    <a:pt x="1805" y="67"/>
                    <a:pt x="1655" y="101"/>
                  </a:cubicBezTo>
                  <a:cubicBezTo>
                    <a:pt x="1404" y="134"/>
                    <a:pt x="401" y="334"/>
                    <a:pt x="201" y="669"/>
                  </a:cubicBezTo>
                  <a:cubicBezTo>
                    <a:pt x="0" y="1003"/>
                    <a:pt x="1404" y="5748"/>
                    <a:pt x="1454" y="6082"/>
                  </a:cubicBezTo>
                  <a:cubicBezTo>
                    <a:pt x="1504" y="6416"/>
                    <a:pt x="1404" y="13183"/>
                    <a:pt x="1404" y="13852"/>
                  </a:cubicBezTo>
                  <a:cubicBezTo>
                    <a:pt x="1404" y="14537"/>
                    <a:pt x="2457" y="33952"/>
                    <a:pt x="2457" y="33952"/>
                  </a:cubicBezTo>
                  <a:lnTo>
                    <a:pt x="12181" y="32682"/>
                  </a:lnTo>
                  <a:cubicBezTo>
                    <a:pt x="12181" y="32682"/>
                    <a:pt x="11312" y="23827"/>
                    <a:pt x="10778" y="21086"/>
                  </a:cubicBezTo>
                  <a:cubicBezTo>
                    <a:pt x="10744" y="20919"/>
                    <a:pt x="10711" y="20786"/>
                    <a:pt x="10677" y="20652"/>
                  </a:cubicBezTo>
                  <a:cubicBezTo>
                    <a:pt x="10143" y="18580"/>
                    <a:pt x="7686" y="4729"/>
                    <a:pt x="7352" y="3275"/>
                  </a:cubicBezTo>
                  <a:cubicBezTo>
                    <a:pt x="7001" y="1838"/>
                    <a:pt x="6534" y="0"/>
                    <a:pt x="65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73"/>
            <p:cNvSpPr/>
            <p:nvPr/>
          </p:nvSpPr>
          <p:spPr>
            <a:xfrm>
              <a:off x="5039451" y="3122661"/>
              <a:ext cx="190665" cy="675838"/>
            </a:xfrm>
            <a:custGeom>
              <a:avLst/>
              <a:gdLst/>
              <a:ahLst/>
              <a:cxnLst/>
              <a:rect l="l" t="t" r="r" b="b"/>
              <a:pathLst>
                <a:path w="5949" h="21087" extrusionOk="0">
                  <a:moveTo>
                    <a:pt x="1688" y="0"/>
                  </a:moveTo>
                  <a:cubicBezTo>
                    <a:pt x="1688" y="0"/>
                    <a:pt x="1203" y="0"/>
                    <a:pt x="518" y="17"/>
                  </a:cubicBezTo>
                  <a:lnTo>
                    <a:pt x="0" y="10527"/>
                  </a:lnTo>
                  <a:lnTo>
                    <a:pt x="2273" y="11045"/>
                  </a:lnTo>
                  <a:lnTo>
                    <a:pt x="1504" y="13802"/>
                  </a:lnTo>
                  <a:lnTo>
                    <a:pt x="5949" y="21086"/>
                  </a:lnTo>
                  <a:cubicBezTo>
                    <a:pt x="5915" y="20919"/>
                    <a:pt x="5882" y="20786"/>
                    <a:pt x="5848" y="20652"/>
                  </a:cubicBezTo>
                  <a:cubicBezTo>
                    <a:pt x="5314" y="18580"/>
                    <a:pt x="2857" y="4729"/>
                    <a:pt x="2523" y="3275"/>
                  </a:cubicBezTo>
                  <a:cubicBezTo>
                    <a:pt x="2172" y="1838"/>
                    <a:pt x="1688" y="0"/>
                    <a:pt x="16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73"/>
            <p:cNvSpPr/>
            <p:nvPr/>
          </p:nvSpPr>
          <p:spPr>
            <a:xfrm>
              <a:off x="5000895" y="3857375"/>
              <a:ext cx="173519" cy="55735"/>
            </a:xfrm>
            <a:custGeom>
              <a:avLst/>
              <a:gdLst/>
              <a:ahLst/>
              <a:cxnLst/>
              <a:rect l="l" t="t" r="r" b="b"/>
              <a:pathLst>
                <a:path w="5414" h="1739" extrusionOk="0">
                  <a:moveTo>
                    <a:pt x="0" y="0"/>
                  </a:moveTo>
                  <a:cubicBezTo>
                    <a:pt x="0" y="0"/>
                    <a:pt x="1120" y="1738"/>
                    <a:pt x="2657" y="1738"/>
                  </a:cubicBezTo>
                  <a:cubicBezTo>
                    <a:pt x="4211" y="1738"/>
                    <a:pt x="5414" y="0"/>
                    <a:pt x="541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73"/>
            <p:cNvSpPr/>
            <p:nvPr/>
          </p:nvSpPr>
          <p:spPr>
            <a:xfrm>
              <a:off x="5311491" y="3156377"/>
              <a:ext cx="304187" cy="1065695"/>
            </a:xfrm>
            <a:custGeom>
              <a:avLst/>
              <a:gdLst/>
              <a:ahLst/>
              <a:cxnLst/>
              <a:rect l="l" t="t" r="r" b="b"/>
              <a:pathLst>
                <a:path w="9491" h="33251" extrusionOk="0">
                  <a:moveTo>
                    <a:pt x="0" y="1"/>
                  </a:moveTo>
                  <a:lnTo>
                    <a:pt x="2122" y="18631"/>
                  </a:lnTo>
                  <a:lnTo>
                    <a:pt x="3576" y="31329"/>
                  </a:lnTo>
                  <a:lnTo>
                    <a:pt x="9491" y="33251"/>
                  </a:lnTo>
                  <a:cubicBezTo>
                    <a:pt x="9491" y="33251"/>
                    <a:pt x="7619" y="10277"/>
                    <a:pt x="6734" y="7887"/>
                  </a:cubicBezTo>
                  <a:cubicBezTo>
                    <a:pt x="5832" y="5515"/>
                    <a:pt x="4411" y="485"/>
                    <a:pt x="4211" y="419"/>
                  </a:cubicBezTo>
                  <a:cubicBezTo>
                    <a:pt x="4094" y="385"/>
                    <a:pt x="2674" y="252"/>
                    <a:pt x="1521" y="135"/>
                  </a:cubicBezTo>
                  <a:cubicBezTo>
                    <a:pt x="685" y="68"/>
                    <a:pt x="0" y="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73"/>
            <p:cNvSpPr/>
            <p:nvPr/>
          </p:nvSpPr>
          <p:spPr>
            <a:xfrm>
              <a:off x="5311491" y="3156377"/>
              <a:ext cx="129065" cy="597124"/>
            </a:xfrm>
            <a:custGeom>
              <a:avLst/>
              <a:gdLst/>
              <a:ahLst/>
              <a:cxnLst/>
              <a:rect l="l" t="t" r="r" b="b"/>
              <a:pathLst>
                <a:path w="4027" h="18631" extrusionOk="0">
                  <a:moveTo>
                    <a:pt x="0" y="1"/>
                  </a:moveTo>
                  <a:lnTo>
                    <a:pt x="2122" y="18631"/>
                  </a:lnTo>
                  <a:lnTo>
                    <a:pt x="4027" y="12031"/>
                  </a:lnTo>
                  <a:lnTo>
                    <a:pt x="2573" y="9993"/>
                  </a:lnTo>
                  <a:lnTo>
                    <a:pt x="4027" y="9040"/>
                  </a:lnTo>
                  <a:lnTo>
                    <a:pt x="1521" y="135"/>
                  </a:lnTo>
                  <a:cubicBezTo>
                    <a:pt x="685" y="68"/>
                    <a:pt x="0" y="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73"/>
            <p:cNvSpPr/>
            <p:nvPr/>
          </p:nvSpPr>
          <p:spPr>
            <a:xfrm>
              <a:off x="5425012" y="3872887"/>
              <a:ext cx="140860" cy="54261"/>
            </a:xfrm>
            <a:custGeom>
              <a:avLst/>
              <a:gdLst/>
              <a:ahLst/>
              <a:cxnLst/>
              <a:rect l="l" t="t" r="r" b="b"/>
              <a:pathLst>
                <a:path w="4395" h="1693" extrusionOk="0">
                  <a:moveTo>
                    <a:pt x="4395" y="1"/>
                  </a:moveTo>
                  <a:lnTo>
                    <a:pt x="0" y="101"/>
                  </a:lnTo>
                  <a:cubicBezTo>
                    <a:pt x="0" y="101"/>
                    <a:pt x="1153" y="1605"/>
                    <a:pt x="2657" y="1688"/>
                  </a:cubicBezTo>
                  <a:cubicBezTo>
                    <a:pt x="2698" y="1691"/>
                    <a:pt x="2737" y="1693"/>
                    <a:pt x="2776" y="1693"/>
                  </a:cubicBezTo>
                  <a:cubicBezTo>
                    <a:pt x="4158" y="1693"/>
                    <a:pt x="4395" y="1"/>
                    <a:pt x="43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73"/>
            <p:cNvSpPr/>
            <p:nvPr/>
          </p:nvSpPr>
          <p:spPr>
            <a:xfrm>
              <a:off x="5044258" y="2730721"/>
              <a:ext cx="286527" cy="303610"/>
            </a:xfrm>
            <a:custGeom>
              <a:avLst/>
              <a:gdLst/>
              <a:ahLst/>
              <a:cxnLst/>
              <a:rect l="l" t="t" r="r" b="b"/>
              <a:pathLst>
                <a:path w="8940" h="9473" extrusionOk="0">
                  <a:moveTo>
                    <a:pt x="7577" y="1"/>
                  </a:moveTo>
                  <a:cubicBezTo>
                    <a:pt x="5994" y="1"/>
                    <a:pt x="374" y="2731"/>
                    <a:pt x="201" y="4794"/>
                  </a:cubicBezTo>
                  <a:cubicBezTo>
                    <a:pt x="1" y="6983"/>
                    <a:pt x="3276" y="9472"/>
                    <a:pt x="3276" y="9472"/>
                  </a:cubicBezTo>
                  <a:cubicBezTo>
                    <a:pt x="6467" y="8253"/>
                    <a:pt x="8438" y="2020"/>
                    <a:pt x="8438" y="2020"/>
                  </a:cubicBezTo>
                  <a:cubicBezTo>
                    <a:pt x="8438" y="2020"/>
                    <a:pt x="8940" y="383"/>
                    <a:pt x="7820" y="32"/>
                  </a:cubicBezTo>
                  <a:cubicBezTo>
                    <a:pt x="7756" y="11"/>
                    <a:pt x="7674" y="1"/>
                    <a:pt x="75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73"/>
            <p:cNvSpPr/>
            <p:nvPr/>
          </p:nvSpPr>
          <p:spPr>
            <a:xfrm>
              <a:off x="5135825" y="2794373"/>
              <a:ext cx="271015" cy="425271"/>
            </a:xfrm>
            <a:custGeom>
              <a:avLst/>
              <a:gdLst/>
              <a:ahLst/>
              <a:cxnLst/>
              <a:rect l="l" t="t" r="r" b="b"/>
              <a:pathLst>
                <a:path w="8456" h="13269" extrusionOk="0">
                  <a:moveTo>
                    <a:pt x="5581" y="1"/>
                  </a:moveTo>
                  <a:cubicBezTo>
                    <a:pt x="5581" y="1"/>
                    <a:pt x="2284" y="1956"/>
                    <a:pt x="2290" y="1956"/>
                  </a:cubicBezTo>
                  <a:cubicBezTo>
                    <a:pt x="2290" y="1956"/>
                    <a:pt x="2290" y="1956"/>
                    <a:pt x="2290" y="1956"/>
                  </a:cubicBezTo>
                  <a:lnTo>
                    <a:pt x="2290" y="1956"/>
                  </a:lnTo>
                  <a:cubicBezTo>
                    <a:pt x="2758" y="3526"/>
                    <a:pt x="1588" y="3844"/>
                    <a:pt x="1588" y="3844"/>
                  </a:cubicBezTo>
                  <a:lnTo>
                    <a:pt x="1906" y="5047"/>
                  </a:lnTo>
                  <a:cubicBezTo>
                    <a:pt x="1906" y="5047"/>
                    <a:pt x="1839" y="5197"/>
                    <a:pt x="1705" y="5415"/>
                  </a:cubicBezTo>
                  <a:cubicBezTo>
                    <a:pt x="1655" y="5531"/>
                    <a:pt x="1571" y="5665"/>
                    <a:pt x="1488" y="5832"/>
                  </a:cubicBezTo>
                  <a:cubicBezTo>
                    <a:pt x="1120" y="6484"/>
                    <a:pt x="636" y="7319"/>
                    <a:pt x="419" y="7486"/>
                  </a:cubicBezTo>
                  <a:cubicBezTo>
                    <a:pt x="268" y="8990"/>
                    <a:pt x="1" y="10427"/>
                    <a:pt x="1" y="10427"/>
                  </a:cubicBezTo>
                  <a:cubicBezTo>
                    <a:pt x="419" y="10962"/>
                    <a:pt x="3844" y="13201"/>
                    <a:pt x="4245" y="13268"/>
                  </a:cubicBezTo>
                  <a:cubicBezTo>
                    <a:pt x="4251" y="13269"/>
                    <a:pt x="4257" y="13269"/>
                    <a:pt x="4262" y="13269"/>
                  </a:cubicBezTo>
                  <a:cubicBezTo>
                    <a:pt x="4645" y="13269"/>
                    <a:pt x="4612" y="11112"/>
                    <a:pt x="4612" y="11112"/>
                  </a:cubicBezTo>
                  <a:cubicBezTo>
                    <a:pt x="4612" y="11112"/>
                    <a:pt x="4629" y="9241"/>
                    <a:pt x="4980" y="8472"/>
                  </a:cubicBezTo>
                  <a:cubicBezTo>
                    <a:pt x="5013" y="8389"/>
                    <a:pt x="5063" y="8305"/>
                    <a:pt x="5130" y="8238"/>
                  </a:cubicBezTo>
                  <a:cubicBezTo>
                    <a:pt x="5431" y="7921"/>
                    <a:pt x="6450" y="7503"/>
                    <a:pt x="7236" y="7085"/>
                  </a:cubicBezTo>
                  <a:cubicBezTo>
                    <a:pt x="7754" y="6801"/>
                    <a:pt x="8188" y="6517"/>
                    <a:pt x="8255" y="6250"/>
                  </a:cubicBezTo>
                  <a:cubicBezTo>
                    <a:pt x="8455" y="5565"/>
                    <a:pt x="7586" y="4312"/>
                    <a:pt x="7637" y="3827"/>
                  </a:cubicBezTo>
                  <a:cubicBezTo>
                    <a:pt x="7687" y="3326"/>
                    <a:pt x="8038" y="3226"/>
                    <a:pt x="7837" y="2841"/>
                  </a:cubicBezTo>
                  <a:cubicBezTo>
                    <a:pt x="7620" y="2457"/>
                    <a:pt x="7119" y="2825"/>
                    <a:pt x="6734" y="2123"/>
                  </a:cubicBezTo>
                  <a:cubicBezTo>
                    <a:pt x="6116" y="1037"/>
                    <a:pt x="5581" y="1"/>
                    <a:pt x="55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73"/>
            <p:cNvSpPr/>
            <p:nvPr/>
          </p:nvSpPr>
          <p:spPr>
            <a:xfrm>
              <a:off x="5317901" y="2947540"/>
              <a:ext cx="61632" cy="29069"/>
            </a:xfrm>
            <a:custGeom>
              <a:avLst/>
              <a:gdLst/>
              <a:ahLst/>
              <a:cxnLst/>
              <a:rect l="l" t="t" r="r" b="b"/>
              <a:pathLst>
                <a:path w="1923" h="907" extrusionOk="0">
                  <a:moveTo>
                    <a:pt x="1839" y="1"/>
                  </a:moveTo>
                  <a:cubicBezTo>
                    <a:pt x="1839" y="1"/>
                    <a:pt x="1459" y="283"/>
                    <a:pt x="821" y="283"/>
                  </a:cubicBezTo>
                  <a:cubicBezTo>
                    <a:pt x="582" y="283"/>
                    <a:pt x="306" y="244"/>
                    <a:pt x="1" y="134"/>
                  </a:cubicBezTo>
                  <a:lnTo>
                    <a:pt x="1" y="134"/>
                  </a:lnTo>
                  <a:cubicBezTo>
                    <a:pt x="1" y="134"/>
                    <a:pt x="436" y="906"/>
                    <a:pt x="1075" y="906"/>
                  </a:cubicBezTo>
                  <a:cubicBezTo>
                    <a:pt x="1133" y="906"/>
                    <a:pt x="1193" y="900"/>
                    <a:pt x="1254" y="886"/>
                  </a:cubicBezTo>
                  <a:cubicBezTo>
                    <a:pt x="1655" y="803"/>
                    <a:pt x="1922" y="418"/>
                    <a:pt x="18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73"/>
            <p:cNvSpPr/>
            <p:nvPr/>
          </p:nvSpPr>
          <p:spPr>
            <a:xfrm>
              <a:off x="5307741" y="2864530"/>
              <a:ext cx="36441" cy="26826"/>
            </a:xfrm>
            <a:custGeom>
              <a:avLst/>
              <a:gdLst/>
              <a:ahLst/>
              <a:cxnLst/>
              <a:rect l="l" t="t" r="r" b="b"/>
              <a:pathLst>
                <a:path w="1137" h="837" extrusionOk="0">
                  <a:moveTo>
                    <a:pt x="435" y="1"/>
                  </a:moveTo>
                  <a:cubicBezTo>
                    <a:pt x="167" y="51"/>
                    <a:pt x="0" y="836"/>
                    <a:pt x="0" y="836"/>
                  </a:cubicBezTo>
                  <a:lnTo>
                    <a:pt x="1136" y="185"/>
                  </a:lnTo>
                  <a:cubicBezTo>
                    <a:pt x="919" y="68"/>
                    <a:pt x="685" y="1"/>
                    <a:pt x="4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73"/>
            <p:cNvSpPr/>
            <p:nvPr/>
          </p:nvSpPr>
          <p:spPr>
            <a:xfrm>
              <a:off x="5282550" y="2830782"/>
              <a:ext cx="41825" cy="30576"/>
            </a:xfrm>
            <a:custGeom>
              <a:avLst/>
              <a:gdLst/>
              <a:ahLst/>
              <a:cxnLst/>
              <a:rect l="l" t="t" r="r" b="b"/>
              <a:pathLst>
                <a:path w="1305" h="954" extrusionOk="0">
                  <a:moveTo>
                    <a:pt x="674" y="1"/>
                  </a:moveTo>
                  <a:cubicBezTo>
                    <a:pt x="623" y="1"/>
                    <a:pt x="571" y="6"/>
                    <a:pt x="519" y="18"/>
                  </a:cubicBezTo>
                  <a:cubicBezTo>
                    <a:pt x="1" y="152"/>
                    <a:pt x="118" y="954"/>
                    <a:pt x="118" y="954"/>
                  </a:cubicBezTo>
                  <a:cubicBezTo>
                    <a:pt x="118" y="954"/>
                    <a:pt x="469" y="419"/>
                    <a:pt x="686" y="369"/>
                  </a:cubicBezTo>
                  <a:cubicBezTo>
                    <a:pt x="813" y="349"/>
                    <a:pt x="935" y="341"/>
                    <a:pt x="1054" y="341"/>
                  </a:cubicBezTo>
                  <a:cubicBezTo>
                    <a:pt x="1138" y="341"/>
                    <a:pt x="1221" y="345"/>
                    <a:pt x="1304" y="352"/>
                  </a:cubicBezTo>
                  <a:cubicBezTo>
                    <a:pt x="1166" y="131"/>
                    <a:pt x="924" y="1"/>
                    <a:pt x="6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73"/>
            <p:cNvSpPr/>
            <p:nvPr/>
          </p:nvSpPr>
          <p:spPr>
            <a:xfrm>
              <a:off x="5134223" y="2930201"/>
              <a:ext cx="86791" cy="85349"/>
            </a:xfrm>
            <a:custGeom>
              <a:avLst/>
              <a:gdLst/>
              <a:ahLst/>
              <a:cxnLst/>
              <a:rect l="l" t="t" r="r" b="b"/>
              <a:pathLst>
                <a:path w="2708" h="2663" extrusionOk="0">
                  <a:moveTo>
                    <a:pt x="1088" y="1"/>
                  </a:moveTo>
                  <a:cubicBezTo>
                    <a:pt x="895" y="1"/>
                    <a:pt x="696" y="102"/>
                    <a:pt x="502" y="358"/>
                  </a:cubicBezTo>
                  <a:cubicBezTo>
                    <a:pt x="1" y="993"/>
                    <a:pt x="702" y="1544"/>
                    <a:pt x="1103" y="2162"/>
                  </a:cubicBezTo>
                  <a:cubicBezTo>
                    <a:pt x="1322" y="2500"/>
                    <a:pt x="1536" y="2663"/>
                    <a:pt x="1737" y="2663"/>
                  </a:cubicBezTo>
                  <a:cubicBezTo>
                    <a:pt x="1904" y="2663"/>
                    <a:pt x="2062" y="2550"/>
                    <a:pt x="2206" y="2329"/>
                  </a:cubicBezTo>
                  <a:cubicBezTo>
                    <a:pt x="2707" y="1578"/>
                    <a:pt x="2206" y="909"/>
                    <a:pt x="1839" y="458"/>
                  </a:cubicBezTo>
                  <a:cubicBezTo>
                    <a:pt x="1623" y="203"/>
                    <a:pt x="1362" y="1"/>
                    <a:pt x="108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73"/>
            <p:cNvSpPr/>
            <p:nvPr/>
          </p:nvSpPr>
          <p:spPr>
            <a:xfrm>
              <a:off x="5155664" y="2941098"/>
              <a:ext cx="46601" cy="59741"/>
            </a:xfrm>
            <a:custGeom>
              <a:avLst/>
              <a:gdLst/>
              <a:ahLst/>
              <a:cxnLst/>
              <a:rect l="l" t="t" r="r" b="b"/>
              <a:pathLst>
                <a:path w="1454" h="1864" extrusionOk="0">
                  <a:moveTo>
                    <a:pt x="498" y="0"/>
                  </a:moveTo>
                  <a:cubicBezTo>
                    <a:pt x="493" y="0"/>
                    <a:pt x="489" y="0"/>
                    <a:pt x="485" y="1"/>
                  </a:cubicBezTo>
                  <a:cubicBezTo>
                    <a:pt x="267" y="18"/>
                    <a:pt x="0" y="502"/>
                    <a:pt x="0" y="502"/>
                  </a:cubicBezTo>
                  <a:cubicBezTo>
                    <a:pt x="0" y="502"/>
                    <a:pt x="334" y="252"/>
                    <a:pt x="451" y="252"/>
                  </a:cubicBezTo>
                  <a:cubicBezTo>
                    <a:pt x="568" y="268"/>
                    <a:pt x="936" y="653"/>
                    <a:pt x="936" y="653"/>
                  </a:cubicBezTo>
                  <a:cubicBezTo>
                    <a:pt x="936" y="653"/>
                    <a:pt x="585" y="703"/>
                    <a:pt x="551" y="970"/>
                  </a:cubicBezTo>
                  <a:cubicBezTo>
                    <a:pt x="518" y="1238"/>
                    <a:pt x="869" y="1572"/>
                    <a:pt x="869" y="1572"/>
                  </a:cubicBezTo>
                  <a:lnTo>
                    <a:pt x="568" y="1522"/>
                  </a:lnTo>
                  <a:lnTo>
                    <a:pt x="568" y="1522"/>
                  </a:lnTo>
                  <a:cubicBezTo>
                    <a:pt x="568" y="1522"/>
                    <a:pt x="881" y="1863"/>
                    <a:pt x="1127" y="1863"/>
                  </a:cubicBezTo>
                  <a:cubicBezTo>
                    <a:pt x="1147" y="1863"/>
                    <a:pt x="1167" y="1861"/>
                    <a:pt x="1186" y="1856"/>
                  </a:cubicBezTo>
                  <a:cubicBezTo>
                    <a:pt x="1437" y="1789"/>
                    <a:pt x="1454" y="1121"/>
                    <a:pt x="1454" y="1121"/>
                  </a:cubicBezTo>
                  <a:lnTo>
                    <a:pt x="1454" y="1121"/>
                  </a:lnTo>
                  <a:cubicBezTo>
                    <a:pt x="1454" y="1121"/>
                    <a:pt x="1161" y="1490"/>
                    <a:pt x="1049" y="1490"/>
                  </a:cubicBezTo>
                  <a:cubicBezTo>
                    <a:pt x="1044" y="1490"/>
                    <a:pt x="1040" y="1489"/>
                    <a:pt x="1036" y="1488"/>
                  </a:cubicBezTo>
                  <a:cubicBezTo>
                    <a:pt x="919" y="1455"/>
                    <a:pt x="902" y="870"/>
                    <a:pt x="952" y="837"/>
                  </a:cubicBezTo>
                  <a:cubicBezTo>
                    <a:pt x="1069" y="820"/>
                    <a:pt x="1186" y="803"/>
                    <a:pt x="1303" y="803"/>
                  </a:cubicBezTo>
                  <a:cubicBezTo>
                    <a:pt x="1303" y="803"/>
                    <a:pt x="725" y="0"/>
                    <a:pt x="4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73"/>
            <p:cNvSpPr/>
            <p:nvPr/>
          </p:nvSpPr>
          <p:spPr>
            <a:xfrm>
              <a:off x="5099961" y="3100707"/>
              <a:ext cx="171916" cy="167109"/>
            </a:xfrm>
            <a:custGeom>
              <a:avLst/>
              <a:gdLst/>
              <a:ahLst/>
              <a:cxnLst/>
              <a:rect l="l" t="t" r="r" b="b"/>
              <a:pathLst>
                <a:path w="5364" h="5214" extrusionOk="0">
                  <a:moveTo>
                    <a:pt x="1253" y="0"/>
                  </a:moveTo>
                  <a:cubicBezTo>
                    <a:pt x="1253" y="0"/>
                    <a:pt x="201" y="836"/>
                    <a:pt x="101" y="1136"/>
                  </a:cubicBezTo>
                  <a:cubicBezTo>
                    <a:pt x="0" y="1420"/>
                    <a:pt x="2741" y="4963"/>
                    <a:pt x="3058" y="5213"/>
                  </a:cubicBezTo>
                  <a:cubicBezTo>
                    <a:pt x="3793" y="4762"/>
                    <a:pt x="5364" y="3710"/>
                    <a:pt x="5364" y="3710"/>
                  </a:cubicBezTo>
                  <a:lnTo>
                    <a:pt x="1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73"/>
            <p:cNvSpPr/>
            <p:nvPr/>
          </p:nvSpPr>
          <p:spPr>
            <a:xfrm>
              <a:off x="5271845" y="3129616"/>
              <a:ext cx="43941" cy="122143"/>
            </a:xfrm>
            <a:custGeom>
              <a:avLst/>
              <a:gdLst/>
              <a:ahLst/>
              <a:cxnLst/>
              <a:rect l="l" t="t" r="r" b="b"/>
              <a:pathLst>
                <a:path w="1371" h="3811" extrusionOk="0">
                  <a:moveTo>
                    <a:pt x="368" y="0"/>
                  </a:moveTo>
                  <a:lnTo>
                    <a:pt x="1" y="2808"/>
                  </a:lnTo>
                  <a:lnTo>
                    <a:pt x="1237" y="3810"/>
                  </a:lnTo>
                  <a:cubicBezTo>
                    <a:pt x="1237" y="3810"/>
                    <a:pt x="1371" y="1103"/>
                    <a:pt x="1237" y="836"/>
                  </a:cubicBezTo>
                  <a:cubicBezTo>
                    <a:pt x="1104" y="585"/>
                    <a:pt x="368" y="0"/>
                    <a:pt x="3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73"/>
            <p:cNvSpPr/>
            <p:nvPr/>
          </p:nvSpPr>
          <p:spPr>
            <a:xfrm>
              <a:off x="5993707" y="3015454"/>
              <a:ext cx="722984" cy="388574"/>
            </a:xfrm>
            <a:custGeom>
              <a:avLst/>
              <a:gdLst/>
              <a:ahLst/>
              <a:cxnLst/>
              <a:rect l="l" t="t" r="r" b="b"/>
              <a:pathLst>
                <a:path w="22558" h="12124" extrusionOk="0">
                  <a:moveTo>
                    <a:pt x="17360" y="0"/>
                  </a:moveTo>
                  <a:cubicBezTo>
                    <a:pt x="17103" y="0"/>
                    <a:pt x="16847" y="23"/>
                    <a:pt x="16593" y="70"/>
                  </a:cubicBezTo>
                  <a:cubicBezTo>
                    <a:pt x="14654" y="421"/>
                    <a:pt x="13050" y="2025"/>
                    <a:pt x="11079" y="2025"/>
                  </a:cubicBezTo>
                  <a:cubicBezTo>
                    <a:pt x="10104" y="2025"/>
                    <a:pt x="9159" y="1521"/>
                    <a:pt x="8187" y="1521"/>
                  </a:cubicBezTo>
                  <a:cubicBezTo>
                    <a:pt x="8143" y="1521"/>
                    <a:pt x="8099" y="1522"/>
                    <a:pt x="8054" y="1524"/>
                  </a:cubicBezTo>
                  <a:cubicBezTo>
                    <a:pt x="7202" y="1557"/>
                    <a:pt x="6317" y="2059"/>
                    <a:pt x="5665" y="2543"/>
                  </a:cubicBezTo>
                  <a:lnTo>
                    <a:pt x="2908" y="4615"/>
                  </a:lnTo>
                  <a:cubicBezTo>
                    <a:pt x="2240" y="5116"/>
                    <a:pt x="1572" y="5618"/>
                    <a:pt x="1137" y="6303"/>
                  </a:cubicBezTo>
                  <a:cubicBezTo>
                    <a:pt x="1" y="8057"/>
                    <a:pt x="1070" y="10363"/>
                    <a:pt x="2724" y="11299"/>
                  </a:cubicBezTo>
                  <a:cubicBezTo>
                    <a:pt x="3785" y="11898"/>
                    <a:pt x="5036" y="12124"/>
                    <a:pt x="6270" y="12124"/>
                  </a:cubicBezTo>
                  <a:cubicBezTo>
                    <a:pt x="6825" y="12124"/>
                    <a:pt x="7376" y="12078"/>
                    <a:pt x="7904" y="12000"/>
                  </a:cubicBezTo>
                  <a:cubicBezTo>
                    <a:pt x="9224" y="11800"/>
                    <a:pt x="10460" y="11282"/>
                    <a:pt x="11764" y="10998"/>
                  </a:cubicBezTo>
                  <a:cubicBezTo>
                    <a:pt x="12315" y="10885"/>
                    <a:pt x="12871" y="10845"/>
                    <a:pt x="13431" y="10845"/>
                  </a:cubicBezTo>
                  <a:cubicBezTo>
                    <a:pt x="14747" y="10845"/>
                    <a:pt x="16079" y="11065"/>
                    <a:pt x="17387" y="11065"/>
                  </a:cubicBezTo>
                  <a:cubicBezTo>
                    <a:pt x="17664" y="11065"/>
                    <a:pt x="17939" y="11055"/>
                    <a:pt x="18213" y="11031"/>
                  </a:cubicBezTo>
                  <a:cubicBezTo>
                    <a:pt x="19801" y="10881"/>
                    <a:pt x="21238" y="8976"/>
                    <a:pt x="21839" y="7556"/>
                  </a:cubicBezTo>
                  <a:cubicBezTo>
                    <a:pt x="21856" y="7489"/>
                    <a:pt x="21889" y="7422"/>
                    <a:pt x="21923" y="7355"/>
                  </a:cubicBezTo>
                  <a:cubicBezTo>
                    <a:pt x="22558" y="5634"/>
                    <a:pt x="22390" y="3613"/>
                    <a:pt x="21338" y="2109"/>
                  </a:cubicBezTo>
                  <a:cubicBezTo>
                    <a:pt x="20449" y="833"/>
                    <a:pt x="18909" y="0"/>
                    <a:pt x="173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73"/>
            <p:cNvSpPr/>
            <p:nvPr/>
          </p:nvSpPr>
          <p:spPr>
            <a:xfrm>
              <a:off x="5766665" y="3399509"/>
              <a:ext cx="516261" cy="523761"/>
            </a:xfrm>
            <a:custGeom>
              <a:avLst/>
              <a:gdLst/>
              <a:ahLst/>
              <a:cxnLst/>
              <a:rect l="l" t="t" r="r" b="b"/>
              <a:pathLst>
                <a:path w="16108" h="16342" extrusionOk="0">
                  <a:moveTo>
                    <a:pt x="13852" y="1"/>
                  </a:moveTo>
                  <a:cubicBezTo>
                    <a:pt x="13852" y="1"/>
                    <a:pt x="12382" y="853"/>
                    <a:pt x="11930" y="1471"/>
                  </a:cubicBezTo>
                  <a:cubicBezTo>
                    <a:pt x="11479" y="2089"/>
                    <a:pt x="9157" y="10009"/>
                    <a:pt x="9157" y="10009"/>
                  </a:cubicBezTo>
                  <a:lnTo>
                    <a:pt x="1989" y="7269"/>
                  </a:lnTo>
                  <a:lnTo>
                    <a:pt x="0" y="9040"/>
                  </a:lnTo>
                  <a:cubicBezTo>
                    <a:pt x="0" y="9040"/>
                    <a:pt x="3843" y="14871"/>
                    <a:pt x="10627" y="16341"/>
                  </a:cubicBezTo>
                  <a:cubicBezTo>
                    <a:pt x="13284" y="13451"/>
                    <a:pt x="16108" y="7352"/>
                    <a:pt x="16108" y="7352"/>
                  </a:cubicBezTo>
                  <a:lnTo>
                    <a:pt x="1385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73"/>
            <p:cNvSpPr/>
            <p:nvPr/>
          </p:nvSpPr>
          <p:spPr>
            <a:xfrm>
              <a:off x="5716315" y="3583187"/>
              <a:ext cx="117303" cy="112496"/>
            </a:xfrm>
            <a:custGeom>
              <a:avLst/>
              <a:gdLst/>
              <a:ahLst/>
              <a:cxnLst/>
              <a:rect l="l" t="t" r="r" b="b"/>
              <a:pathLst>
                <a:path w="3660" h="3510" extrusionOk="0">
                  <a:moveTo>
                    <a:pt x="2724" y="1"/>
                  </a:moveTo>
                  <a:lnTo>
                    <a:pt x="1154" y="485"/>
                  </a:lnTo>
                  <a:lnTo>
                    <a:pt x="1" y="2841"/>
                  </a:lnTo>
                  <a:cubicBezTo>
                    <a:pt x="1" y="2841"/>
                    <a:pt x="1672" y="3476"/>
                    <a:pt x="2039" y="3509"/>
                  </a:cubicBezTo>
                  <a:cubicBezTo>
                    <a:pt x="2043" y="3510"/>
                    <a:pt x="2046" y="3510"/>
                    <a:pt x="2050" y="3510"/>
                  </a:cubicBezTo>
                  <a:cubicBezTo>
                    <a:pt x="2446" y="3510"/>
                    <a:pt x="3659" y="1687"/>
                    <a:pt x="3560" y="1538"/>
                  </a:cubicBezTo>
                  <a:cubicBezTo>
                    <a:pt x="3460" y="1371"/>
                    <a:pt x="2724" y="1"/>
                    <a:pt x="27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73"/>
            <p:cNvSpPr/>
            <p:nvPr/>
          </p:nvSpPr>
          <p:spPr>
            <a:xfrm>
              <a:off x="5802016" y="3652255"/>
              <a:ext cx="85157" cy="100413"/>
            </a:xfrm>
            <a:custGeom>
              <a:avLst/>
              <a:gdLst/>
              <a:ahLst/>
              <a:cxnLst/>
              <a:rect l="l" t="t" r="r" b="b"/>
              <a:pathLst>
                <a:path w="2657" h="3133" extrusionOk="0">
                  <a:moveTo>
                    <a:pt x="719" y="1"/>
                  </a:moveTo>
                  <a:lnTo>
                    <a:pt x="0" y="569"/>
                  </a:lnTo>
                  <a:cubicBezTo>
                    <a:pt x="0" y="569"/>
                    <a:pt x="1120" y="2357"/>
                    <a:pt x="1588" y="2624"/>
                  </a:cubicBezTo>
                  <a:cubicBezTo>
                    <a:pt x="1705" y="2691"/>
                    <a:pt x="1838" y="2741"/>
                    <a:pt x="1989" y="2741"/>
                  </a:cubicBezTo>
                  <a:cubicBezTo>
                    <a:pt x="1989" y="2741"/>
                    <a:pt x="2322" y="3132"/>
                    <a:pt x="2476" y="3132"/>
                  </a:cubicBezTo>
                  <a:cubicBezTo>
                    <a:pt x="2487" y="3132"/>
                    <a:pt x="2497" y="3130"/>
                    <a:pt x="2507" y="3125"/>
                  </a:cubicBezTo>
                  <a:cubicBezTo>
                    <a:pt x="2657" y="3075"/>
                    <a:pt x="2306" y="2691"/>
                    <a:pt x="2223" y="2574"/>
                  </a:cubicBezTo>
                  <a:cubicBezTo>
                    <a:pt x="2289" y="2290"/>
                    <a:pt x="2239" y="1989"/>
                    <a:pt x="2089" y="1722"/>
                  </a:cubicBezTo>
                  <a:cubicBezTo>
                    <a:pt x="1721" y="1237"/>
                    <a:pt x="719" y="1"/>
                    <a:pt x="7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73"/>
            <p:cNvSpPr/>
            <p:nvPr/>
          </p:nvSpPr>
          <p:spPr>
            <a:xfrm>
              <a:off x="5750063" y="3599308"/>
              <a:ext cx="87336" cy="82977"/>
            </a:xfrm>
            <a:custGeom>
              <a:avLst/>
              <a:gdLst/>
              <a:ahLst/>
              <a:cxnLst/>
              <a:rect l="l" t="t" r="r" b="b"/>
              <a:pathLst>
                <a:path w="2725" h="2589" extrusionOk="0">
                  <a:moveTo>
                    <a:pt x="1224" y="0"/>
                  </a:moveTo>
                  <a:cubicBezTo>
                    <a:pt x="1056" y="0"/>
                    <a:pt x="865" y="38"/>
                    <a:pt x="652" y="133"/>
                  </a:cubicBezTo>
                  <a:cubicBezTo>
                    <a:pt x="585" y="166"/>
                    <a:pt x="518" y="199"/>
                    <a:pt x="468" y="249"/>
                  </a:cubicBezTo>
                  <a:cubicBezTo>
                    <a:pt x="151" y="500"/>
                    <a:pt x="1" y="918"/>
                    <a:pt x="101" y="1302"/>
                  </a:cubicBezTo>
                  <a:cubicBezTo>
                    <a:pt x="257" y="1786"/>
                    <a:pt x="719" y="2109"/>
                    <a:pt x="1214" y="2109"/>
                  </a:cubicBezTo>
                  <a:cubicBezTo>
                    <a:pt x="1250" y="2109"/>
                    <a:pt x="1285" y="2107"/>
                    <a:pt x="1321" y="2104"/>
                  </a:cubicBezTo>
                  <a:lnTo>
                    <a:pt x="1621" y="2589"/>
                  </a:lnTo>
                  <a:lnTo>
                    <a:pt x="1872" y="2405"/>
                  </a:lnTo>
                  <a:lnTo>
                    <a:pt x="2724" y="1803"/>
                  </a:lnTo>
                  <a:lnTo>
                    <a:pt x="2206" y="1369"/>
                  </a:lnTo>
                  <a:cubicBezTo>
                    <a:pt x="2273" y="1102"/>
                    <a:pt x="2256" y="801"/>
                    <a:pt x="2139" y="550"/>
                  </a:cubicBezTo>
                  <a:cubicBezTo>
                    <a:pt x="2075" y="397"/>
                    <a:pt x="1768" y="0"/>
                    <a:pt x="1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73"/>
            <p:cNvSpPr/>
            <p:nvPr/>
          </p:nvSpPr>
          <p:spPr>
            <a:xfrm>
              <a:off x="5698655" y="3546522"/>
              <a:ext cx="105765" cy="134418"/>
            </a:xfrm>
            <a:custGeom>
              <a:avLst/>
              <a:gdLst/>
              <a:ahLst/>
              <a:cxnLst/>
              <a:rect l="l" t="t" r="r" b="b"/>
              <a:pathLst>
                <a:path w="3300" h="4194" extrusionOk="0">
                  <a:moveTo>
                    <a:pt x="1095" y="0"/>
                  </a:moveTo>
                  <a:cubicBezTo>
                    <a:pt x="1053" y="0"/>
                    <a:pt x="1011" y="8"/>
                    <a:pt x="970" y="25"/>
                  </a:cubicBezTo>
                  <a:cubicBezTo>
                    <a:pt x="736" y="109"/>
                    <a:pt x="652" y="409"/>
                    <a:pt x="803" y="794"/>
                  </a:cubicBezTo>
                  <a:cubicBezTo>
                    <a:pt x="790" y="793"/>
                    <a:pt x="778" y="793"/>
                    <a:pt x="766" y="793"/>
                  </a:cubicBezTo>
                  <a:cubicBezTo>
                    <a:pt x="266" y="793"/>
                    <a:pt x="217" y="1132"/>
                    <a:pt x="184" y="1295"/>
                  </a:cubicBezTo>
                  <a:cubicBezTo>
                    <a:pt x="168" y="1462"/>
                    <a:pt x="435" y="1947"/>
                    <a:pt x="435" y="1947"/>
                  </a:cubicBezTo>
                  <a:cubicBezTo>
                    <a:pt x="285" y="2080"/>
                    <a:pt x="151" y="2264"/>
                    <a:pt x="84" y="2465"/>
                  </a:cubicBezTo>
                  <a:cubicBezTo>
                    <a:pt x="34" y="2749"/>
                    <a:pt x="335" y="3150"/>
                    <a:pt x="335" y="3150"/>
                  </a:cubicBezTo>
                  <a:cubicBezTo>
                    <a:pt x="335" y="3150"/>
                    <a:pt x="1" y="3467"/>
                    <a:pt x="101" y="3751"/>
                  </a:cubicBezTo>
                  <a:cubicBezTo>
                    <a:pt x="209" y="4095"/>
                    <a:pt x="684" y="4194"/>
                    <a:pt x="1132" y="4194"/>
                  </a:cubicBezTo>
                  <a:cubicBezTo>
                    <a:pt x="1512" y="4194"/>
                    <a:pt x="1872" y="4122"/>
                    <a:pt x="1972" y="4069"/>
                  </a:cubicBezTo>
                  <a:cubicBezTo>
                    <a:pt x="2156" y="3968"/>
                    <a:pt x="2273" y="3768"/>
                    <a:pt x="2273" y="3551"/>
                  </a:cubicBezTo>
                  <a:cubicBezTo>
                    <a:pt x="2273" y="3484"/>
                    <a:pt x="2239" y="3434"/>
                    <a:pt x="2206" y="3384"/>
                  </a:cubicBezTo>
                  <a:cubicBezTo>
                    <a:pt x="2423" y="3350"/>
                    <a:pt x="2574" y="3150"/>
                    <a:pt x="2540" y="2932"/>
                  </a:cubicBezTo>
                  <a:cubicBezTo>
                    <a:pt x="2540" y="2866"/>
                    <a:pt x="2524" y="2799"/>
                    <a:pt x="2507" y="2732"/>
                  </a:cubicBezTo>
                  <a:cubicBezTo>
                    <a:pt x="2674" y="2648"/>
                    <a:pt x="2774" y="2481"/>
                    <a:pt x="2774" y="2297"/>
                  </a:cubicBezTo>
                  <a:cubicBezTo>
                    <a:pt x="2757" y="2231"/>
                    <a:pt x="2741" y="2164"/>
                    <a:pt x="2691" y="2130"/>
                  </a:cubicBezTo>
                  <a:lnTo>
                    <a:pt x="2691" y="2114"/>
                  </a:lnTo>
                  <a:cubicBezTo>
                    <a:pt x="2731" y="2123"/>
                    <a:pt x="2769" y="2127"/>
                    <a:pt x="2805" y="2127"/>
                  </a:cubicBezTo>
                  <a:cubicBezTo>
                    <a:pt x="3170" y="2127"/>
                    <a:pt x="3300" y="1702"/>
                    <a:pt x="3209" y="1596"/>
                  </a:cubicBezTo>
                  <a:cubicBezTo>
                    <a:pt x="3142" y="1512"/>
                    <a:pt x="2323" y="844"/>
                    <a:pt x="1872" y="376"/>
                  </a:cubicBezTo>
                  <a:cubicBezTo>
                    <a:pt x="1688" y="192"/>
                    <a:pt x="1471" y="59"/>
                    <a:pt x="1220" y="25"/>
                  </a:cubicBezTo>
                  <a:cubicBezTo>
                    <a:pt x="1178" y="8"/>
                    <a:pt x="1137" y="0"/>
                    <a:pt x="10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73"/>
            <p:cNvSpPr/>
            <p:nvPr/>
          </p:nvSpPr>
          <p:spPr>
            <a:xfrm>
              <a:off x="5784870" y="3539599"/>
              <a:ext cx="39678" cy="67337"/>
            </a:xfrm>
            <a:custGeom>
              <a:avLst/>
              <a:gdLst/>
              <a:ahLst/>
              <a:cxnLst/>
              <a:rect l="l" t="t" r="r" b="b"/>
              <a:pathLst>
                <a:path w="1238" h="2101" extrusionOk="0">
                  <a:moveTo>
                    <a:pt x="546" y="0"/>
                  </a:moveTo>
                  <a:cubicBezTo>
                    <a:pt x="420" y="0"/>
                    <a:pt x="300" y="30"/>
                    <a:pt x="218" y="107"/>
                  </a:cubicBezTo>
                  <a:cubicBezTo>
                    <a:pt x="34" y="275"/>
                    <a:pt x="1" y="1711"/>
                    <a:pt x="184" y="2029"/>
                  </a:cubicBezTo>
                  <a:cubicBezTo>
                    <a:pt x="208" y="2075"/>
                    <a:pt x="306" y="2100"/>
                    <a:pt x="421" y="2100"/>
                  </a:cubicBezTo>
                  <a:cubicBezTo>
                    <a:pt x="553" y="2100"/>
                    <a:pt x="705" y="2067"/>
                    <a:pt x="786" y="1996"/>
                  </a:cubicBezTo>
                  <a:cubicBezTo>
                    <a:pt x="936" y="1862"/>
                    <a:pt x="1237" y="375"/>
                    <a:pt x="1153" y="224"/>
                  </a:cubicBezTo>
                  <a:cubicBezTo>
                    <a:pt x="1086" y="124"/>
                    <a:pt x="802" y="0"/>
                    <a:pt x="5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73"/>
            <p:cNvSpPr/>
            <p:nvPr/>
          </p:nvSpPr>
          <p:spPr>
            <a:xfrm>
              <a:off x="5844322" y="3708503"/>
              <a:ext cx="29486" cy="25191"/>
            </a:xfrm>
            <a:custGeom>
              <a:avLst/>
              <a:gdLst/>
              <a:ahLst/>
              <a:cxnLst/>
              <a:rect l="l" t="t" r="r" b="b"/>
              <a:pathLst>
                <a:path w="920" h="786" extrusionOk="0">
                  <a:moveTo>
                    <a:pt x="501" y="0"/>
                  </a:moveTo>
                  <a:lnTo>
                    <a:pt x="501" y="0"/>
                  </a:lnTo>
                  <a:cubicBezTo>
                    <a:pt x="502" y="0"/>
                    <a:pt x="595" y="218"/>
                    <a:pt x="361" y="218"/>
                  </a:cubicBezTo>
                  <a:cubicBezTo>
                    <a:pt x="352" y="218"/>
                    <a:pt x="344" y="218"/>
                    <a:pt x="334" y="218"/>
                  </a:cubicBezTo>
                  <a:cubicBezTo>
                    <a:pt x="303" y="216"/>
                    <a:pt x="274" y="214"/>
                    <a:pt x="248" y="214"/>
                  </a:cubicBezTo>
                  <a:cubicBezTo>
                    <a:pt x="64" y="214"/>
                    <a:pt x="0" y="266"/>
                    <a:pt x="0" y="368"/>
                  </a:cubicBezTo>
                  <a:cubicBezTo>
                    <a:pt x="0" y="368"/>
                    <a:pt x="249" y="786"/>
                    <a:pt x="486" y="786"/>
                  </a:cubicBezTo>
                  <a:cubicBezTo>
                    <a:pt x="537" y="786"/>
                    <a:pt x="588" y="766"/>
                    <a:pt x="635" y="719"/>
                  </a:cubicBezTo>
                  <a:cubicBezTo>
                    <a:pt x="919" y="452"/>
                    <a:pt x="502" y="1"/>
                    <a:pt x="5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73"/>
            <p:cNvSpPr/>
            <p:nvPr/>
          </p:nvSpPr>
          <p:spPr>
            <a:xfrm>
              <a:off x="6060660" y="5398019"/>
              <a:ext cx="452546" cy="198710"/>
            </a:xfrm>
            <a:custGeom>
              <a:avLst/>
              <a:gdLst/>
              <a:ahLst/>
              <a:cxnLst/>
              <a:rect l="l" t="t" r="r" b="b"/>
              <a:pathLst>
                <a:path w="14120" h="6200" extrusionOk="0">
                  <a:moveTo>
                    <a:pt x="12866" y="1"/>
                  </a:moveTo>
                  <a:cubicBezTo>
                    <a:pt x="10042" y="84"/>
                    <a:pt x="7620" y="285"/>
                    <a:pt x="7620" y="285"/>
                  </a:cubicBezTo>
                  <a:cubicBezTo>
                    <a:pt x="7620" y="285"/>
                    <a:pt x="7469" y="2206"/>
                    <a:pt x="6500" y="2875"/>
                  </a:cubicBezTo>
                  <a:cubicBezTo>
                    <a:pt x="6166" y="3108"/>
                    <a:pt x="5815" y="3108"/>
                    <a:pt x="4930" y="3426"/>
                  </a:cubicBezTo>
                  <a:cubicBezTo>
                    <a:pt x="3242" y="4044"/>
                    <a:pt x="1020" y="4896"/>
                    <a:pt x="1" y="6200"/>
                  </a:cubicBezTo>
                  <a:lnTo>
                    <a:pt x="14119" y="6200"/>
                  </a:lnTo>
                  <a:cubicBezTo>
                    <a:pt x="14119" y="6200"/>
                    <a:pt x="13785" y="4428"/>
                    <a:pt x="13384" y="2540"/>
                  </a:cubicBezTo>
                  <a:cubicBezTo>
                    <a:pt x="13200" y="1672"/>
                    <a:pt x="13100" y="1371"/>
                    <a:pt x="128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73"/>
            <p:cNvSpPr/>
            <p:nvPr/>
          </p:nvSpPr>
          <p:spPr>
            <a:xfrm>
              <a:off x="6045116" y="5479426"/>
              <a:ext cx="476103" cy="128008"/>
            </a:xfrm>
            <a:custGeom>
              <a:avLst/>
              <a:gdLst/>
              <a:ahLst/>
              <a:cxnLst/>
              <a:rect l="l" t="t" r="r" b="b"/>
              <a:pathLst>
                <a:path w="14855" h="3994" extrusionOk="0">
                  <a:moveTo>
                    <a:pt x="13869" y="0"/>
                  </a:moveTo>
                  <a:cubicBezTo>
                    <a:pt x="12766" y="284"/>
                    <a:pt x="10327" y="1855"/>
                    <a:pt x="6534" y="2340"/>
                  </a:cubicBezTo>
                  <a:cubicBezTo>
                    <a:pt x="6217" y="1822"/>
                    <a:pt x="5832" y="1337"/>
                    <a:pt x="5415" y="886"/>
                  </a:cubicBezTo>
                  <a:cubicBezTo>
                    <a:pt x="3343" y="1370"/>
                    <a:pt x="1254" y="2206"/>
                    <a:pt x="1" y="3994"/>
                  </a:cubicBezTo>
                  <a:lnTo>
                    <a:pt x="14855" y="3893"/>
                  </a:lnTo>
                  <a:cubicBezTo>
                    <a:pt x="14855" y="3893"/>
                    <a:pt x="14270" y="1888"/>
                    <a:pt x="138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73"/>
            <p:cNvSpPr/>
            <p:nvPr/>
          </p:nvSpPr>
          <p:spPr>
            <a:xfrm>
              <a:off x="6172579" y="4050156"/>
              <a:ext cx="464853" cy="1368791"/>
            </a:xfrm>
            <a:custGeom>
              <a:avLst/>
              <a:gdLst/>
              <a:ahLst/>
              <a:cxnLst/>
              <a:rect l="l" t="t" r="r" b="b"/>
              <a:pathLst>
                <a:path w="14504" h="42708" extrusionOk="0">
                  <a:moveTo>
                    <a:pt x="6316" y="0"/>
                  </a:moveTo>
                  <a:cubicBezTo>
                    <a:pt x="6316" y="0"/>
                    <a:pt x="1" y="18513"/>
                    <a:pt x="101" y="20953"/>
                  </a:cubicBezTo>
                  <a:cubicBezTo>
                    <a:pt x="184" y="23392"/>
                    <a:pt x="3376" y="42707"/>
                    <a:pt x="3376" y="42707"/>
                  </a:cubicBezTo>
                  <a:lnTo>
                    <a:pt x="9942" y="42707"/>
                  </a:lnTo>
                  <a:lnTo>
                    <a:pt x="8722" y="23108"/>
                  </a:lnTo>
                  <a:cubicBezTo>
                    <a:pt x="8722" y="23108"/>
                    <a:pt x="14036" y="2373"/>
                    <a:pt x="14504" y="1738"/>
                  </a:cubicBezTo>
                  <a:cubicBezTo>
                    <a:pt x="14320" y="1738"/>
                    <a:pt x="13250" y="1521"/>
                    <a:pt x="11931" y="1237"/>
                  </a:cubicBezTo>
                  <a:cubicBezTo>
                    <a:pt x="11747" y="1203"/>
                    <a:pt x="11563" y="1153"/>
                    <a:pt x="11379" y="1120"/>
                  </a:cubicBezTo>
                  <a:cubicBezTo>
                    <a:pt x="9073" y="619"/>
                    <a:pt x="6316" y="0"/>
                    <a:pt x="63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73"/>
            <p:cNvSpPr/>
            <p:nvPr/>
          </p:nvSpPr>
          <p:spPr>
            <a:xfrm>
              <a:off x="6406063" y="5398019"/>
              <a:ext cx="452546" cy="198710"/>
            </a:xfrm>
            <a:custGeom>
              <a:avLst/>
              <a:gdLst/>
              <a:ahLst/>
              <a:cxnLst/>
              <a:rect l="l" t="t" r="r" b="b"/>
              <a:pathLst>
                <a:path w="14120" h="6200" extrusionOk="0">
                  <a:moveTo>
                    <a:pt x="12866" y="1"/>
                  </a:moveTo>
                  <a:cubicBezTo>
                    <a:pt x="7252" y="1"/>
                    <a:pt x="7152" y="485"/>
                    <a:pt x="7152" y="485"/>
                  </a:cubicBezTo>
                  <a:cubicBezTo>
                    <a:pt x="7152" y="485"/>
                    <a:pt x="7837" y="1939"/>
                    <a:pt x="6868" y="2607"/>
                  </a:cubicBezTo>
                  <a:cubicBezTo>
                    <a:pt x="6534" y="2841"/>
                    <a:pt x="5798" y="3108"/>
                    <a:pt x="4913" y="3426"/>
                  </a:cubicBezTo>
                  <a:cubicBezTo>
                    <a:pt x="3242" y="4044"/>
                    <a:pt x="1020" y="4896"/>
                    <a:pt x="1" y="6200"/>
                  </a:cubicBezTo>
                  <a:lnTo>
                    <a:pt x="14119" y="6200"/>
                  </a:lnTo>
                  <a:cubicBezTo>
                    <a:pt x="14119" y="6200"/>
                    <a:pt x="13935" y="4328"/>
                    <a:pt x="13534" y="2440"/>
                  </a:cubicBezTo>
                  <a:cubicBezTo>
                    <a:pt x="13384" y="1605"/>
                    <a:pt x="13150" y="786"/>
                    <a:pt x="128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73"/>
            <p:cNvSpPr/>
            <p:nvPr/>
          </p:nvSpPr>
          <p:spPr>
            <a:xfrm>
              <a:off x="6390519" y="5476221"/>
              <a:ext cx="475590" cy="131213"/>
            </a:xfrm>
            <a:custGeom>
              <a:avLst/>
              <a:gdLst/>
              <a:ahLst/>
              <a:cxnLst/>
              <a:rect l="l" t="t" r="r" b="b"/>
              <a:pathLst>
                <a:path w="14839" h="4094" extrusionOk="0">
                  <a:moveTo>
                    <a:pt x="14019" y="0"/>
                  </a:moveTo>
                  <a:cubicBezTo>
                    <a:pt x="12933" y="284"/>
                    <a:pt x="10327" y="1955"/>
                    <a:pt x="6534" y="2440"/>
                  </a:cubicBezTo>
                  <a:cubicBezTo>
                    <a:pt x="6200" y="1922"/>
                    <a:pt x="5832" y="1437"/>
                    <a:pt x="5398" y="986"/>
                  </a:cubicBezTo>
                  <a:cubicBezTo>
                    <a:pt x="3343" y="1470"/>
                    <a:pt x="1254" y="2306"/>
                    <a:pt x="1" y="4094"/>
                  </a:cubicBezTo>
                  <a:lnTo>
                    <a:pt x="14838" y="3993"/>
                  </a:lnTo>
                  <a:cubicBezTo>
                    <a:pt x="14838" y="3993"/>
                    <a:pt x="14420" y="1888"/>
                    <a:pt x="140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73"/>
            <p:cNvSpPr/>
            <p:nvPr/>
          </p:nvSpPr>
          <p:spPr>
            <a:xfrm>
              <a:off x="6395358" y="4015350"/>
              <a:ext cx="496455" cy="1440551"/>
            </a:xfrm>
            <a:custGeom>
              <a:avLst/>
              <a:gdLst/>
              <a:ahLst/>
              <a:cxnLst/>
              <a:rect l="l" t="t" r="r" b="b"/>
              <a:pathLst>
                <a:path w="15490" h="44947" extrusionOk="0">
                  <a:moveTo>
                    <a:pt x="12164" y="0"/>
                  </a:moveTo>
                  <a:lnTo>
                    <a:pt x="969" y="67"/>
                  </a:lnTo>
                  <a:lnTo>
                    <a:pt x="585" y="2573"/>
                  </a:lnTo>
                  <a:lnTo>
                    <a:pt x="1070" y="3075"/>
                  </a:lnTo>
                  <a:lnTo>
                    <a:pt x="4261" y="6316"/>
                  </a:lnTo>
                  <a:cubicBezTo>
                    <a:pt x="4261" y="6316"/>
                    <a:pt x="401" y="20502"/>
                    <a:pt x="201" y="22574"/>
                  </a:cubicBezTo>
                  <a:cubicBezTo>
                    <a:pt x="0" y="24629"/>
                    <a:pt x="6901" y="44946"/>
                    <a:pt x="6901" y="44946"/>
                  </a:cubicBezTo>
                  <a:lnTo>
                    <a:pt x="11312" y="44913"/>
                  </a:lnTo>
                  <a:lnTo>
                    <a:pt x="11863" y="44913"/>
                  </a:lnTo>
                  <a:lnTo>
                    <a:pt x="14520" y="44879"/>
                  </a:lnTo>
                  <a:lnTo>
                    <a:pt x="8589" y="23793"/>
                  </a:lnTo>
                  <a:cubicBezTo>
                    <a:pt x="8589" y="23793"/>
                    <a:pt x="15489" y="5932"/>
                    <a:pt x="15422" y="4512"/>
                  </a:cubicBezTo>
                  <a:cubicBezTo>
                    <a:pt x="15372" y="4027"/>
                    <a:pt x="15272" y="3543"/>
                    <a:pt x="15122" y="3091"/>
                  </a:cubicBezTo>
                  <a:cubicBezTo>
                    <a:pt x="14754" y="2039"/>
                    <a:pt x="14353" y="1003"/>
                    <a:pt x="13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73"/>
            <p:cNvSpPr/>
            <p:nvPr/>
          </p:nvSpPr>
          <p:spPr>
            <a:xfrm>
              <a:off x="6637945" y="4105602"/>
              <a:ext cx="577" cy="288"/>
            </a:xfrm>
            <a:custGeom>
              <a:avLst/>
              <a:gdLst/>
              <a:ahLst/>
              <a:cxnLst/>
              <a:rect l="l" t="t" r="r" b="b"/>
              <a:pathLst>
                <a:path w="18" h="9" extrusionOk="0">
                  <a:moveTo>
                    <a:pt x="13" y="1"/>
                  </a:moveTo>
                  <a:cubicBezTo>
                    <a:pt x="8" y="1"/>
                    <a:pt x="0" y="8"/>
                    <a:pt x="0" y="8"/>
                  </a:cubicBezTo>
                  <a:lnTo>
                    <a:pt x="17" y="8"/>
                  </a:lnTo>
                  <a:cubicBezTo>
                    <a:pt x="17" y="3"/>
                    <a:pt x="15" y="1"/>
                    <a:pt x="13" y="1"/>
                  </a:cubicBezTo>
                  <a:close/>
                </a:path>
              </a:pathLst>
            </a:custGeom>
            <a:solidFill>
              <a:srgbClr val="8438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73"/>
            <p:cNvSpPr/>
            <p:nvPr/>
          </p:nvSpPr>
          <p:spPr>
            <a:xfrm>
              <a:off x="6257735" y="3388964"/>
              <a:ext cx="494820" cy="661224"/>
            </a:xfrm>
            <a:custGeom>
              <a:avLst/>
              <a:gdLst/>
              <a:ahLst/>
              <a:cxnLst/>
              <a:rect l="l" t="t" r="r" b="b"/>
              <a:pathLst>
                <a:path w="15439" h="20631" extrusionOk="0">
                  <a:moveTo>
                    <a:pt x="5454" y="1"/>
                  </a:moveTo>
                  <a:cubicBezTo>
                    <a:pt x="3653" y="1"/>
                    <a:pt x="0" y="2752"/>
                    <a:pt x="0" y="2752"/>
                  </a:cubicBezTo>
                  <a:lnTo>
                    <a:pt x="4010" y="13747"/>
                  </a:lnTo>
                  <a:cubicBezTo>
                    <a:pt x="4010" y="13747"/>
                    <a:pt x="3459" y="20630"/>
                    <a:pt x="3659" y="20630"/>
                  </a:cubicBezTo>
                  <a:cubicBezTo>
                    <a:pt x="3860" y="20630"/>
                    <a:pt x="15439" y="20564"/>
                    <a:pt x="15439" y="20564"/>
                  </a:cubicBezTo>
                  <a:cubicBezTo>
                    <a:pt x="15439" y="20564"/>
                    <a:pt x="7385" y="1466"/>
                    <a:pt x="6166" y="246"/>
                  </a:cubicBezTo>
                  <a:cubicBezTo>
                    <a:pt x="5994" y="74"/>
                    <a:pt x="5749" y="1"/>
                    <a:pt x="54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73"/>
            <p:cNvSpPr/>
            <p:nvPr/>
          </p:nvSpPr>
          <p:spPr>
            <a:xfrm>
              <a:off x="6193988" y="3386112"/>
              <a:ext cx="288674" cy="849357"/>
            </a:xfrm>
            <a:custGeom>
              <a:avLst/>
              <a:gdLst/>
              <a:ahLst/>
              <a:cxnLst/>
              <a:rect l="l" t="t" r="r" b="b"/>
              <a:pathLst>
                <a:path w="9007" h="26501" extrusionOk="0">
                  <a:moveTo>
                    <a:pt x="1805" y="1"/>
                  </a:moveTo>
                  <a:cubicBezTo>
                    <a:pt x="1805" y="1"/>
                    <a:pt x="1" y="669"/>
                    <a:pt x="34" y="987"/>
                  </a:cubicBezTo>
                  <a:cubicBezTo>
                    <a:pt x="68" y="1321"/>
                    <a:pt x="285" y="8739"/>
                    <a:pt x="770" y="9408"/>
                  </a:cubicBezTo>
                  <a:cubicBezTo>
                    <a:pt x="1254" y="10093"/>
                    <a:pt x="4813" y="13602"/>
                    <a:pt x="4813" y="13602"/>
                  </a:cubicBezTo>
                  <a:cubicBezTo>
                    <a:pt x="4813" y="13602"/>
                    <a:pt x="1070" y="22273"/>
                    <a:pt x="485" y="26501"/>
                  </a:cubicBezTo>
                  <a:lnTo>
                    <a:pt x="7704" y="26501"/>
                  </a:lnTo>
                  <a:cubicBezTo>
                    <a:pt x="7704" y="26501"/>
                    <a:pt x="9007" y="14470"/>
                    <a:pt x="8940" y="14053"/>
                  </a:cubicBezTo>
                  <a:cubicBezTo>
                    <a:pt x="8873" y="13635"/>
                    <a:pt x="8389" y="12683"/>
                    <a:pt x="8389" y="12683"/>
                  </a:cubicBezTo>
                  <a:lnTo>
                    <a:pt x="18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73"/>
            <p:cNvSpPr/>
            <p:nvPr/>
          </p:nvSpPr>
          <p:spPr>
            <a:xfrm>
              <a:off x="6267895" y="3409156"/>
              <a:ext cx="197107" cy="384536"/>
            </a:xfrm>
            <a:custGeom>
              <a:avLst/>
              <a:gdLst/>
              <a:ahLst/>
              <a:cxnLst/>
              <a:rect l="l" t="t" r="r" b="b"/>
              <a:pathLst>
                <a:path w="6150" h="11998" extrusionOk="0">
                  <a:moveTo>
                    <a:pt x="251" y="0"/>
                  </a:moveTo>
                  <a:cubicBezTo>
                    <a:pt x="1" y="284"/>
                    <a:pt x="1" y="5230"/>
                    <a:pt x="201" y="5564"/>
                  </a:cubicBezTo>
                  <a:cubicBezTo>
                    <a:pt x="385" y="5898"/>
                    <a:pt x="2223" y="6583"/>
                    <a:pt x="2223" y="6583"/>
                  </a:cubicBezTo>
                  <a:cubicBezTo>
                    <a:pt x="2223" y="6583"/>
                    <a:pt x="1889" y="8271"/>
                    <a:pt x="2089" y="8522"/>
                  </a:cubicBezTo>
                  <a:cubicBezTo>
                    <a:pt x="2273" y="8756"/>
                    <a:pt x="6149" y="11997"/>
                    <a:pt x="6149" y="11997"/>
                  </a:cubicBezTo>
                  <a:lnTo>
                    <a:pt x="2474" y="3091"/>
                  </a:lnTo>
                  <a:cubicBezTo>
                    <a:pt x="2474" y="3091"/>
                    <a:pt x="1404" y="435"/>
                    <a:pt x="2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73"/>
            <p:cNvSpPr/>
            <p:nvPr/>
          </p:nvSpPr>
          <p:spPr>
            <a:xfrm>
              <a:off x="6424267" y="3314961"/>
              <a:ext cx="521101" cy="901759"/>
            </a:xfrm>
            <a:custGeom>
              <a:avLst/>
              <a:gdLst/>
              <a:ahLst/>
              <a:cxnLst/>
              <a:rect l="l" t="t" r="r" b="b"/>
              <a:pathLst>
                <a:path w="16259" h="28136" extrusionOk="0">
                  <a:moveTo>
                    <a:pt x="4362" y="0"/>
                  </a:moveTo>
                  <a:cubicBezTo>
                    <a:pt x="2496" y="0"/>
                    <a:pt x="1" y="82"/>
                    <a:pt x="1" y="82"/>
                  </a:cubicBezTo>
                  <a:lnTo>
                    <a:pt x="4278" y="14619"/>
                  </a:lnTo>
                  <a:lnTo>
                    <a:pt x="5230" y="28136"/>
                  </a:lnTo>
                  <a:lnTo>
                    <a:pt x="16258" y="28136"/>
                  </a:lnTo>
                  <a:cubicBezTo>
                    <a:pt x="15774" y="19280"/>
                    <a:pt x="10510" y="15705"/>
                    <a:pt x="10510" y="15705"/>
                  </a:cubicBezTo>
                  <a:cubicBezTo>
                    <a:pt x="10510" y="15705"/>
                    <a:pt x="8037" y="5212"/>
                    <a:pt x="6300" y="82"/>
                  </a:cubicBezTo>
                  <a:cubicBezTo>
                    <a:pt x="6071" y="21"/>
                    <a:pt x="5295" y="0"/>
                    <a:pt x="436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73"/>
            <p:cNvSpPr/>
            <p:nvPr/>
          </p:nvSpPr>
          <p:spPr>
            <a:xfrm>
              <a:off x="6416223" y="3337941"/>
              <a:ext cx="173006" cy="445559"/>
            </a:xfrm>
            <a:custGeom>
              <a:avLst/>
              <a:gdLst/>
              <a:ahLst/>
              <a:cxnLst/>
              <a:rect l="l" t="t" r="r" b="b"/>
              <a:pathLst>
                <a:path w="5398" h="13902" extrusionOk="0">
                  <a:moveTo>
                    <a:pt x="603" y="0"/>
                  </a:moveTo>
                  <a:cubicBezTo>
                    <a:pt x="603" y="0"/>
                    <a:pt x="1" y="551"/>
                    <a:pt x="385" y="1738"/>
                  </a:cubicBezTo>
                  <a:cubicBezTo>
                    <a:pt x="770" y="2907"/>
                    <a:pt x="4529" y="13902"/>
                    <a:pt x="4529" y="13902"/>
                  </a:cubicBezTo>
                  <a:lnTo>
                    <a:pt x="5398" y="9808"/>
                  </a:lnTo>
                  <a:lnTo>
                    <a:pt x="3560" y="8354"/>
                  </a:lnTo>
                  <a:lnTo>
                    <a:pt x="5281" y="6951"/>
                  </a:lnTo>
                  <a:cubicBezTo>
                    <a:pt x="4963" y="5765"/>
                    <a:pt x="603" y="0"/>
                    <a:pt x="6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73"/>
            <p:cNvSpPr/>
            <p:nvPr/>
          </p:nvSpPr>
          <p:spPr>
            <a:xfrm>
              <a:off x="6659899" y="3993395"/>
              <a:ext cx="150507" cy="53812"/>
            </a:xfrm>
            <a:custGeom>
              <a:avLst/>
              <a:gdLst/>
              <a:ahLst/>
              <a:cxnLst/>
              <a:rect l="l" t="t" r="r" b="b"/>
              <a:pathLst>
                <a:path w="4696" h="1679" extrusionOk="0">
                  <a:moveTo>
                    <a:pt x="0" y="0"/>
                  </a:moveTo>
                  <a:cubicBezTo>
                    <a:pt x="808" y="1259"/>
                    <a:pt x="1599" y="1679"/>
                    <a:pt x="2294" y="1679"/>
                  </a:cubicBezTo>
                  <a:cubicBezTo>
                    <a:pt x="3686" y="1679"/>
                    <a:pt x="4696" y="0"/>
                    <a:pt x="46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73"/>
            <p:cNvSpPr/>
            <p:nvPr/>
          </p:nvSpPr>
          <p:spPr>
            <a:xfrm>
              <a:off x="6306451" y="3993395"/>
              <a:ext cx="150507" cy="53812"/>
            </a:xfrm>
            <a:custGeom>
              <a:avLst/>
              <a:gdLst/>
              <a:ahLst/>
              <a:cxnLst/>
              <a:rect l="l" t="t" r="r" b="b"/>
              <a:pathLst>
                <a:path w="4696" h="1679" extrusionOk="0">
                  <a:moveTo>
                    <a:pt x="1" y="0"/>
                  </a:moveTo>
                  <a:cubicBezTo>
                    <a:pt x="808" y="1259"/>
                    <a:pt x="1599" y="1679"/>
                    <a:pt x="2295" y="1679"/>
                  </a:cubicBezTo>
                  <a:cubicBezTo>
                    <a:pt x="3686" y="1679"/>
                    <a:pt x="4696" y="0"/>
                    <a:pt x="46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73"/>
            <p:cNvSpPr/>
            <p:nvPr/>
          </p:nvSpPr>
          <p:spPr>
            <a:xfrm>
              <a:off x="6216487" y="3751354"/>
              <a:ext cx="213709" cy="217812"/>
            </a:xfrm>
            <a:custGeom>
              <a:avLst/>
              <a:gdLst/>
              <a:ahLst/>
              <a:cxnLst/>
              <a:rect l="l" t="t" r="r" b="b"/>
              <a:pathLst>
                <a:path w="6668" h="6796" extrusionOk="0">
                  <a:moveTo>
                    <a:pt x="4044" y="0"/>
                  </a:moveTo>
                  <a:lnTo>
                    <a:pt x="1" y="2139"/>
                  </a:lnTo>
                  <a:cubicBezTo>
                    <a:pt x="1" y="2139"/>
                    <a:pt x="2089" y="6416"/>
                    <a:pt x="2323" y="6650"/>
                  </a:cubicBezTo>
                  <a:cubicBezTo>
                    <a:pt x="2428" y="6755"/>
                    <a:pt x="2603" y="6796"/>
                    <a:pt x="2787" y="6796"/>
                  </a:cubicBezTo>
                  <a:cubicBezTo>
                    <a:pt x="3014" y="6796"/>
                    <a:pt x="3254" y="6733"/>
                    <a:pt x="3393" y="6650"/>
                  </a:cubicBezTo>
                  <a:cubicBezTo>
                    <a:pt x="3660" y="6500"/>
                    <a:pt x="6283" y="5330"/>
                    <a:pt x="6467" y="4879"/>
                  </a:cubicBezTo>
                  <a:cubicBezTo>
                    <a:pt x="6667" y="4428"/>
                    <a:pt x="4044" y="0"/>
                    <a:pt x="40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73"/>
            <p:cNvSpPr/>
            <p:nvPr/>
          </p:nvSpPr>
          <p:spPr>
            <a:xfrm>
              <a:off x="6270587" y="3839683"/>
              <a:ext cx="130155" cy="103906"/>
            </a:xfrm>
            <a:custGeom>
              <a:avLst/>
              <a:gdLst/>
              <a:ahLst/>
              <a:cxnLst/>
              <a:rect l="l" t="t" r="r" b="b"/>
              <a:pathLst>
                <a:path w="4061" h="3242" extrusionOk="0">
                  <a:moveTo>
                    <a:pt x="3025" y="1"/>
                  </a:moveTo>
                  <a:lnTo>
                    <a:pt x="0" y="1488"/>
                  </a:lnTo>
                  <a:cubicBezTo>
                    <a:pt x="0" y="1488"/>
                    <a:pt x="1036" y="3059"/>
                    <a:pt x="1320" y="3226"/>
                  </a:cubicBezTo>
                  <a:cubicBezTo>
                    <a:pt x="1341" y="3237"/>
                    <a:pt x="1373" y="3242"/>
                    <a:pt x="1416" y="3242"/>
                  </a:cubicBezTo>
                  <a:cubicBezTo>
                    <a:pt x="1950" y="3242"/>
                    <a:pt x="4060" y="2407"/>
                    <a:pt x="4060" y="1989"/>
                  </a:cubicBezTo>
                  <a:cubicBezTo>
                    <a:pt x="4060" y="1538"/>
                    <a:pt x="3025" y="1"/>
                    <a:pt x="302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73"/>
            <p:cNvSpPr/>
            <p:nvPr/>
          </p:nvSpPr>
          <p:spPr>
            <a:xfrm>
              <a:off x="6442472" y="3810230"/>
              <a:ext cx="106053" cy="133392"/>
            </a:xfrm>
            <a:custGeom>
              <a:avLst/>
              <a:gdLst/>
              <a:ahLst/>
              <a:cxnLst/>
              <a:rect l="l" t="t" r="r" b="b"/>
              <a:pathLst>
                <a:path w="3309" h="4162" extrusionOk="0">
                  <a:moveTo>
                    <a:pt x="602" y="1"/>
                  </a:moveTo>
                  <a:cubicBezTo>
                    <a:pt x="602" y="1"/>
                    <a:pt x="1" y="2440"/>
                    <a:pt x="1722" y="4161"/>
                  </a:cubicBezTo>
                  <a:cubicBezTo>
                    <a:pt x="3309" y="2440"/>
                    <a:pt x="1822" y="318"/>
                    <a:pt x="6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73"/>
            <p:cNvSpPr/>
            <p:nvPr/>
          </p:nvSpPr>
          <p:spPr>
            <a:xfrm>
              <a:off x="6281036" y="3773308"/>
              <a:ext cx="237523" cy="132687"/>
            </a:xfrm>
            <a:custGeom>
              <a:avLst/>
              <a:gdLst/>
              <a:ahLst/>
              <a:cxnLst/>
              <a:rect l="l" t="t" r="r" b="b"/>
              <a:pathLst>
                <a:path w="7411" h="4140" extrusionOk="0">
                  <a:moveTo>
                    <a:pt x="3367" y="0"/>
                  </a:moveTo>
                  <a:cubicBezTo>
                    <a:pt x="2916" y="0"/>
                    <a:pt x="176" y="1404"/>
                    <a:pt x="42" y="1671"/>
                  </a:cubicBezTo>
                  <a:cubicBezTo>
                    <a:pt x="0" y="1763"/>
                    <a:pt x="125" y="1792"/>
                    <a:pt x="295" y="1792"/>
                  </a:cubicBezTo>
                  <a:cubicBezTo>
                    <a:pt x="464" y="1792"/>
                    <a:pt x="677" y="1763"/>
                    <a:pt x="810" y="1738"/>
                  </a:cubicBezTo>
                  <a:cubicBezTo>
                    <a:pt x="1094" y="1704"/>
                    <a:pt x="2097" y="1203"/>
                    <a:pt x="2582" y="1053"/>
                  </a:cubicBezTo>
                  <a:lnTo>
                    <a:pt x="2899" y="1053"/>
                  </a:lnTo>
                  <a:cubicBezTo>
                    <a:pt x="2899" y="1053"/>
                    <a:pt x="1780" y="1638"/>
                    <a:pt x="1562" y="1805"/>
                  </a:cubicBezTo>
                  <a:cubicBezTo>
                    <a:pt x="1362" y="1972"/>
                    <a:pt x="510" y="2690"/>
                    <a:pt x="543" y="2774"/>
                  </a:cubicBezTo>
                  <a:cubicBezTo>
                    <a:pt x="550" y="2811"/>
                    <a:pt x="613" y="2831"/>
                    <a:pt x="716" y="2831"/>
                  </a:cubicBezTo>
                  <a:cubicBezTo>
                    <a:pt x="845" y="2831"/>
                    <a:pt x="1038" y="2798"/>
                    <a:pt x="1262" y="2724"/>
                  </a:cubicBezTo>
                  <a:cubicBezTo>
                    <a:pt x="1679" y="2607"/>
                    <a:pt x="1763" y="2440"/>
                    <a:pt x="2097" y="2289"/>
                  </a:cubicBezTo>
                  <a:cubicBezTo>
                    <a:pt x="2448" y="2139"/>
                    <a:pt x="3283" y="1755"/>
                    <a:pt x="3283" y="1755"/>
                  </a:cubicBezTo>
                  <a:lnTo>
                    <a:pt x="3283" y="1755"/>
                  </a:lnTo>
                  <a:cubicBezTo>
                    <a:pt x="2832" y="2022"/>
                    <a:pt x="2398" y="2323"/>
                    <a:pt x="1980" y="2640"/>
                  </a:cubicBezTo>
                  <a:cubicBezTo>
                    <a:pt x="1679" y="2907"/>
                    <a:pt x="1412" y="3191"/>
                    <a:pt x="1161" y="3509"/>
                  </a:cubicBezTo>
                  <a:cubicBezTo>
                    <a:pt x="1249" y="3586"/>
                    <a:pt x="1359" y="3627"/>
                    <a:pt x="1466" y="3627"/>
                  </a:cubicBezTo>
                  <a:cubicBezTo>
                    <a:pt x="1522" y="3627"/>
                    <a:pt x="1578" y="3615"/>
                    <a:pt x="1629" y="3592"/>
                  </a:cubicBezTo>
                  <a:cubicBezTo>
                    <a:pt x="1963" y="3425"/>
                    <a:pt x="2298" y="3242"/>
                    <a:pt x="2598" y="3041"/>
                  </a:cubicBezTo>
                  <a:lnTo>
                    <a:pt x="3868" y="2473"/>
                  </a:lnTo>
                  <a:lnTo>
                    <a:pt x="3868" y="2473"/>
                  </a:lnTo>
                  <a:cubicBezTo>
                    <a:pt x="3534" y="2657"/>
                    <a:pt x="3200" y="2841"/>
                    <a:pt x="2899" y="3074"/>
                  </a:cubicBezTo>
                  <a:cubicBezTo>
                    <a:pt x="2715" y="3275"/>
                    <a:pt x="1930" y="3993"/>
                    <a:pt x="2080" y="4110"/>
                  </a:cubicBezTo>
                  <a:cubicBezTo>
                    <a:pt x="2110" y="4130"/>
                    <a:pt x="2145" y="4139"/>
                    <a:pt x="2184" y="4139"/>
                  </a:cubicBezTo>
                  <a:cubicBezTo>
                    <a:pt x="2339" y="4139"/>
                    <a:pt x="2558" y="4000"/>
                    <a:pt x="2799" y="3893"/>
                  </a:cubicBezTo>
                  <a:cubicBezTo>
                    <a:pt x="3100" y="3760"/>
                    <a:pt x="4102" y="3108"/>
                    <a:pt x="4102" y="3108"/>
                  </a:cubicBezTo>
                  <a:cubicBezTo>
                    <a:pt x="4102" y="3108"/>
                    <a:pt x="5267" y="3661"/>
                    <a:pt x="6096" y="3661"/>
                  </a:cubicBezTo>
                  <a:cubicBezTo>
                    <a:pt x="6255" y="3661"/>
                    <a:pt x="6401" y="3641"/>
                    <a:pt x="6525" y="3592"/>
                  </a:cubicBezTo>
                  <a:cubicBezTo>
                    <a:pt x="7310" y="3292"/>
                    <a:pt x="7410" y="2473"/>
                    <a:pt x="7227" y="2306"/>
                  </a:cubicBezTo>
                  <a:cubicBezTo>
                    <a:pt x="7026" y="2139"/>
                    <a:pt x="3818" y="0"/>
                    <a:pt x="3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73"/>
            <p:cNvSpPr/>
            <p:nvPr/>
          </p:nvSpPr>
          <p:spPr>
            <a:xfrm>
              <a:off x="6461766" y="3704753"/>
              <a:ext cx="437547" cy="238869"/>
            </a:xfrm>
            <a:custGeom>
              <a:avLst/>
              <a:gdLst/>
              <a:ahLst/>
              <a:cxnLst/>
              <a:rect l="l" t="t" r="r" b="b"/>
              <a:pathLst>
                <a:path w="13652" h="7453" extrusionOk="0">
                  <a:moveTo>
                    <a:pt x="9678" y="0"/>
                  </a:moveTo>
                  <a:cubicBezTo>
                    <a:pt x="8886" y="0"/>
                    <a:pt x="8061" y="236"/>
                    <a:pt x="6984" y="769"/>
                  </a:cubicBezTo>
                  <a:cubicBezTo>
                    <a:pt x="5163" y="1671"/>
                    <a:pt x="0" y="3292"/>
                    <a:pt x="0" y="3292"/>
                  </a:cubicBezTo>
                  <a:cubicBezTo>
                    <a:pt x="0" y="3292"/>
                    <a:pt x="986" y="4194"/>
                    <a:pt x="1203" y="5280"/>
                  </a:cubicBezTo>
                  <a:cubicBezTo>
                    <a:pt x="1320" y="5999"/>
                    <a:pt x="1303" y="6751"/>
                    <a:pt x="1120" y="7452"/>
                  </a:cubicBezTo>
                  <a:cubicBezTo>
                    <a:pt x="1120" y="7452"/>
                    <a:pt x="12699" y="4361"/>
                    <a:pt x="13183" y="3459"/>
                  </a:cubicBezTo>
                  <a:cubicBezTo>
                    <a:pt x="13651" y="2557"/>
                    <a:pt x="12782" y="819"/>
                    <a:pt x="11345" y="318"/>
                  </a:cubicBezTo>
                  <a:cubicBezTo>
                    <a:pt x="10758" y="113"/>
                    <a:pt x="10226" y="0"/>
                    <a:pt x="967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73"/>
            <p:cNvSpPr/>
            <p:nvPr/>
          </p:nvSpPr>
          <p:spPr>
            <a:xfrm>
              <a:off x="6587754" y="3317301"/>
              <a:ext cx="309411" cy="498986"/>
            </a:xfrm>
            <a:custGeom>
              <a:avLst/>
              <a:gdLst/>
              <a:ahLst/>
              <a:cxnLst/>
              <a:rect l="l" t="t" r="r" b="b"/>
              <a:pathLst>
                <a:path w="9654" h="15569" extrusionOk="0">
                  <a:moveTo>
                    <a:pt x="1146" y="1"/>
                  </a:moveTo>
                  <a:cubicBezTo>
                    <a:pt x="1" y="1"/>
                    <a:pt x="3575" y="12781"/>
                    <a:pt x="3805" y="13226"/>
                  </a:cubicBezTo>
                  <a:cubicBezTo>
                    <a:pt x="4042" y="13636"/>
                    <a:pt x="8322" y="15568"/>
                    <a:pt x="9145" y="15568"/>
                  </a:cubicBezTo>
                  <a:cubicBezTo>
                    <a:pt x="9193" y="15568"/>
                    <a:pt x="9229" y="15562"/>
                    <a:pt x="9252" y="15548"/>
                  </a:cubicBezTo>
                  <a:cubicBezTo>
                    <a:pt x="9653" y="15297"/>
                    <a:pt x="7531" y="1914"/>
                    <a:pt x="1199" y="9"/>
                  </a:cubicBezTo>
                  <a:cubicBezTo>
                    <a:pt x="1180" y="4"/>
                    <a:pt x="1162" y="1"/>
                    <a:pt x="11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73"/>
            <p:cNvSpPr/>
            <p:nvPr/>
          </p:nvSpPr>
          <p:spPr>
            <a:xfrm>
              <a:off x="6252896" y="3312589"/>
              <a:ext cx="242106" cy="250278"/>
            </a:xfrm>
            <a:custGeom>
              <a:avLst/>
              <a:gdLst/>
              <a:ahLst/>
              <a:cxnLst/>
              <a:rect l="l" t="t" r="r" b="b"/>
              <a:pathLst>
                <a:path w="7554" h="7809" extrusionOk="0">
                  <a:moveTo>
                    <a:pt x="4435" y="1"/>
                  </a:moveTo>
                  <a:cubicBezTo>
                    <a:pt x="3552" y="1"/>
                    <a:pt x="2678" y="129"/>
                    <a:pt x="2123" y="357"/>
                  </a:cubicBezTo>
                  <a:cubicBezTo>
                    <a:pt x="1187" y="741"/>
                    <a:pt x="1" y="3481"/>
                    <a:pt x="1" y="3481"/>
                  </a:cubicBezTo>
                  <a:cubicBezTo>
                    <a:pt x="1" y="3481"/>
                    <a:pt x="653" y="6806"/>
                    <a:pt x="2039" y="7809"/>
                  </a:cubicBezTo>
                  <a:cubicBezTo>
                    <a:pt x="2307" y="7591"/>
                    <a:pt x="2524" y="6388"/>
                    <a:pt x="2524" y="6388"/>
                  </a:cubicBezTo>
                  <a:lnTo>
                    <a:pt x="4278" y="6305"/>
                  </a:lnTo>
                  <a:lnTo>
                    <a:pt x="5648" y="5453"/>
                  </a:lnTo>
                  <a:lnTo>
                    <a:pt x="7553" y="5419"/>
                  </a:lnTo>
                  <a:cubicBezTo>
                    <a:pt x="7553" y="5419"/>
                    <a:pt x="6902" y="708"/>
                    <a:pt x="6166" y="190"/>
                  </a:cubicBezTo>
                  <a:cubicBezTo>
                    <a:pt x="5650" y="61"/>
                    <a:pt x="5040" y="1"/>
                    <a:pt x="4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73"/>
            <p:cNvSpPr/>
            <p:nvPr/>
          </p:nvSpPr>
          <p:spPr>
            <a:xfrm>
              <a:off x="6244883" y="3291340"/>
              <a:ext cx="193870" cy="223324"/>
            </a:xfrm>
            <a:custGeom>
              <a:avLst/>
              <a:gdLst/>
              <a:ahLst/>
              <a:cxnLst/>
              <a:rect l="l" t="t" r="r" b="b"/>
              <a:pathLst>
                <a:path w="6049" h="6968" extrusionOk="0">
                  <a:moveTo>
                    <a:pt x="1086" y="0"/>
                  </a:moveTo>
                  <a:cubicBezTo>
                    <a:pt x="1086" y="0"/>
                    <a:pt x="234" y="2507"/>
                    <a:pt x="0" y="3459"/>
                  </a:cubicBezTo>
                  <a:cubicBezTo>
                    <a:pt x="268" y="3827"/>
                    <a:pt x="585" y="4178"/>
                    <a:pt x="919" y="4495"/>
                  </a:cubicBezTo>
                  <a:cubicBezTo>
                    <a:pt x="1989" y="5481"/>
                    <a:pt x="3208" y="6316"/>
                    <a:pt x="4528" y="6968"/>
                  </a:cubicBezTo>
                  <a:cubicBezTo>
                    <a:pt x="6049" y="4762"/>
                    <a:pt x="5297" y="1621"/>
                    <a:pt x="5297" y="1621"/>
                  </a:cubicBezTo>
                  <a:cubicBezTo>
                    <a:pt x="4662" y="1504"/>
                    <a:pt x="4044" y="1320"/>
                    <a:pt x="3442" y="1070"/>
                  </a:cubicBezTo>
                  <a:cubicBezTo>
                    <a:pt x="3242" y="1003"/>
                    <a:pt x="2991" y="970"/>
                    <a:pt x="2757" y="869"/>
                  </a:cubicBezTo>
                  <a:cubicBezTo>
                    <a:pt x="2172" y="619"/>
                    <a:pt x="1621" y="318"/>
                    <a:pt x="10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73"/>
            <p:cNvSpPr/>
            <p:nvPr/>
          </p:nvSpPr>
          <p:spPr>
            <a:xfrm>
              <a:off x="6046750" y="3252880"/>
              <a:ext cx="244221" cy="192524"/>
            </a:xfrm>
            <a:custGeom>
              <a:avLst/>
              <a:gdLst/>
              <a:ahLst/>
              <a:cxnLst/>
              <a:rect l="l" t="t" r="r" b="b"/>
              <a:pathLst>
                <a:path w="7620" h="6007" extrusionOk="0">
                  <a:moveTo>
                    <a:pt x="4615" y="0"/>
                  </a:moveTo>
                  <a:cubicBezTo>
                    <a:pt x="4545" y="0"/>
                    <a:pt x="4477" y="5"/>
                    <a:pt x="4411" y="14"/>
                  </a:cubicBezTo>
                  <a:cubicBezTo>
                    <a:pt x="3492" y="148"/>
                    <a:pt x="2389" y="950"/>
                    <a:pt x="1621" y="1067"/>
                  </a:cubicBezTo>
                  <a:cubicBezTo>
                    <a:pt x="1541" y="1079"/>
                    <a:pt x="1460" y="1084"/>
                    <a:pt x="1381" y="1084"/>
                  </a:cubicBezTo>
                  <a:cubicBezTo>
                    <a:pt x="896" y="1084"/>
                    <a:pt x="433" y="869"/>
                    <a:pt x="117" y="482"/>
                  </a:cubicBezTo>
                  <a:lnTo>
                    <a:pt x="117" y="482"/>
                  </a:lnTo>
                  <a:cubicBezTo>
                    <a:pt x="0" y="1117"/>
                    <a:pt x="100" y="1752"/>
                    <a:pt x="418" y="2320"/>
                  </a:cubicBezTo>
                  <a:cubicBezTo>
                    <a:pt x="819" y="3022"/>
                    <a:pt x="3592" y="5779"/>
                    <a:pt x="4528" y="5946"/>
                  </a:cubicBezTo>
                  <a:cubicBezTo>
                    <a:pt x="4688" y="5987"/>
                    <a:pt x="4850" y="6007"/>
                    <a:pt x="5012" y="6007"/>
                  </a:cubicBezTo>
                  <a:cubicBezTo>
                    <a:pt x="5441" y="6007"/>
                    <a:pt x="5864" y="5866"/>
                    <a:pt x="6216" y="5612"/>
                  </a:cubicBezTo>
                  <a:cubicBezTo>
                    <a:pt x="7619" y="4609"/>
                    <a:pt x="7335" y="2019"/>
                    <a:pt x="7268" y="1618"/>
                  </a:cubicBezTo>
                  <a:cubicBezTo>
                    <a:pt x="7218" y="1284"/>
                    <a:pt x="6717" y="749"/>
                    <a:pt x="6717" y="749"/>
                  </a:cubicBezTo>
                  <a:cubicBezTo>
                    <a:pt x="6717" y="749"/>
                    <a:pt x="5521" y="0"/>
                    <a:pt x="46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73"/>
            <p:cNvSpPr/>
            <p:nvPr/>
          </p:nvSpPr>
          <p:spPr>
            <a:xfrm>
              <a:off x="6272190" y="3313839"/>
              <a:ext cx="22531" cy="71247"/>
            </a:xfrm>
            <a:custGeom>
              <a:avLst/>
              <a:gdLst/>
              <a:ahLst/>
              <a:cxnLst/>
              <a:rect l="l" t="t" r="r" b="b"/>
              <a:pathLst>
                <a:path w="703" h="2223" extrusionOk="0">
                  <a:moveTo>
                    <a:pt x="485" y="0"/>
                  </a:moveTo>
                  <a:lnTo>
                    <a:pt x="0" y="2039"/>
                  </a:lnTo>
                  <a:lnTo>
                    <a:pt x="134" y="2222"/>
                  </a:lnTo>
                  <a:lnTo>
                    <a:pt x="702" y="34"/>
                  </a:lnTo>
                  <a:lnTo>
                    <a:pt x="4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73"/>
            <p:cNvSpPr/>
            <p:nvPr/>
          </p:nvSpPr>
          <p:spPr>
            <a:xfrm>
              <a:off x="6246486" y="3264578"/>
              <a:ext cx="12884" cy="85702"/>
            </a:xfrm>
            <a:custGeom>
              <a:avLst/>
              <a:gdLst/>
              <a:ahLst/>
              <a:cxnLst/>
              <a:rect l="l" t="t" r="r" b="b"/>
              <a:pathLst>
                <a:path w="402" h="2674" extrusionOk="0">
                  <a:moveTo>
                    <a:pt x="117" y="0"/>
                  </a:moveTo>
                  <a:lnTo>
                    <a:pt x="0" y="2540"/>
                  </a:lnTo>
                  <a:lnTo>
                    <a:pt x="134" y="2673"/>
                  </a:lnTo>
                  <a:lnTo>
                    <a:pt x="401" y="50"/>
                  </a:lnTo>
                  <a:lnTo>
                    <a:pt x="1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73"/>
            <p:cNvSpPr/>
            <p:nvPr/>
          </p:nvSpPr>
          <p:spPr>
            <a:xfrm>
              <a:off x="6130817" y="3320249"/>
              <a:ext cx="30544" cy="62722"/>
            </a:xfrm>
            <a:custGeom>
              <a:avLst/>
              <a:gdLst/>
              <a:ahLst/>
              <a:cxnLst/>
              <a:rect l="l" t="t" r="r" b="b"/>
              <a:pathLst>
                <a:path w="953" h="1957" extrusionOk="0">
                  <a:moveTo>
                    <a:pt x="0" y="1"/>
                  </a:moveTo>
                  <a:lnTo>
                    <a:pt x="0" y="1"/>
                  </a:lnTo>
                  <a:cubicBezTo>
                    <a:pt x="823" y="906"/>
                    <a:pt x="819" y="1956"/>
                    <a:pt x="883" y="1956"/>
                  </a:cubicBezTo>
                  <a:cubicBezTo>
                    <a:pt x="884" y="1956"/>
                    <a:pt x="885" y="1956"/>
                    <a:pt x="886" y="1956"/>
                  </a:cubicBezTo>
                  <a:cubicBezTo>
                    <a:pt x="953" y="1922"/>
                    <a:pt x="903" y="1120"/>
                    <a:pt x="836" y="786"/>
                  </a:cubicBezTo>
                  <a:cubicBezTo>
                    <a:pt x="752" y="469"/>
                    <a:pt x="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73"/>
            <p:cNvSpPr/>
            <p:nvPr/>
          </p:nvSpPr>
          <p:spPr>
            <a:xfrm>
              <a:off x="6180078" y="3317429"/>
              <a:ext cx="30544" cy="18910"/>
            </a:xfrm>
            <a:custGeom>
              <a:avLst/>
              <a:gdLst/>
              <a:ahLst/>
              <a:cxnLst/>
              <a:rect l="l" t="t" r="r" b="b"/>
              <a:pathLst>
                <a:path w="953" h="590" extrusionOk="0">
                  <a:moveTo>
                    <a:pt x="470" y="0"/>
                  </a:moveTo>
                  <a:cubicBezTo>
                    <a:pt x="384" y="0"/>
                    <a:pt x="296" y="20"/>
                    <a:pt x="218" y="72"/>
                  </a:cubicBezTo>
                  <a:cubicBezTo>
                    <a:pt x="1" y="206"/>
                    <a:pt x="17" y="590"/>
                    <a:pt x="17" y="590"/>
                  </a:cubicBezTo>
                  <a:lnTo>
                    <a:pt x="953" y="156"/>
                  </a:lnTo>
                  <a:cubicBezTo>
                    <a:pt x="953" y="156"/>
                    <a:pt x="716" y="0"/>
                    <a:pt x="4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73"/>
            <p:cNvSpPr/>
            <p:nvPr/>
          </p:nvSpPr>
          <p:spPr>
            <a:xfrm>
              <a:off x="6113671" y="3347428"/>
              <a:ext cx="30576" cy="18910"/>
            </a:xfrm>
            <a:custGeom>
              <a:avLst/>
              <a:gdLst/>
              <a:ahLst/>
              <a:cxnLst/>
              <a:rect l="l" t="t" r="r" b="b"/>
              <a:pathLst>
                <a:path w="954" h="590" extrusionOk="0">
                  <a:moveTo>
                    <a:pt x="470" y="0"/>
                  </a:moveTo>
                  <a:cubicBezTo>
                    <a:pt x="384" y="0"/>
                    <a:pt x="296" y="19"/>
                    <a:pt x="218" y="72"/>
                  </a:cubicBezTo>
                  <a:cubicBezTo>
                    <a:pt x="1" y="205"/>
                    <a:pt x="17" y="590"/>
                    <a:pt x="17" y="590"/>
                  </a:cubicBezTo>
                  <a:lnTo>
                    <a:pt x="953" y="155"/>
                  </a:lnTo>
                  <a:cubicBezTo>
                    <a:pt x="953" y="155"/>
                    <a:pt x="716" y="0"/>
                    <a:pt x="4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73"/>
            <p:cNvSpPr/>
            <p:nvPr/>
          </p:nvSpPr>
          <p:spPr>
            <a:xfrm>
              <a:off x="6120625" y="3341146"/>
              <a:ext cx="160154" cy="107656"/>
            </a:xfrm>
            <a:custGeom>
              <a:avLst/>
              <a:gdLst/>
              <a:ahLst/>
              <a:cxnLst/>
              <a:rect l="l" t="t" r="r" b="b"/>
              <a:pathLst>
                <a:path w="4997" h="3359" extrusionOk="0">
                  <a:moveTo>
                    <a:pt x="3994" y="0"/>
                  </a:moveTo>
                  <a:cubicBezTo>
                    <a:pt x="3844" y="0"/>
                    <a:pt x="1" y="1705"/>
                    <a:pt x="1" y="1705"/>
                  </a:cubicBezTo>
                  <a:cubicBezTo>
                    <a:pt x="669" y="2356"/>
                    <a:pt x="1471" y="3359"/>
                    <a:pt x="2841" y="3359"/>
                  </a:cubicBezTo>
                  <a:cubicBezTo>
                    <a:pt x="4228" y="3359"/>
                    <a:pt x="4997" y="1387"/>
                    <a:pt x="4997" y="1187"/>
                  </a:cubicBezTo>
                  <a:cubicBezTo>
                    <a:pt x="4997" y="986"/>
                    <a:pt x="4145" y="0"/>
                    <a:pt x="39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73"/>
            <p:cNvSpPr/>
            <p:nvPr/>
          </p:nvSpPr>
          <p:spPr>
            <a:xfrm>
              <a:off x="6247383" y="3232689"/>
              <a:ext cx="59228" cy="85317"/>
            </a:xfrm>
            <a:custGeom>
              <a:avLst/>
              <a:gdLst/>
              <a:ahLst/>
              <a:cxnLst/>
              <a:rect l="l" t="t" r="r" b="b"/>
              <a:pathLst>
                <a:path w="1848" h="2662" extrusionOk="0">
                  <a:moveTo>
                    <a:pt x="799" y="1"/>
                  </a:moveTo>
                  <a:cubicBezTo>
                    <a:pt x="214" y="1"/>
                    <a:pt x="0" y="491"/>
                    <a:pt x="89" y="995"/>
                  </a:cubicBezTo>
                  <a:cubicBezTo>
                    <a:pt x="240" y="1797"/>
                    <a:pt x="440" y="2566"/>
                    <a:pt x="1025" y="2649"/>
                  </a:cubicBezTo>
                  <a:cubicBezTo>
                    <a:pt x="1098" y="2657"/>
                    <a:pt x="1165" y="2662"/>
                    <a:pt x="1227" y="2662"/>
                  </a:cubicBezTo>
                  <a:cubicBezTo>
                    <a:pt x="1667" y="2662"/>
                    <a:pt x="1848" y="2441"/>
                    <a:pt x="1760" y="1797"/>
                  </a:cubicBezTo>
                  <a:cubicBezTo>
                    <a:pt x="1660" y="1062"/>
                    <a:pt x="1827" y="193"/>
                    <a:pt x="1042" y="26"/>
                  </a:cubicBezTo>
                  <a:cubicBezTo>
                    <a:pt x="955" y="9"/>
                    <a:pt x="874" y="1"/>
                    <a:pt x="7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73"/>
            <p:cNvSpPr/>
            <p:nvPr/>
          </p:nvSpPr>
          <p:spPr>
            <a:xfrm>
              <a:off x="6258248" y="3245733"/>
              <a:ext cx="36473" cy="61728"/>
            </a:xfrm>
            <a:custGeom>
              <a:avLst/>
              <a:gdLst/>
              <a:ahLst/>
              <a:cxnLst/>
              <a:rect l="l" t="t" r="r" b="b"/>
              <a:pathLst>
                <a:path w="1138" h="1926" extrusionOk="0">
                  <a:moveTo>
                    <a:pt x="351" y="0"/>
                  </a:moveTo>
                  <a:cubicBezTo>
                    <a:pt x="285" y="0"/>
                    <a:pt x="226" y="10"/>
                    <a:pt x="185" y="37"/>
                  </a:cubicBezTo>
                  <a:cubicBezTo>
                    <a:pt x="1" y="154"/>
                    <a:pt x="101" y="1190"/>
                    <a:pt x="101" y="1190"/>
                  </a:cubicBezTo>
                  <a:cubicBezTo>
                    <a:pt x="185" y="1106"/>
                    <a:pt x="285" y="1039"/>
                    <a:pt x="385" y="972"/>
                  </a:cubicBezTo>
                  <a:cubicBezTo>
                    <a:pt x="435" y="972"/>
                    <a:pt x="820" y="1423"/>
                    <a:pt x="753" y="1524"/>
                  </a:cubicBezTo>
                  <a:cubicBezTo>
                    <a:pt x="731" y="1557"/>
                    <a:pt x="660" y="1568"/>
                    <a:pt x="576" y="1568"/>
                  </a:cubicBezTo>
                  <a:cubicBezTo>
                    <a:pt x="408" y="1568"/>
                    <a:pt x="185" y="1524"/>
                    <a:pt x="185" y="1524"/>
                  </a:cubicBezTo>
                  <a:lnTo>
                    <a:pt x="185" y="1524"/>
                  </a:lnTo>
                  <a:cubicBezTo>
                    <a:pt x="185" y="1524"/>
                    <a:pt x="547" y="1926"/>
                    <a:pt x="790" y="1926"/>
                  </a:cubicBezTo>
                  <a:cubicBezTo>
                    <a:pt x="819" y="1926"/>
                    <a:pt x="845" y="1920"/>
                    <a:pt x="870" y="1908"/>
                  </a:cubicBezTo>
                  <a:cubicBezTo>
                    <a:pt x="1104" y="1791"/>
                    <a:pt x="1137" y="1257"/>
                    <a:pt x="1137" y="1256"/>
                  </a:cubicBezTo>
                  <a:lnTo>
                    <a:pt x="1137" y="1256"/>
                  </a:lnTo>
                  <a:lnTo>
                    <a:pt x="937" y="1490"/>
                  </a:lnTo>
                  <a:cubicBezTo>
                    <a:pt x="937" y="1490"/>
                    <a:pt x="970" y="989"/>
                    <a:pt x="770" y="822"/>
                  </a:cubicBezTo>
                  <a:cubicBezTo>
                    <a:pt x="707" y="764"/>
                    <a:pt x="635" y="744"/>
                    <a:pt x="567" y="744"/>
                  </a:cubicBezTo>
                  <a:cubicBezTo>
                    <a:pt x="419" y="744"/>
                    <a:pt x="285" y="839"/>
                    <a:pt x="285" y="839"/>
                  </a:cubicBezTo>
                  <a:cubicBezTo>
                    <a:pt x="285" y="839"/>
                    <a:pt x="302" y="287"/>
                    <a:pt x="385" y="220"/>
                  </a:cubicBezTo>
                  <a:cubicBezTo>
                    <a:pt x="552" y="154"/>
                    <a:pt x="719" y="120"/>
                    <a:pt x="887" y="120"/>
                  </a:cubicBezTo>
                  <a:cubicBezTo>
                    <a:pt x="887" y="120"/>
                    <a:pt x="576" y="0"/>
                    <a:pt x="3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73"/>
            <p:cNvSpPr/>
            <p:nvPr/>
          </p:nvSpPr>
          <p:spPr>
            <a:xfrm>
              <a:off x="6163476" y="3285251"/>
              <a:ext cx="42883" cy="27018"/>
            </a:xfrm>
            <a:custGeom>
              <a:avLst/>
              <a:gdLst/>
              <a:ahLst/>
              <a:cxnLst/>
              <a:rect l="l" t="t" r="r" b="b"/>
              <a:pathLst>
                <a:path w="1338" h="843" extrusionOk="0">
                  <a:moveTo>
                    <a:pt x="623" y="1"/>
                  </a:moveTo>
                  <a:cubicBezTo>
                    <a:pt x="535" y="1"/>
                    <a:pt x="448" y="17"/>
                    <a:pt x="368" y="57"/>
                  </a:cubicBezTo>
                  <a:cubicBezTo>
                    <a:pt x="1" y="241"/>
                    <a:pt x="17" y="842"/>
                    <a:pt x="17" y="842"/>
                  </a:cubicBezTo>
                  <a:cubicBezTo>
                    <a:pt x="168" y="675"/>
                    <a:pt x="351" y="541"/>
                    <a:pt x="569" y="424"/>
                  </a:cubicBezTo>
                  <a:cubicBezTo>
                    <a:pt x="803" y="324"/>
                    <a:pt x="1070" y="274"/>
                    <a:pt x="1337" y="257"/>
                  </a:cubicBezTo>
                  <a:cubicBezTo>
                    <a:pt x="1337" y="257"/>
                    <a:pt x="974" y="1"/>
                    <a:pt x="6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73"/>
            <p:cNvSpPr/>
            <p:nvPr/>
          </p:nvSpPr>
          <p:spPr>
            <a:xfrm>
              <a:off x="6086909" y="3318390"/>
              <a:ext cx="39646" cy="24935"/>
            </a:xfrm>
            <a:custGeom>
              <a:avLst/>
              <a:gdLst/>
              <a:ahLst/>
              <a:cxnLst/>
              <a:rect l="l" t="t" r="r" b="b"/>
              <a:pathLst>
                <a:path w="1237" h="778" extrusionOk="0">
                  <a:moveTo>
                    <a:pt x="593" y="1"/>
                  </a:moveTo>
                  <a:cubicBezTo>
                    <a:pt x="510" y="1"/>
                    <a:pt x="427" y="17"/>
                    <a:pt x="351" y="59"/>
                  </a:cubicBezTo>
                  <a:cubicBezTo>
                    <a:pt x="0" y="226"/>
                    <a:pt x="17" y="777"/>
                    <a:pt x="17" y="777"/>
                  </a:cubicBezTo>
                  <a:cubicBezTo>
                    <a:pt x="167" y="627"/>
                    <a:pt x="334" y="493"/>
                    <a:pt x="518" y="393"/>
                  </a:cubicBezTo>
                  <a:cubicBezTo>
                    <a:pt x="752" y="309"/>
                    <a:pt x="1003" y="259"/>
                    <a:pt x="1237" y="243"/>
                  </a:cubicBezTo>
                  <a:cubicBezTo>
                    <a:pt x="1237" y="243"/>
                    <a:pt x="911" y="1"/>
                    <a:pt x="5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73"/>
            <p:cNvSpPr/>
            <p:nvPr/>
          </p:nvSpPr>
          <p:spPr>
            <a:xfrm>
              <a:off x="3203723" y="4414821"/>
              <a:ext cx="119450" cy="1187805"/>
            </a:xfrm>
            <a:custGeom>
              <a:avLst/>
              <a:gdLst/>
              <a:ahLst/>
              <a:cxnLst/>
              <a:rect l="l" t="t" r="r" b="b"/>
              <a:pathLst>
                <a:path w="3727" h="37061" extrusionOk="0">
                  <a:moveTo>
                    <a:pt x="0" y="1"/>
                  </a:moveTo>
                  <a:lnTo>
                    <a:pt x="0" y="37060"/>
                  </a:lnTo>
                  <a:lnTo>
                    <a:pt x="3726" y="37060"/>
                  </a:lnTo>
                  <a:lnTo>
                    <a:pt x="37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73"/>
            <p:cNvSpPr/>
            <p:nvPr/>
          </p:nvSpPr>
          <p:spPr>
            <a:xfrm>
              <a:off x="6096011" y="4414821"/>
              <a:ext cx="119450" cy="1187805"/>
            </a:xfrm>
            <a:custGeom>
              <a:avLst/>
              <a:gdLst/>
              <a:ahLst/>
              <a:cxnLst/>
              <a:rect l="l" t="t" r="r" b="b"/>
              <a:pathLst>
                <a:path w="3727" h="37061" extrusionOk="0">
                  <a:moveTo>
                    <a:pt x="0" y="1"/>
                  </a:moveTo>
                  <a:lnTo>
                    <a:pt x="0" y="37060"/>
                  </a:lnTo>
                  <a:lnTo>
                    <a:pt x="3726" y="37060"/>
                  </a:lnTo>
                  <a:lnTo>
                    <a:pt x="37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73"/>
            <p:cNvSpPr/>
            <p:nvPr/>
          </p:nvSpPr>
          <p:spPr>
            <a:xfrm>
              <a:off x="3203723" y="4414821"/>
              <a:ext cx="119450" cy="247971"/>
            </a:xfrm>
            <a:custGeom>
              <a:avLst/>
              <a:gdLst/>
              <a:ahLst/>
              <a:cxnLst/>
              <a:rect l="l" t="t" r="r" b="b"/>
              <a:pathLst>
                <a:path w="3727" h="7737" extrusionOk="0">
                  <a:moveTo>
                    <a:pt x="0" y="1"/>
                  </a:moveTo>
                  <a:lnTo>
                    <a:pt x="0" y="7737"/>
                  </a:lnTo>
                  <a:lnTo>
                    <a:pt x="3726" y="7737"/>
                  </a:lnTo>
                  <a:lnTo>
                    <a:pt x="37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73"/>
            <p:cNvSpPr/>
            <p:nvPr/>
          </p:nvSpPr>
          <p:spPr>
            <a:xfrm>
              <a:off x="6096011" y="4414821"/>
              <a:ext cx="119450" cy="247971"/>
            </a:xfrm>
            <a:custGeom>
              <a:avLst/>
              <a:gdLst/>
              <a:ahLst/>
              <a:cxnLst/>
              <a:rect l="l" t="t" r="r" b="b"/>
              <a:pathLst>
                <a:path w="3727" h="7737" extrusionOk="0">
                  <a:moveTo>
                    <a:pt x="0" y="1"/>
                  </a:moveTo>
                  <a:lnTo>
                    <a:pt x="0" y="7737"/>
                  </a:lnTo>
                  <a:lnTo>
                    <a:pt x="3726" y="7737"/>
                  </a:lnTo>
                  <a:lnTo>
                    <a:pt x="37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73"/>
            <p:cNvSpPr/>
            <p:nvPr/>
          </p:nvSpPr>
          <p:spPr>
            <a:xfrm>
              <a:off x="2993251" y="4356458"/>
              <a:ext cx="3361981" cy="113040"/>
            </a:xfrm>
            <a:custGeom>
              <a:avLst/>
              <a:gdLst/>
              <a:ahLst/>
              <a:cxnLst/>
              <a:rect l="l" t="t" r="r" b="b"/>
              <a:pathLst>
                <a:path w="104898" h="3527" extrusionOk="0">
                  <a:moveTo>
                    <a:pt x="1" y="1"/>
                  </a:moveTo>
                  <a:lnTo>
                    <a:pt x="1" y="3526"/>
                  </a:lnTo>
                  <a:lnTo>
                    <a:pt x="104897" y="3526"/>
                  </a:lnTo>
                  <a:lnTo>
                    <a:pt x="10489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73"/>
            <p:cNvSpPr/>
            <p:nvPr/>
          </p:nvSpPr>
          <p:spPr>
            <a:xfrm>
              <a:off x="2993251" y="4407321"/>
              <a:ext cx="3361981" cy="62177"/>
            </a:xfrm>
            <a:custGeom>
              <a:avLst/>
              <a:gdLst/>
              <a:ahLst/>
              <a:cxnLst/>
              <a:rect l="l" t="t" r="r" b="b"/>
              <a:pathLst>
                <a:path w="104898" h="1940" extrusionOk="0">
                  <a:moveTo>
                    <a:pt x="1" y="1"/>
                  </a:moveTo>
                  <a:lnTo>
                    <a:pt x="1" y="1939"/>
                  </a:lnTo>
                  <a:lnTo>
                    <a:pt x="104897" y="1939"/>
                  </a:lnTo>
                  <a:lnTo>
                    <a:pt x="10489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73"/>
            <p:cNvSpPr/>
            <p:nvPr/>
          </p:nvSpPr>
          <p:spPr>
            <a:xfrm>
              <a:off x="4712797" y="3911443"/>
              <a:ext cx="204575" cy="203550"/>
            </a:xfrm>
            <a:custGeom>
              <a:avLst/>
              <a:gdLst/>
              <a:ahLst/>
              <a:cxnLst/>
              <a:rect l="l" t="t" r="r" b="b"/>
              <a:pathLst>
                <a:path w="6383" h="6351" extrusionOk="0">
                  <a:moveTo>
                    <a:pt x="0" y="1"/>
                  </a:moveTo>
                  <a:lnTo>
                    <a:pt x="602" y="6350"/>
                  </a:lnTo>
                  <a:lnTo>
                    <a:pt x="5798" y="6350"/>
                  </a:lnTo>
                  <a:lnTo>
                    <a:pt x="638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73"/>
            <p:cNvSpPr/>
            <p:nvPr/>
          </p:nvSpPr>
          <p:spPr>
            <a:xfrm>
              <a:off x="4742764" y="4026631"/>
              <a:ext cx="140892" cy="69068"/>
            </a:xfrm>
            <a:custGeom>
              <a:avLst/>
              <a:gdLst/>
              <a:ahLst/>
              <a:cxnLst/>
              <a:rect l="l" t="t" r="r" b="b"/>
              <a:pathLst>
                <a:path w="4396" h="2155" extrusionOk="0">
                  <a:moveTo>
                    <a:pt x="2669" y="1"/>
                  </a:moveTo>
                  <a:cubicBezTo>
                    <a:pt x="2614" y="1"/>
                    <a:pt x="2555" y="15"/>
                    <a:pt x="2490" y="49"/>
                  </a:cubicBezTo>
                  <a:cubicBezTo>
                    <a:pt x="2178" y="198"/>
                    <a:pt x="1911" y="568"/>
                    <a:pt x="1517" y="568"/>
                  </a:cubicBezTo>
                  <a:cubicBezTo>
                    <a:pt x="1426" y="568"/>
                    <a:pt x="1328" y="548"/>
                    <a:pt x="1220" y="500"/>
                  </a:cubicBezTo>
                  <a:cubicBezTo>
                    <a:pt x="842" y="322"/>
                    <a:pt x="537" y="181"/>
                    <a:pt x="302" y="181"/>
                  </a:cubicBezTo>
                  <a:cubicBezTo>
                    <a:pt x="184" y="181"/>
                    <a:pt x="84" y="216"/>
                    <a:pt x="1" y="300"/>
                  </a:cubicBezTo>
                  <a:lnTo>
                    <a:pt x="151" y="2155"/>
                  </a:lnTo>
                  <a:lnTo>
                    <a:pt x="4261" y="2155"/>
                  </a:lnTo>
                  <a:lnTo>
                    <a:pt x="4395" y="283"/>
                  </a:lnTo>
                  <a:lnTo>
                    <a:pt x="4395" y="283"/>
                  </a:lnTo>
                  <a:cubicBezTo>
                    <a:pt x="4395" y="283"/>
                    <a:pt x="4135" y="622"/>
                    <a:pt x="3774" y="622"/>
                  </a:cubicBezTo>
                  <a:cubicBezTo>
                    <a:pt x="3696" y="622"/>
                    <a:pt x="3613" y="606"/>
                    <a:pt x="3526" y="567"/>
                  </a:cubicBezTo>
                  <a:cubicBezTo>
                    <a:pt x="3124" y="359"/>
                    <a:pt x="2940" y="1"/>
                    <a:pt x="26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73"/>
            <p:cNvSpPr/>
            <p:nvPr/>
          </p:nvSpPr>
          <p:spPr>
            <a:xfrm>
              <a:off x="4754013" y="3989101"/>
              <a:ext cx="20929" cy="20608"/>
            </a:xfrm>
            <a:custGeom>
              <a:avLst/>
              <a:gdLst/>
              <a:ahLst/>
              <a:cxnLst/>
              <a:rect l="l" t="t" r="r" b="b"/>
              <a:pathLst>
                <a:path w="653" h="643" extrusionOk="0">
                  <a:moveTo>
                    <a:pt x="285" y="1"/>
                  </a:moveTo>
                  <a:cubicBezTo>
                    <a:pt x="251" y="1"/>
                    <a:pt x="201" y="17"/>
                    <a:pt x="168" y="34"/>
                  </a:cubicBezTo>
                  <a:cubicBezTo>
                    <a:pt x="134" y="51"/>
                    <a:pt x="101" y="84"/>
                    <a:pt x="67" y="118"/>
                  </a:cubicBezTo>
                  <a:cubicBezTo>
                    <a:pt x="51" y="151"/>
                    <a:pt x="34" y="184"/>
                    <a:pt x="17" y="218"/>
                  </a:cubicBezTo>
                  <a:cubicBezTo>
                    <a:pt x="1" y="268"/>
                    <a:pt x="1" y="301"/>
                    <a:pt x="1" y="352"/>
                  </a:cubicBezTo>
                  <a:cubicBezTo>
                    <a:pt x="17" y="435"/>
                    <a:pt x="51" y="519"/>
                    <a:pt x="118" y="569"/>
                  </a:cubicBezTo>
                  <a:lnTo>
                    <a:pt x="168" y="602"/>
                  </a:lnTo>
                  <a:cubicBezTo>
                    <a:pt x="184" y="602"/>
                    <a:pt x="184" y="619"/>
                    <a:pt x="201" y="619"/>
                  </a:cubicBezTo>
                  <a:cubicBezTo>
                    <a:pt x="237" y="631"/>
                    <a:pt x="272" y="642"/>
                    <a:pt x="307" y="642"/>
                  </a:cubicBezTo>
                  <a:cubicBezTo>
                    <a:pt x="322" y="642"/>
                    <a:pt x="337" y="640"/>
                    <a:pt x="351" y="636"/>
                  </a:cubicBezTo>
                  <a:cubicBezTo>
                    <a:pt x="435" y="636"/>
                    <a:pt x="502" y="585"/>
                    <a:pt x="569" y="535"/>
                  </a:cubicBezTo>
                  <a:cubicBezTo>
                    <a:pt x="602" y="502"/>
                    <a:pt x="619" y="452"/>
                    <a:pt x="619" y="418"/>
                  </a:cubicBezTo>
                  <a:cubicBezTo>
                    <a:pt x="636" y="385"/>
                    <a:pt x="652" y="335"/>
                    <a:pt x="636" y="285"/>
                  </a:cubicBezTo>
                  <a:cubicBezTo>
                    <a:pt x="636" y="201"/>
                    <a:pt x="585" y="134"/>
                    <a:pt x="535" y="67"/>
                  </a:cubicBezTo>
                  <a:lnTo>
                    <a:pt x="485" y="34"/>
                  </a:lnTo>
                  <a:cubicBezTo>
                    <a:pt x="468" y="34"/>
                    <a:pt x="452" y="34"/>
                    <a:pt x="435" y="17"/>
                  </a:cubicBezTo>
                  <a:cubicBezTo>
                    <a:pt x="385" y="1"/>
                    <a:pt x="335" y="1"/>
                    <a:pt x="2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73"/>
            <p:cNvSpPr/>
            <p:nvPr/>
          </p:nvSpPr>
          <p:spPr>
            <a:xfrm>
              <a:off x="4804364" y="3975704"/>
              <a:ext cx="22499" cy="21441"/>
            </a:xfrm>
            <a:custGeom>
              <a:avLst/>
              <a:gdLst/>
              <a:ahLst/>
              <a:cxnLst/>
              <a:rect l="l" t="t" r="r" b="b"/>
              <a:pathLst>
                <a:path w="702" h="669" extrusionOk="0">
                  <a:moveTo>
                    <a:pt x="301" y="1"/>
                  </a:moveTo>
                  <a:cubicBezTo>
                    <a:pt x="184" y="18"/>
                    <a:pt x="84" y="84"/>
                    <a:pt x="34" y="201"/>
                  </a:cubicBezTo>
                  <a:cubicBezTo>
                    <a:pt x="17" y="235"/>
                    <a:pt x="0" y="285"/>
                    <a:pt x="0" y="318"/>
                  </a:cubicBezTo>
                  <a:cubicBezTo>
                    <a:pt x="0" y="369"/>
                    <a:pt x="0" y="419"/>
                    <a:pt x="17" y="452"/>
                  </a:cubicBezTo>
                  <a:cubicBezTo>
                    <a:pt x="34" y="502"/>
                    <a:pt x="67" y="552"/>
                    <a:pt x="117" y="586"/>
                  </a:cubicBezTo>
                  <a:cubicBezTo>
                    <a:pt x="186" y="643"/>
                    <a:pt x="262" y="669"/>
                    <a:pt x="341" y="669"/>
                  </a:cubicBezTo>
                  <a:cubicBezTo>
                    <a:pt x="377" y="669"/>
                    <a:pt x="414" y="663"/>
                    <a:pt x="451" y="653"/>
                  </a:cubicBezTo>
                  <a:cubicBezTo>
                    <a:pt x="468" y="653"/>
                    <a:pt x="468" y="636"/>
                    <a:pt x="485" y="636"/>
                  </a:cubicBezTo>
                  <a:cubicBezTo>
                    <a:pt x="535" y="619"/>
                    <a:pt x="568" y="586"/>
                    <a:pt x="602" y="552"/>
                  </a:cubicBezTo>
                  <a:cubicBezTo>
                    <a:pt x="618" y="552"/>
                    <a:pt x="618" y="536"/>
                    <a:pt x="635" y="519"/>
                  </a:cubicBezTo>
                  <a:cubicBezTo>
                    <a:pt x="635" y="502"/>
                    <a:pt x="652" y="485"/>
                    <a:pt x="669" y="469"/>
                  </a:cubicBezTo>
                  <a:cubicBezTo>
                    <a:pt x="685" y="435"/>
                    <a:pt x="685" y="385"/>
                    <a:pt x="685" y="352"/>
                  </a:cubicBezTo>
                  <a:cubicBezTo>
                    <a:pt x="702" y="318"/>
                    <a:pt x="685" y="302"/>
                    <a:pt x="685" y="268"/>
                  </a:cubicBezTo>
                  <a:cubicBezTo>
                    <a:pt x="685" y="235"/>
                    <a:pt x="669" y="218"/>
                    <a:pt x="652" y="201"/>
                  </a:cubicBezTo>
                  <a:cubicBezTo>
                    <a:pt x="618" y="135"/>
                    <a:pt x="568" y="84"/>
                    <a:pt x="518" y="51"/>
                  </a:cubicBezTo>
                  <a:cubicBezTo>
                    <a:pt x="501" y="51"/>
                    <a:pt x="485" y="51"/>
                    <a:pt x="468" y="34"/>
                  </a:cubicBezTo>
                  <a:cubicBezTo>
                    <a:pt x="418" y="18"/>
                    <a:pt x="368" y="1"/>
                    <a:pt x="3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73"/>
            <p:cNvSpPr/>
            <p:nvPr/>
          </p:nvSpPr>
          <p:spPr>
            <a:xfrm>
              <a:off x="4760456" y="3937660"/>
              <a:ext cx="15544" cy="14839"/>
            </a:xfrm>
            <a:custGeom>
              <a:avLst/>
              <a:gdLst/>
              <a:ahLst/>
              <a:cxnLst/>
              <a:rect l="l" t="t" r="r" b="b"/>
              <a:pathLst>
                <a:path w="485" h="463" extrusionOk="0">
                  <a:moveTo>
                    <a:pt x="251" y="0"/>
                  </a:moveTo>
                  <a:cubicBezTo>
                    <a:pt x="204" y="0"/>
                    <a:pt x="152" y="14"/>
                    <a:pt x="100" y="35"/>
                  </a:cubicBezTo>
                  <a:cubicBezTo>
                    <a:pt x="84" y="68"/>
                    <a:pt x="50" y="102"/>
                    <a:pt x="34" y="135"/>
                  </a:cubicBezTo>
                  <a:cubicBezTo>
                    <a:pt x="17" y="152"/>
                    <a:pt x="17" y="185"/>
                    <a:pt x="17" y="219"/>
                  </a:cubicBezTo>
                  <a:cubicBezTo>
                    <a:pt x="0" y="252"/>
                    <a:pt x="17" y="286"/>
                    <a:pt x="17" y="302"/>
                  </a:cubicBezTo>
                  <a:cubicBezTo>
                    <a:pt x="57" y="409"/>
                    <a:pt x="150" y="463"/>
                    <a:pt x="246" y="463"/>
                  </a:cubicBezTo>
                  <a:cubicBezTo>
                    <a:pt x="270" y="463"/>
                    <a:pt x="294" y="459"/>
                    <a:pt x="318" y="453"/>
                  </a:cubicBezTo>
                  <a:cubicBezTo>
                    <a:pt x="334" y="436"/>
                    <a:pt x="334" y="436"/>
                    <a:pt x="351" y="436"/>
                  </a:cubicBezTo>
                  <a:cubicBezTo>
                    <a:pt x="368" y="419"/>
                    <a:pt x="401" y="403"/>
                    <a:pt x="418" y="386"/>
                  </a:cubicBezTo>
                  <a:cubicBezTo>
                    <a:pt x="435" y="369"/>
                    <a:pt x="435" y="369"/>
                    <a:pt x="451" y="352"/>
                  </a:cubicBezTo>
                  <a:cubicBezTo>
                    <a:pt x="451" y="336"/>
                    <a:pt x="468" y="336"/>
                    <a:pt x="468" y="319"/>
                  </a:cubicBezTo>
                  <a:cubicBezTo>
                    <a:pt x="485" y="302"/>
                    <a:pt x="485" y="269"/>
                    <a:pt x="485" y="236"/>
                  </a:cubicBezTo>
                  <a:cubicBezTo>
                    <a:pt x="485" y="219"/>
                    <a:pt x="485" y="202"/>
                    <a:pt x="485" y="185"/>
                  </a:cubicBezTo>
                  <a:cubicBezTo>
                    <a:pt x="485" y="169"/>
                    <a:pt x="468" y="152"/>
                    <a:pt x="468" y="135"/>
                  </a:cubicBezTo>
                  <a:cubicBezTo>
                    <a:pt x="435" y="85"/>
                    <a:pt x="401" y="52"/>
                    <a:pt x="368" y="35"/>
                  </a:cubicBezTo>
                  <a:cubicBezTo>
                    <a:pt x="351" y="35"/>
                    <a:pt x="351" y="18"/>
                    <a:pt x="334" y="18"/>
                  </a:cubicBezTo>
                  <a:cubicBezTo>
                    <a:pt x="309" y="6"/>
                    <a:pt x="281" y="0"/>
                    <a:pt x="2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73"/>
            <p:cNvSpPr/>
            <p:nvPr/>
          </p:nvSpPr>
          <p:spPr>
            <a:xfrm>
              <a:off x="4868079" y="3956313"/>
              <a:ext cx="20384" cy="19967"/>
            </a:xfrm>
            <a:custGeom>
              <a:avLst/>
              <a:gdLst/>
              <a:ahLst/>
              <a:cxnLst/>
              <a:rect l="l" t="t" r="r" b="b"/>
              <a:pathLst>
                <a:path w="636" h="623" extrusionOk="0">
                  <a:moveTo>
                    <a:pt x="300" y="0"/>
                  </a:moveTo>
                  <a:cubicBezTo>
                    <a:pt x="218" y="0"/>
                    <a:pt x="139" y="33"/>
                    <a:pt x="84" y="88"/>
                  </a:cubicBezTo>
                  <a:cubicBezTo>
                    <a:pt x="67" y="105"/>
                    <a:pt x="67" y="105"/>
                    <a:pt x="51" y="121"/>
                  </a:cubicBezTo>
                  <a:cubicBezTo>
                    <a:pt x="34" y="188"/>
                    <a:pt x="17" y="255"/>
                    <a:pt x="1" y="322"/>
                  </a:cubicBezTo>
                  <a:lnTo>
                    <a:pt x="1" y="339"/>
                  </a:lnTo>
                  <a:cubicBezTo>
                    <a:pt x="1" y="372"/>
                    <a:pt x="17" y="422"/>
                    <a:pt x="34" y="456"/>
                  </a:cubicBezTo>
                  <a:cubicBezTo>
                    <a:pt x="51" y="506"/>
                    <a:pt x="101" y="539"/>
                    <a:pt x="134" y="573"/>
                  </a:cubicBezTo>
                  <a:cubicBezTo>
                    <a:pt x="151" y="589"/>
                    <a:pt x="184" y="606"/>
                    <a:pt x="218" y="606"/>
                  </a:cubicBezTo>
                  <a:cubicBezTo>
                    <a:pt x="234" y="623"/>
                    <a:pt x="268" y="623"/>
                    <a:pt x="301" y="623"/>
                  </a:cubicBezTo>
                  <a:cubicBezTo>
                    <a:pt x="318" y="623"/>
                    <a:pt x="351" y="623"/>
                    <a:pt x="368" y="606"/>
                  </a:cubicBezTo>
                  <a:cubicBezTo>
                    <a:pt x="402" y="606"/>
                    <a:pt x="435" y="606"/>
                    <a:pt x="452" y="589"/>
                  </a:cubicBezTo>
                  <a:cubicBezTo>
                    <a:pt x="518" y="556"/>
                    <a:pt x="552" y="506"/>
                    <a:pt x="585" y="439"/>
                  </a:cubicBezTo>
                  <a:cubicBezTo>
                    <a:pt x="635" y="355"/>
                    <a:pt x="635" y="255"/>
                    <a:pt x="585" y="155"/>
                  </a:cubicBezTo>
                  <a:cubicBezTo>
                    <a:pt x="535" y="71"/>
                    <a:pt x="468" y="21"/>
                    <a:pt x="368" y="4"/>
                  </a:cubicBezTo>
                  <a:lnTo>
                    <a:pt x="351" y="4"/>
                  </a:lnTo>
                  <a:cubicBezTo>
                    <a:pt x="334" y="2"/>
                    <a:pt x="317" y="0"/>
                    <a:pt x="3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73"/>
            <p:cNvSpPr/>
            <p:nvPr/>
          </p:nvSpPr>
          <p:spPr>
            <a:xfrm>
              <a:off x="4862727" y="4003427"/>
              <a:ext cx="20384" cy="19967"/>
            </a:xfrm>
            <a:custGeom>
              <a:avLst/>
              <a:gdLst/>
              <a:ahLst/>
              <a:cxnLst/>
              <a:rect l="l" t="t" r="r" b="b"/>
              <a:pathLst>
                <a:path w="636" h="623" extrusionOk="0">
                  <a:moveTo>
                    <a:pt x="300" y="1"/>
                  </a:moveTo>
                  <a:cubicBezTo>
                    <a:pt x="218" y="1"/>
                    <a:pt x="139" y="33"/>
                    <a:pt x="84" y="88"/>
                  </a:cubicBezTo>
                  <a:cubicBezTo>
                    <a:pt x="67" y="105"/>
                    <a:pt x="67" y="122"/>
                    <a:pt x="51" y="122"/>
                  </a:cubicBezTo>
                  <a:cubicBezTo>
                    <a:pt x="34" y="189"/>
                    <a:pt x="17" y="255"/>
                    <a:pt x="0" y="322"/>
                  </a:cubicBezTo>
                  <a:lnTo>
                    <a:pt x="0" y="339"/>
                  </a:lnTo>
                  <a:cubicBezTo>
                    <a:pt x="0" y="389"/>
                    <a:pt x="0" y="422"/>
                    <a:pt x="34" y="456"/>
                  </a:cubicBezTo>
                  <a:cubicBezTo>
                    <a:pt x="34" y="489"/>
                    <a:pt x="51" y="506"/>
                    <a:pt x="84" y="523"/>
                  </a:cubicBezTo>
                  <a:cubicBezTo>
                    <a:pt x="117" y="556"/>
                    <a:pt x="151" y="590"/>
                    <a:pt x="218" y="606"/>
                  </a:cubicBezTo>
                  <a:cubicBezTo>
                    <a:pt x="234" y="623"/>
                    <a:pt x="268" y="623"/>
                    <a:pt x="301" y="623"/>
                  </a:cubicBezTo>
                  <a:cubicBezTo>
                    <a:pt x="318" y="623"/>
                    <a:pt x="351" y="623"/>
                    <a:pt x="368" y="606"/>
                  </a:cubicBezTo>
                  <a:cubicBezTo>
                    <a:pt x="401" y="606"/>
                    <a:pt x="435" y="606"/>
                    <a:pt x="452" y="590"/>
                  </a:cubicBezTo>
                  <a:cubicBezTo>
                    <a:pt x="518" y="556"/>
                    <a:pt x="552" y="506"/>
                    <a:pt x="585" y="439"/>
                  </a:cubicBezTo>
                  <a:cubicBezTo>
                    <a:pt x="635" y="356"/>
                    <a:pt x="635" y="255"/>
                    <a:pt x="585" y="172"/>
                  </a:cubicBezTo>
                  <a:cubicBezTo>
                    <a:pt x="535" y="88"/>
                    <a:pt x="468" y="21"/>
                    <a:pt x="368" y="5"/>
                  </a:cubicBezTo>
                  <a:lnTo>
                    <a:pt x="351" y="5"/>
                  </a:lnTo>
                  <a:cubicBezTo>
                    <a:pt x="334" y="2"/>
                    <a:pt x="317" y="1"/>
                    <a:pt x="3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73"/>
            <p:cNvSpPr/>
            <p:nvPr/>
          </p:nvSpPr>
          <p:spPr>
            <a:xfrm>
              <a:off x="4784525" y="4273448"/>
              <a:ext cx="61087" cy="13429"/>
            </a:xfrm>
            <a:custGeom>
              <a:avLst/>
              <a:gdLst/>
              <a:ahLst/>
              <a:cxnLst/>
              <a:rect l="l" t="t" r="r" b="b"/>
              <a:pathLst>
                <a:path w="1906" h="419" extrusionOk="0">
                  <a:moveTo>
                    <a:pt x="18" y="1"/>
                  </a:moveTo>
                  <a:lnTo>
                    <a:pt x="1" y="419"/>
                  </a:lnTo>
                  <a:lnTo>
                    <a:pt x="1906" y="419"/>
                  </a:lnTo>
                  <a:lnTo>
                    <a:pt x="1906" y="1"/>
                  </a:lnTo>
                  <a:close/>
                </a:path>
              </a:pathLst>
            </a:custGeom>
            <a:solidFill>
              <a:srgbClr val="8FCE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73"/>
            <p:cNvSpPr/>
            <p:nvPr/>
          </p:nvSpPr>
          <p:spPr>
            <a:xfrm>
              <a:off x="4762571" y="4255789"/>
              <a:ext cx="105541" cy="100701"/>
            </a:xfrm>
            <a:custGeom>
              <a:avLst/>
              <a:gdLst/>
              <a:ahLst/>
              <a:cxnLst/>
              <a:rect l="l" t="t" r="r" b="b"/>
              <a:pathLst>
                <a:path w="3293" h="3142" extrusionOk="0">
                  <a:moveTo>
                    <a:pt x="703" y="0"/>
                  </a:moveTo>
                  <a:lnTo>
                    <a:pt x="703" y="552"/>
                  </a:lnTo>
                  <a:lnTo>
                    <a:pt x="703" y="970"/>
                  </a:lnTo>
                  <a:cubicBezTo>
                    <a:pt x="318" y="970"/>
                    <a:pt x="1" y="1287"/>
                    <a:pt x="1" y="1671"/>
                  </a:cubicBezTo>
                  <a:lnTo>
                    <a:pt x="1" y="2440"/>
                  </a:lnTo>
                  <a:cubicBezTo>
                    <a:pt x="1" y="2824"/>
                    <a:pt x="302" y="3142"/>
                    <a:pt x="686" y="3142"/>
                  </a:cubicBezTo>
                  <a:lnTo>
                    <a:pt x="2591" y="3142"/>
                  </a:lnTo>
                  <a:cubicBezTo>
                    <a:pt x="2975" y="3142"/>
                    <a:pt x="3293" y="2824"/>
                    <a:pt x="3293" y="2440"/>
                  </a:cubicBezTo>
                  <a:lnTo>
                    <a:pt x="3293" y="1671"/>
                  </a:lnTo>
                  <a:cubicBezTo>
                    <a:pt x="3293" y="1287"/>
                    <a:pt x="2975" y="986"/>
                    <a:pt x="2591" y="970"/>
                  </a:cubicBezTo>
                  <a:lnTo>
                    <a:pt x="2591" y="552"/>
                  </a:lnTo>
                  <a:lnTo>
                    <a:pt x="2591" y="17"/>
                  </a:lnTo>
                  <a:lnTo>
                    <a:pt x="7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73"/>
            <p:cNvSpPr/>
            <p:nvPr/>
          </p:nvSpPr>
          <p:spPr>
            <a:xfrm>
              <a:off x="4775968" y="4315754"/>
              <a:ext cx="78747" cy="29486"/>
            </a:xfrm>
            <a:custGeom>
              <a:avLst/>
              <a:gdLst/>
              <a:ahLst/>
              <a:cxnLst/>
              <a:rect l="l" t="t" r="r" b="b"/>
              <a:pathLst>
                <a:path w="2457" h="920" extrusionOk="0">
                  <a:moveTo>
                    <a:pt x="1" y="1"/>
                  </a:moveTo>
                  <a:lnTo>
                    <a:pt x="1" y="485"/>
                  </a:lnTo>
                  <a:cubicBezTo>
                    <a:pt x="1" y="719"/>
                    <a:pt x="184" y="920"/>
                    <a:pt x="418" y="920"/>
                  </a:cubicBezTo>
                  <a:lnTo>
                    <a:pt x="2039" y="920"/>
                  </a:lnTo>
                  <a:cubicBezTo>
                    <a:pt x="2273" y="920"/>
                    <a:pt x="2457" y="719"/>
                    <a:pt x="2457" y="485"/>
                  </a:cubicBezTo>
                  <a:lnTo>
                    <a:pt x="2457" y="1"/>
                  </a:lnTo>
                  <a:cubicBezTo>
                    <a:pt x="2457" y="1"/>
                    <a:pt x="1365" y="8"/>
                    <a:pt x="637" y="8"/>
                  </a:cubicBezTo>
                  <a:cubicBezTo>
                    <a:pt x="274" y="8"/>
                    <a:pt x="1" y="6"/>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73"/>
            <p:cNvSpPr/>
            <p:nvPr/>
          </p:nvSpPr>
          <p:spPr>
            <a:xfrm>
              <a:off x="4785615" y="4171305"/>
              <a:ext cx="58940" cy="80766"/>
            </a:xfrm>
            <a:custGeom>
              <a:avLst/>
              <a:gdLst/>
              <a:ahLst/>
              <a:cxnLst/>
              <a:rect l="l" t="t" r="r" b="b"/>
              <a:pathLst>
                <a:path w="1839" h="2520" extrusionOk="0">
                  <a:moveTo>
                    <a:pt x="919" y="1"/>
                  </a:moveTo>
                  <a:cubicBezTo>
                    <a:pt x="878" y="1"/>
                    <a:pt x="836" y="22"/>
                    <a:pt x="819" y="63"/>
                  </a:cubicBezTo>
                  <a:lnTo>
                    <a:pt x="619" y="648"/>
                  </a:lnTo>
                  <a:cubicBezTo>
                    <a:pt x="535" y="882"/>
                    <a:pt x="368" y="1233"/>
                    <a:pt x="251" y="1450"/>
                  </a:cubicBezTo>
                  <a:cubicBezTo>
                    <a:pt x="0" y="1935"/>
                    <a:pt x="368" y="2520"/>
                    <a:pt x="919" y="2520"/>
                  </a:cubicBezTo>
                  <a:cubicBezTo>
                    <a:pt x="1487" y="2520"/>
                    <a:pt x="1838" y="1935"/>
                    <a:pt x="1588" y="1450"/>
                  </a:cubicBezTo>
                  <a:cubicBezTo>
                    <a:pt x="1487" y="1233"/>
                    <a:pt x="1320" y="882"/>
                    <a:pt x="1237" y="648"/>
                  </a:cubicBezTo>
                  <a:lnTo>
                    <a:pt x="1020" y="63"/>
                  </a:lnTo>
                  <a:cubicBezTo>
                    <a:pt x="1003" y="22"/>
                    <a:pt x="961" y="1"/>
                    <a:pt x="9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73"/>
            <p:cNvSpPr/>
            <p:nvPr/>
          </p:nvSpPr>
          <p:spPr>
            <a:xfrm>
              <a:off x="4803819" y="4204637"/>
              <a:ext cx="23044" cy="31890"/>
            </a:xfrm>
            <a:custGeom>
              <a:avLst/>
              <a:gdLst/>
              <a:ahLst/>
              <a:cxnLst/>
              <a:rect l="l" t="t" r="r" b="b"/>
              <a:pathLst>
                <a:path w="719" h="995" extrusionOk="0">
                  <a:moveTo>
                    <a:pt x="360" y="1"/>
                  </a:moveTo>
                  <a:cubicBezTo>
                    <a:pt x="343" y="1"/>
                    <a:pt x="326" y="9"/>
                    <a:pt x="318" y="26"/>
                  </a:cubicBezTo>
                  <a:lnTo>
                    <a:pt x="234" y="243"/>
                  </a:lnTo>
                  <a:cubicBezTo>
                    <a:pt x="201" y="343"/>
                    <a:pt x="134" y="477"/>
                    <a:pt x="101" y="561"/>
                  </a:cubicBezTo>
                  <a:cubicBezTo>
                    <a:pt x="0" y="761"/>
                    <a:pt x="134" y="995"/>
                    <a:pt x="351" y="995"/>
                  </a:cubicBezTo>
                  <a:cubicBezTo>
                    <a:pt x="569" y="995"/>
                    <a:pt x="719" y="761"/>
                    <a:pt x="619" y="561"/>
                  </a:cubicBezTo>
                  <a:cubicBezTo>
                    <a:pt x="585" y="477"/>
                    <a:pt x="518" y="343"/>
                    <a:pt x="485" y="243"/>
                  </a:cubicBezTo>
                  <a:lnTo>
                    <a:pt x="401" y="26"/>
                  </a:lnTo>
                  <a:cubicBezTo>
                    <a:pt x="393" y="9"/>
                    <a:pt x="376" y="1"/>
                    <a:pt x="36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73"/>
            <p:cNvSpPr/>
            <p:nvPr/>
          </p:nvSpPr>
          <p:spPr>
            <a:xfrm>
              <a:off x="4726707" y="4253641"/>
              <a:ext cx="177813" cy="33781"/>
            </a:xfrm>
            <a:custGeom>
              <a:avLst/>
              <a:gdLst/>
              <a:ahLst/>
              <a:cxnLst/>
              <a:rect l="l" t="t" r="r" b="b"/>
              <a:pathLst>
                <a:path w="5548" h="1054" extrusionOk="0">
                  <a:moveTo>
                    <a:pt x="101" y="1"/>
                  </a:moveTo>
                  <a:lnTo>
                    <a:pt x="0" y="1053"/>
                  </a:lnTo>
                  <a:lnTo>
                    <a:pt x="5548" y="1053"/>
                  </a:lnTo>
                  <a:lnTo>
                    <a:pt x="54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73"/>
            <p:cNvSpPr/>
            <p:nvPr/>
          </p:nvSpPr>
          <p:spPr>
            <a:xfrm>
              <a:off x="4731002" y="4122973"/>
              <a:ext cx="168166" cy="30576"/>
            </a:xfrm>
            <a:custGeom>
              <a:avLst/>
              <a:gdLst/>
              <a:ahLst/>
              <a:cxnLst/>
              <a:rect l="l" t="t" r="r" b="b"/>
              <a:pathLst>
                <a:path w="5247" h="954" extrusionOk="0">
                  <a:moveTo>
                    <a:pt x="0" y="1"/>
                  </a:moveTo>
                  <a:lnTo>
                    <a:pt x="0" y="953"/>
                  </a:lnTo>
                  <a:lnTo>
                    <a:pt x="5247" y="953"/>
                  </a:lnTo>
                  <a:lnTo>
                    <a:pt x="52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73"/>
            <p:cNvSpPr/>
            <p:nvPr/>
          </p:nvSpPr>
          <p:spPr>
            <a:xfrm>
              <a:off x="4702060" y="4110666"/>
              <a:ext cx="226017" cy="23589"/>
            </a:xfrm>
            <a:custGeom>
              <a:avLst/>
              <a:gdLst/>
              <a:ahLst/>
              <a:cxnLst/>
              <a:rect l="l" t="t" r="r" b="b"/>
              <a:pathLst>
                <a:path w="7052" h="736" extrusionOk="0">
                  <a:moveTo>
                    <a:pt x="1" y="0"/>
                  </a:moveTo>
                  <a:lnTo>
                    <a:pt x="1" y="736"/>
                  </a:lnTo>
                  <a:lnTo>
                    <a:pt x="7052" y="736"/>
                  </a:lnTo>
                  <a:lnTo>
                    <a:pt x="705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73"/>
            <p:cNvSpPr/>
            <p:nvPr/>
          </p:nvSpPr>
          <p:spPr>
            <a:xfrm>
              <a:off x="4720265" y="4141178"/>
              <a:ext cx="38075" cy="215312"/>
            </a:xfrm>
            <a:custGeom>
              <a:avLst/>
              <a:gdLst/>
              <a:ahLst/>
              <a:cxnLst/>
              <a:rect l="l" t="t" r="r" b="b"/>
              <a:pathLst>
                <a:path w="1188" h="6718" extrusionOk="0">
                  <a:moveTo>
                    <a:pt x="653" y="1"/>
                  </a:moveTo>
                  <a:lnTo>
                    <a:pt x="302" y="3510"/>
                  </a:lnTo>
                  <a:lnTo>
                    <a:pt x="201" y="4562"/>
                  </a:lnTo>
                  <a:lnTo>
                    <a:pt x="1" y="6718"/>
                  </a:lnTo>
                  <a:lnTo>
                    <a:pt x="469" y="6718"/>
                  </a:lnTo>
                  <a:lnTo>
                    <a:pt x="703" y="4562"/>
                  </a:lnTo>
                  <a:lnTo>
                    <a:pt x="820" y="3510"/>
                  </a:lnTo>
                  <a:lnTo>
                    <a:pt x="11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73"/>
            <p:cNvSpPr/>
            <p:nvPr/>
          </p:nvSpPr>
          <p:spPr>
            <a:xfrm>
              <a:off x="4872887" y="4141178"/>
              <a:ext cx="38075" cy="215312"/>
            </a:xfrm>
            <a:custGeom>
              <a:avLst/>
              <a:gdLst/>
              <a:ahLst/>
              <a:cxnLst/>
              <a:rect l="l" t="t" r="r" b="b"/>
              <a:pathLst>
                <a:path w="1188" h="6718" extrusionOk="0">
                  <a:moveTo>
                    <a:pt x="1" y="1"/>
                  </a:moveTo>
                  <a:lnTo>
                    <a:pt x="385" y="3510"/>
                  </a:lnTo>
                  <a:lnTo>
                    <a:pt x="485" y="4562"/>
                  </a:lnTo>
                  <a:lnTo>
                    <a:pt x="719" y="6718"/>
                  </a:lnTo>
                  <a:lnTo>
                    <a:pt x="1187" y="6718"/>
                  </a:lnTo>
                  <a:lnTo>
                    <a:pt x="987" y="4562"/>
                  </a:lnTo>
                  <a:lnTo>
                    <a:pt x="886" y="3510"/>
                  </a:lnTo>
                  <a:lnTo>
                    <a:pt x="5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73"/>
            <p:cNvSpPr/>
            <p:nvPr/>
          </p:nvSpPr>
          <p:spPr>
            <a:xfrm>
              <a:off x="4977338" y="4238642"/>
              <a:ext cx="252233" cy="117848"/>
            </a:xfrm>
            <a:custGeom>
              <a:avLst/>
              <a:gdLst/>
              <a:ahLst/>
              <a:cxnLst/>
              <a:rect l="l" t="t" r="r" b="b"/>
              <a:pathLst>
                <a:path w="7870" h="3677" extrusionOk="0">
                  <a:moveTo>
                    <a:pt x="769" y="1"/>
                  </a:moveTo>
                  <a:cubicBezTo>
                    <a:pt x="351" y="1"/>
                    <a:pt x="0" y="352"/>
                    <a:pt x="0" y="769"/>
                  </a:cubicBezTo>
                  <a:cubicBezTo>
                    <a:pt x="0" y="820"/>
                    <a:pt x="17" y="853"/>
                    <a:pt x="17" y="903"/>
                  </a:cubicBezTo>
                  <a:cubicBezTo>
                    <a:pt x="301" y="2507"/>
                    <a:pt x="1704" y="3677"/>
                    <a:pt x="3325" y="3677"/>
                  </a:cubicBezTo>
                  <a:lnTo>
                    <a:pt x="4478" y="3677"/>
                  </a:lnTo>
                  <a:cubicBezTo>
                    <a:pt x="6099" y="3677"/>
                    <a:pt x="7502" y="2507"/>
                    <a:pt x="7786" y="903"/>
                  </a:cubicBezTo>
                  <a:cubicBezTo>
                    <a:pt x="7870" y="435"/>
                    <a:pt x="7519" y="1"/>
                    <a:pt x="70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73"/>
            <p:cNvSpPr/>
            <p:nvPr/>
          </p:nvSpPr>
          <p:spPr>
            <a:xfrm>
              <a:off x="5401968" y="4101019"/>
              <a:ext cx="33236" cy="222812"/>
            </a:xfrm>
            <a:custGeom>
              <a:avLst/>
              <a:gdLst/>
              <a:ahLst/>
              <a:cxnLst/>
              <a:rect l="l" t="t" r="r" b="b"/>
              <a:pathLst>
                <a:path w="1037" h="6952" extrusionOk="0">
                  <a:moveTo>
                    <a:pt x="1" y="1"/>
                  </a:moveTo>
                  <a:lnTo>
                    <a:pt x="1" y="6951"/>
                  </a:lnTo>
                  <a:lnTo>
                    <a:pt x="1037" y="6951"/>
                  </a:lnTo>
                  <a:lnTo>
                    <a:pt x="103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73"/>
            <p:cNvSpPr/>
            <p:nvPr/>
          </p:nvSpPr>
          <p:spPr>
            <a:xfrm>
              <a:off x="5401968" y="4101019"/>
              <a:ext cx="33236" cy="47178"/>
            </a:xfrm>
            <a:custGeom>
              <a:avLst/>
              <a:gdLst/>
              <a:ahLst/>
              <a:cxnLst/>
              <a:rect l="l" t="t" r="r" b="b"/>
              <a:pathLst>
                <a:path w="1037" h="1472" extrusionOk="0">
                  <a:moveTo>
                    <a:pt x="1" y="1"/>
                  </a:moveTo>
                  <a:lnTo>
                    <a:pt x="1" y="1471"/>
                  </a:lnTo>
                  <a:lnTo>
                    <a:pt x="1037" y="1471"/>
                  </a:lnTo>
                  <a:lnTo>
                    <a:pt x="103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73"/>
            <p:cNvSpPr/>
            <p:nvPr/>
          </p:nvSpPr>
          <p:spPr>
            <a:xfrm>
              <a:off x="5845380" y="4101019"/>
              <a:ext cx="33236" cy="222812"/>
            </a:xfrm>
            <a:custGeom>
              <a:avLst/>
              <a:gdLst/>
              <a:ahLst/>
              <a:cxnLst/>
              <a:rect l="l" t="t" r="r" b="b"/>
              <a:pathLst>
                <a:path w="1037" h="6952" extrusionOk="0">
                  <a:moveTo>
                    <a:pt x="1" y="1"/>
                  </a:moveTo>
                  <a:lnTo>
                    <a:pt x="1" y="6951"/>
                  </a:lnTo>
                  <a:lnTo>
                    <a:pt x="1037" y="6951"/>
                  </a:lnTo>
                  <a:lnTo>
                    <a:pt x="103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73"/>
            <p:cNvSpPr/>
            <p:nvPr/>
          </p:nvSpPr>
          <p:spPr>
            <a:xfrm>
              <a:off x="5845380" y="4101019"/>
              <a:ext cx="33236" cy="47178"/>
            </a:xfrm>
            <a:custGeom>
              <a:avLst/>
              <a:gdLst/>
              <a:ahLst/>
              <a:cxnLst/>
              <a:rect l="l" t="t" r="r" b="b"/>
              <a:pathLst>
                <a:path w="1037" h="1472" extrusionOk="0">
                  <a:moveTo>
                    <a:pt x="1" y="1"/>
                  </a:moveTo>
                  <a:lnTo>
                    <a:pt x="1" y="1471"/>
                  </a:lnTo>
                  <a:lnTo>
                    <a:pt x="1037" y="1471"/>
                  </a:lnTo>
                  <a:lnTo>
                    <a:pt x="103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73"/>
            <p:cNvSpPr/>
            <p:nvPr/>
          </p:nvSpPr>
          <p:spPr>
            <a:xfrm>
              <a:off x="5401968" y="4268096"/>
              <a:ext cx="33236" cy="55735"/>
            </a:xfrm>
            <a:custGeom>
              <a:avLst/>
              <a:gdLst/>
              <a:ahLst/>
              <a:cxnLst/>
              <a:rect l="l" t="t" r="r" b="b"/>
              <a:pathLst>
                <a:path w="1037" h="1739" extrusionOk="0">
                  <a:moveTo>
                    <a:pt x="1" y="1"/>
                  </a:moveTo>
                  <a:lnTo>
                    <a:pt x="1" y="1738"/>
                  </a:lnTo>
                  <a:lnTo>
                    <a:pt x="1037" y="1738"/>
                  </a:lnTo>
                  <a:lnTo>
                    <a:pt x="103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73"/>
            <p:cNvSpPr/>
            <p:nvPr/>
          </p:nvSpPr>
          <p:spPr>
            <a:xfrm>
              <a:off x="5845380" y="4268096"/>
              <a:ext cx="33236" cy="55735"/>
            </a:xfrm>
            <a:custGeom>
              <a:avLst/>
              <a:gdLst/>
              <a:ahLst/>
              <a:cxnLst/>
              <a:rect l="l" t="t" r="r" b="b"/>
              <a:pathLst>
                <a:path w="1037" h="1739" extrusionOk="0">
                  <a:moveTo>
                    <a:pt x="1" y="1"/>
                  </a:moveTo>
                  <a:lnTo>
                    <a:pt x="1" y="1738"/>
                  </a:lnTo>
                  <a:lnTo>
                    <a:pt x="1037" y="1738"/>
                  </a:lnTo>
                  <a:lnTo>
                    <a:pt x="103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73"/>
            <p:cNvSpPr/>
            <p:nvPr/>
          </p:nvSpPr>
          <p:spPr>
            <a:xfrm>
              <a:off x="5668144" y="4027112"/>
              <a:ext cx="53043" cy="255759"/>
            </a:xfrm>
            <a:custGeom>
              <a:avLst/>
              <a:gdLst/>
              <a:ahLst/>
              <a:cxnLst/>
              <a:rect l="l" t="t" r="r" b="b"/>
              <a:pathLst>
                <a:path w="1655" h="7980" extrusionOk="0">
                  <a:moveTo>
                    <a:pt x="0" y="1"/>
                  </a:moveTo>
                  <a:lnTo>
                    <a:pt x="0" y="7152"/>
                  </a:lnTo>
                  <a:cubicBezTo>
                    <a:pt x="0" y="7704"/>
                    <a:pt x="414" y="7979"/>
                    <a:pt x="827" y="7979"/>
                  </a:cubicBezTo>
                  <a:cubicBezTo>
                    <a:pt x="1241" y="7979"/>
                    <a:pt x="1654" y="7704"/>
                    <a:pt x="1654" y="7152"/>
                  </a:cubicBezTo>
                  <a:lnTo>
                    <a:pt x="16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73"/>
            <p:cNvSpPr/>
            <p:nvPr/>
          </p:nvSpPr>
          <p:spPr>
            <a:xfrm>
              <a:off x="5649939" y="4012145"/>
              <a:ext cx="89452" cy="26249"/>
            </a:xfrm>
            <a:custGeom>
              <a:avLst/>
              <a:gdLst/>
              <a:ahLst/>
              <a:cxnLst/>
              <a:rect l="l" t="t" r="r" b="b"/>
              <a:pathLst>
                <a:path w="2791" h="819" extrusionOk="0">
                  <a:moveTo>
                    <a:pt x="551" y="0"/>
                  </a:moveTo>
                  <a:cubicBezTo>
                    <a:pt x="0" y="0"/>
                    <a:pt x="0" y="819"/>
                    <a:pt x="551" y="819"/>
                  </a:cubicBezTo>
                  <a:lnTo>
                    <a:pt x="2256" y="819"/>
                  </a:lnTo>
                  <a:cubicBezTo>
                    <a:pt x="2790" y="819"/>
                    <a:pt x="2790" y="0"/>
                    <a:pt x="22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73"/>
            <p:cNvSpPr/>
            <p:nvPr/>
          </p:nvSpPr>
          <p:spPr>
            <a:xfrm>
              <a:off x="5682053" y="4202778"/>
              <a:ext cx="25191" cy="64292"/>
            </a:xfrm>
            <a:custGeom>
              <a:avLst/>
              <a:gdLst/>
              <a:ahLst/>
              <a:cxnLst/>
              <a:rect l="l" t="t" r="r" b="b"/>
              <a:pathLst>
                <a:path w="786" h="2006" extrusionOk="0">
                  <a:moveTo>
                    <a:pt x="17" y="0"/>
                  </a:moveTo>
                  <a:lnTo>
                    <a:pt x="17" y="1604"/>
                  </a:lnTo>
                  <a:cubicBezTo>
                    <a:pt x="1" y="1872"/>
                    <a:pt x="197" y="2005"/>
                    <a:pt x="393" y="2005"/>
                  </a:cubicBezTo>
                  <a:cubicBezTo>
                    <a:pt x="590" y="2005"/>
                    <a:pt x="786" y="1872"/>
                    <a:pt x="769" y="1604"/>
                  </a:cubicBezTo>
                  <a:lnTo>
                    <a:pt x="7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73"/>
            <p:cNvSpPr/>
            <p:nvPr/>
          </p:nvSpPr>
          <p:spPr>
            <a:xfrm>
              <a:off x="5679361" y="4069418"/>
              <a:ext cx="16121" cy="11282"/>
            </a:xfrm>
            <a:custGeom>
              <a:avLst/>
              <a:gdLst/>
              <a:ahLst/>
              <a:cxnLst/>
              <a:rect l="l" t="t" r="r" b="b"/>
              <a:pathLst>
                <a:path w="503" h="352" extrusionOk="0">
                  <a:moveTo>
                    <a:pt x="235" y="1"/>
                  </a:moveTo>
                  <a:cubicBezTo>
                    <a:pt x="1" y="1"/>
                    <a:pt x="34" y="352"/>
                    <a:pt x="268" y="352"/>
                  </a:cubicBezTo>
                  <a:cubicBezTo>
                    <a:pt x="502" y="352"/>
                    <a:pt x="469" y="1"/>
                    <a:pt x="2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73"/>
            <p:cNvSpPr/>
            <p:nvPr/>
          </p:nvSpPr>
          <p:spPr>
            <a:xfrm>
              <a:off x="5776825" y="4027112"/>
              <a:ext cx="53588" cy="256144"/>
            </a:xfrm>
            <a:custGeom>
              <a:avLst/>
              <a:gdLst/>
              <a:ahLst/>
              <a:cxnLst/>
              <a:rect l="l" t="t" r="r" b="b"/>
              <a:pathLst>
                <a:path w="1672" h="7992" extrusionOk="0">
                  <a:moveTo>
                    <a:pt x="1" y="1"/>
                  </a:moveTo>
                  <a:lnTo>
                    <a:pt x="1" y="7152"/>
                  </a:lnTo>
                  <a:cubicBezTo>
                    <a:pt x="1" y="7712"/>
                    <a:pt x="419" y="7992"/>
                    <a:pt x="836" y="7992"/>
                  </a:cubicBezTo>
                  <a:cubicBezTo>
                    <a:pt x="1254" y="7992"/>
                    <a:pt x="1672" y="7712"/>
                    <a:pt x="1672" y="7152"/>
                  </a:cubicBezTo>
                  <a:lnTo>
                    <a:pt x="16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73"/>
            <p:cNvSpPr/>
            <p:nvPr/>
          </p:nvSpPr>
          <p:spPr>
            <a:xfrm>
              <a:off x="5758621" y="4012145"/>
              <a:ext cx="89996" cy="26249"/>
            </a:xfrm>
            <a:custGeom>
              <a:avLst/>
              <a:gdLst/>
              <a:ahLst/>
              <a:cxnLst/>
              <a:rect l="l" t="t" r="r" b="b"/>
              <a:pathLst>
                <a:path w="2808" h="819" extrusionOk="0">
                  <a:moveTo>
                    <a:pt x="552" y="0"/>
                  </a:moveTo>
                  <a:cubicBezTo>
                    <a:pt x="1" y="0"/>
                    <a:pt x="1" y="819"/>
                    <a:pt x="552" y="819"/>
                  </a:cubicBezTo>
                  <a:lnTo>
                    <a:pt x="2257" y="819"/>
                  </a:lnTo>
                  <a:cubicBezTo>
                    <a:pt x="2808" y="819"/>
                    <a:pt x="2808" y="0"/>
                    <a:pt x="22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73"/>
            <p:cNvSpPr/>
            <p:nvPr/>
          </p:nvSpPr>
          <p:spPr>
            <a:xfrm>
              <a:off x="5791312" y="4230629"/>
              <a:ext cx="25191" cy="36441"/>
            </a:xfrm>
            <a:custGeom>
              <a:avLst/>
              <a:gdLst/>
              <a:ahLst/>
              <a:cxnLst/>
              <a:rect l="l" t="t" r="r" b="b"/>
              <a:pathLst>
                <a:path w="786" h="1137" extrusionOk="0">
                  <a:moveTo>
                    <a:pt x="17" y="0"/>
                  </a:moveTo>
                  <a:lnTo>
                    <a:pt x="17" y="735"/>
                  </a:lnTo>
                  <a:cubicBezTo>
                    <a:pt x="0" y="1003"/>
                    <a:pt x="196" y="1136"/>
                    <a:pt x="393" y="1136"/>
                  </a:cubicBezTo>
                  <a:cubicBezTo>
                    <a:pt x="589" y="1136"/>
                    <a:pt x="785" y="1003"/>
                    <a:pt x="769" y="735"/>
                  </a:cubicBezTo>
                  <a:lnTo>
                    <a:pt x="7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73"/>
            <p:cNvSpPr/>
            <p:nvPr/>
          </p:nvSpPr>
          <p:spPr>
            <a:xfrm>
              <a:off x="5558885" y="4027112"/>
              <a:ext cx="53588" cy="255759"/>
            </a:xfrm>
            <a:custGeom>
              <a:avLst/>
              <a:gdLst/>
              <a:ahLst/>
              <a:cxnLst/>
              <a:rect l="l" t="t" r="r" b="b"/>
              <a:pathLst>
                <a:path w="1672" h="7980" extrusionOk="0">
                  <a:moveTo>
                    <a:pt x="1" y="1"/>
                  </a:moveTo>
                  <a:lnTo>
                    <a:pt x="1" y="7152"/>
                  </a:lnTo>
                  <a:cubicBezTo>
                    <a:pt x="1" y="7704"/>
                    <a:pt x="418" y="7979"/>
                    <a:pt x="836" y="7979"/>
                  </a:cubicBezTo>
                  <a:cubicBezTo>
                    <a:pt x="1254" y="7979"/>
                    <a:pt x="1671" y="7704"/>
                    <a:pt x="1671" y="7152"/>
                  </a:cubicBezTo>
                  <a:lnTo>
                    <a:pt x="16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73"/>
            <p:cNvSpPr/>
            <p:nvPr/>
          </p:nvSpPr>
          <p:spPr>
            <a:xfrm>
              <a:off x="5541226" y="4012145"/>
              <a:ext cx="89452" cy="26249"/>
            </a:xfrm>
            <a:custGeom>
              <a:avLst/>
              <a:gdLst/>
              <a:ahLst/>
              <a:cxnLst/>
              <a:rect l="l" t="t" r="r" b="b"/>
              <a:pathLst>
                <a:path w="2791" h="819" extrusionOk="0">
                  <a:moveTo>
                    <a:pt x="535" y="0"/>
                  </a:moveTo>
                  <a:cubicBezTo>
                    <a:pt x="0" y="0"/>
                    <a:pt x="0" y="819"/>
                    <a:pt x="535" y="819"/>
                  </a:cubicBezTo>
                  <a:lnTo>
                    <a:pt x="2239" y="819"/>
                  </a:lnTo>
                  <a:cubicBezTo>
                    <a:pt x="2791" y="819"/>
                    <a:pt x="2791" y="0"/>
                    <a:pt x="22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73"/>
            <p:cNvSpPr/>
            <p:nvPr/>
          </p:nvSpPr>
          <p:spPr>
            <a:xfrm>
              <a:off x="5573340" y="4214027"/>
              <a:ext cx="25191" cy="53043"/>
            </a:xfrm>
            <a:custGeom>
              <a:avLst/>
              <a:gdLst/>
              <a:ahLst/>
              <a:cxnLst/>
              <a:rect l="l" t="t" r="r" b="b"/>
              <a:pathLst>
                <a:path w="786" h="1655" extrusionOk="0">
                  <a:moveTo>
                    <a:pt x="17" y="0"/>
                  </a:moveTo>
                  <a:lnTo>
                    <a:pt x="17" y="1253"/>
                  </a:lnTo>
                  <a:cubicBezTo>
                    <a:pt x="1" y="1521"/>
                    <a:pt x="197" y="1654"/>
                    <a:pt x="393" y="1654"/>
                  </a:cubicBezTo>
                  <a:cubicBezTo>
                    <a:pt x="590" y="1654"/>
                    <a:pt x="786" y="1521"/>
                    <a:pt x="769" y="1253"/>
                  </a:cubicBezTo>
                  <a:lnTo>
                    <a:pt x="7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73"/>
            <p:cNvSpPr/>
            <p:nvPr/>
          </p:nvSpPr>
          <p:spPr>
            <a:xfrm>
              <a:off x="5450172" y="4027112"/>
              <a:ext cx="53588" cy="255759"/>
            </a:xfrm>
            <a:custGeom>
              <a:avLst/>
              <a:gdLst/>
              <a:ahLst/>
              <a:cxnLst/>
              <a:rect l="l" t="t" r="r" b="b"/>
              <a:pathLst>
                <a:path w="1672" h="7980" extrusionOk="0">
                  <a:moveTo>
                    <a:pt x="1" y="1"/>
                  </a:moveTo>
                  <a:lnTo>
                    <a:pt x="1" y="7152"/>
                  </a:lnTo>
                  <a:cubicBezTo>
                    <a:pt x="1" y="7704"/>
                    <a:pt x="418" y="7979"/>
                    <a:pt x="836" y="7979"/>
                  </a:cubicBezTo>
                  <a:cubicBezTo>
                    <a:pt x="1254" y="7979"/>
                    <a:pt x="1672" y="7704"/>
                    <a:pt x="1672" y="7152"/>
                  </a:cubicBezTo>
                  <a:lnTo>
                    <a:pt x="16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73"/>
            <p:cNvSpPr/>
            <p:nvPr/>
          </p:nvSpPr>
          <p:spPr>
            <a:xfrm>
              <a:off x="5431967" y="4012145"/>
              <a:ext cx="89452" cy="26249"/>
            </a:xfrm>
            <a:custGeom>
              <a:avLst/>
              <a:gdLst/>
              <a:ahLst/>
              <a:cxnLst/>
              <a:rect l="l" t="t" r="r" b="b"/>
              <a:pathLst>
                <a:path w="2791" h="819" extrusionOk="0">
                  <a:moveTo>
                    <a:pt x="552" y="0"/>
                  </a:moveTo>
                  <a:cubicBezTo>
                    <a:pt x="1" y="0"/>
                    <a:pt x="1" y="819"/>
                    <a:pt x="552" y="819"/>
                  </a:cubicBezTo>
                  <a:lnTo>
                    <a:pt x="2256" y="819"/>
                  </a:lnTo>
                  <a:cubicBezTo>
                    <a:pt x="2791" y="819"/>
                    <a:pt x="2791" y="0"/>
                    <a:pt x="22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73"/>
            <p:cNvSpPr/>
            <p:nvPr/>
          </p:nvSpPr>
          <p:spPr>
            <a:xfrm>
              <a:off x="5464113" y="4183484"/>
              <a:ext cx="25191" cy="83586"/>
            </a:xfrm>
            <a:custGeom>
              <a:avLst/>
              <a:gdLst/>
              <a:ahLst/>
              <a:cxnLst/>
              <a:rect l="l" t="t" r="r" b="b"/>
              <a:pathLst>
                <a:path w="786" h="2608" extrusionOk="0">
                  <a:moveTo>
                    <a:pt x="17" y="1"/>
                  </a:moveTo>
                  <a:lnTo>
                    <a:pt x="17" y="2206"/>
                  </a:lnTo>
                  <a:cubicBezTo>
                    <a:pt x="0" y="2474"/>
                    <a:pt x="196" y="2607"/>
                    <a:pt x="393" y="2607"/>
                  </a:cubicBezTo>
                  <a:cubicBezTo>
                    <a:pt x="589" y="2607"/>
                    <a:pt x="785" y="2474"/>
                    <a:pt x="769" y="2206"/>
                  </a:cubicBezTo>
                  <a:lnTo>
                    <a:pt x="7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73"/>
            <p:cNvSpPr/>
            <p:nvPr/>
          </p:nvSpPr>
          <p:spPr>
            <a:xfrm>
              <a:off x="5459274" y="4080988"/>
              <a:ext cx="19326" cy="34261"/>
            </a:xfrm>
            <a:custGeom>
              <a:avLst/>
              <a:gdLst/>
              <a:ahLst/>
              <a:cxnLst/>
              <a:rect l="l" t="t" r="r" b="b"/>
              <a:pathLst>
                <a:path w="603" h="1069" extrusionOk="0">
                  <a:moveTo>
                    <a:pt x="306" y="1"/>
                  </a:moveTo>
                  <a:cubicBezTo>
                    <a:pt x="268" y="1"/>
                    <a:pt x="231" y="9"/>
                    <a:pt x="201" y="24"/>
                  </a:cubicBezTo>
                  <a:cubicBezTo>
                    <a:pt x="68" y="141"/>
                    <a:pt x="1" y="308"/>
                    <a:pt x="34" y="475"/>
                  </a:cubicBezTo>
                  <a:cubicBezTo>
                    <a:pt x="34" y="642"/>
                    <a:pt x="68" y="810"/>
                    <a:pt x="134" y="960"/>
                  </a:cubicBezTo>
                  <a:cubicBezTo>
                    <a:pt x="170" y="1031"/>
                    <a:pt x="243" y="1069"/>
                    <a:pt x="314" y="1069"/>
                  </a:cubicBezTo>
                  <a:cubicBezTo>
                    <a:pt x="377" y="1069"/>
                    <a:pt x="437" y="1039"/>
                    <a:pt x="469" y="977"/>
                  </a:cubicBezTo>
                  <a:cubicBezTo>
                    <a:pt x="535" y="826"/>
                    <a:pt x="569" y="659"/>
                    <a:pt x="569" y="492"/>
                  </a:cubicBezTo>
                  <a:cubicBezTo>
                    <a:pt x="602" y="325"/>
                    <a:pt x="552" y="158"/>
                    <a:pt x="435" y="41"/>
                  </a:cubicBezTo>
                  <a:cubicBezTo>
                    <a:pt x="398" y="13"/>
                    <a:pt x="351" y="1"/>
                    <a:pt x="30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73"/>
            <p:cNvSpPr/>
            <p:nvPr/>
          </p:nvSpPr>
          <p:spPr>
            <a:xfrm>
              <a:off x="5385366" y="4297550"/>
              <a:ext cx="509851" cy="58940"/>
            </a:xfrm>
            <a:custGeom>
              <a:avLst/>
              <a:gdLst/>
              <a:ahLst/>
              <a:cxnLst/>
              <a:rect l="l" t="t" r="r" b="b"/>
              <a:pathLst>
                <a:path w="15908" h="1839" extrusionOk="0">
                  <a:moveTo>
                    <a:pt x="1" y="1"/>
                  </a:moveTo>
                  <a:lnTo>
                    <a:pt x="1" y="1839"/>
                  </a:lnTo>
                  <a:lnTo>
                    <a:pt x="15908" y="1839"/>
                  </a:lnTo>
                  <a:lnTo>
                    <a:pt x="159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73"/>
            <p:cNvSpPr/>
            <p:nvPr/>
          </p:nvSpPr>
          <p:spPr>
            <a:xfrm>
              <a:off x="5385366" y="4059803"/>
              <a:ext cx="509851" cy="58395"/>
            </a:xfrm>
            <a:custGeom>
              <a:avLst/>
              <a:gdLst/>
              <a:ahLst/>
              <a:cxnLst/>
              <a:rect l="l" t="t" r="r" b="b"/>
              <a:pathLst>
                <a:path w="15908" h="1822" extrusionOk="0">
                  <a:moveTo>
                    <a:pt x="1" y="0"/>
                  </a:moveTo>
                  <a:lnTo>
                    <a:pt x="1" y="1821"/>
                  </a:lnTo>
                  <a:lnTo>
                    <a:pt x="15908" y="1821"/>
                  </a:lnTo>
                  <a:lnTo>
                    <a:pt x="1590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Forensic Science Thesis XL by Slidesgo">
  <a:themeElements>
    <a:clrScheme name="Simple Light">
      <a:dk1>
        <a:srgbClr val="79A5BB"/>
      </a:dk1>
      <a:lt1>
        <a:srgbClr val="FFFFFF"/>
      </a:lt1>
      <a:dk2>
        <a:srgbClr val="33465B"/>
      </a:dk2>
      <a:lt2>
        <a:srgbClr val="EEEEEE"/>
      </a:lt2>
      <a:accent1>
        <a:srgbClr val="33465B"/>
      </a:accent1>
      <a:accent2>
        <a:srgbClr val="79A5BB"/>
      </a:accent2>
      <a:accent3>
        <a:srgbClr val="FFFFFF"/>
      </a:accent3>
      <a:accent4>
        <a:srgbClr val="EEEEEE"/>
      </a:accent4>
      <a:accent5>
        <a:srgbClr val="07485E"/>
      </a:accent5>
      <a:accent6>
        <a:srgbClr val="79A5BB"/>
      </a:accent6>
      <a:hlink>
        <a:srgbClr val="213B5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1860</TotalTime>
  <Words>1728</Words>
  <Application>Microsoft Office PowerPoint</Application>
  <PresentationFormat>On-screen Show (16:9)</PresentationFormat>
  <Paragraphs>141</Paragraphs>
  <Slides>14</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Arimo</vt:lpstr>
      <vt:lpstr>Kreon</vt:lpstr>
      <vt:lpstr>Leelawadee</vt:lpstr>
      <vt:lpstr>Ubuntu Light</vt:lpstr>
      <vt:lpstr>Forensic Science Thesis XL by Slidesgo</vt:lpstr>
      <vt:lpstr>Chain of Custody: Leveraging Blockchain for Forensic Evidence Management</vt:lpstr>
      <vt:lpstr>Under Guidance of: Mrs. E. Vijaya</vt:lpstr>
      <vt:lpstr>ABSTRACT</vt:lpstr>
      <vt:lpstr>EXISTING SYSTEM</vt:lpstr>
      <vt:lpstr>PROPOSED SYSTEM </vt:lpstr>
      <vt:lpstr>SOFTWARE REQUIREMENTS</vt:lpstr>
      <vt:lpstr>ADVANTAGES </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implementation of blockchain technology in forensic evidence management</dc:title>
  <dc:creator>DELL</dc:creator>
  <cp:lastModifiedBy>DELL</cp:lastModifiedBy>
  <cp:revision>48</cp:revision>
  <dcterms:modified xsi:type="dcterms:W3CDTF">2024-11-17T08:49:32Z</dcterms:modified>
</cp:coreProperties>
</file>